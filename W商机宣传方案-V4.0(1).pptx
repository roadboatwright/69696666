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0.svg" ContentType="image/svg+xml"/>
  <Override PartName="/ppt/media/image104.svg" ContentType="image/svg+xml"/>
  <Override PartName="/ppt/media/image106.svg" ContentType="image/svg+xml"/>
  <Override PartName="/ppt/media/image108.svg" ContentType="image/svg+xml"/>
  <Override PartName="/ppt/media/image11.svg" ContentType="image/svg+xml"/>
  <Override PartName="/ppt/media/image110.svg" ContentType="image/svg+xml"/>
  <Override PartName="/ppt/media/image112.svg" ContentType="image/svg+xml"/>
  <Override PartName="/ppt/media/image114.svg" ContentType="image/svg+xml"/>
  <Override PartName="/ppt/media/image116.svg" ContentType="image/svg+xml"/>
  <Override PartName="/ppt/media/image118.svg" ContentType="image/svg+xml"/>
  <Override PartName="/ppt/media/image120.svg" ContentType="image/svg+xml"/>
  <Override PartName="/ppt/media/image122.svg" ContentType="image/svg+xml"/>
  <Override PartName="/ppt/media/image124.svg" ContentType="image/svg+xml"/>
  <Override PartName="/ppt/media/image126.svg" ContentType="image/svg+xml"/>
  <Override PartName="/ppt/media/image128.svg" ContentType="image/svg+xml"/>
  <Override PartName="/ppt/media/image130.svg" ContentType="image/svg+xml"/>
  <Override PartName="/ppt/media/image132.svg" ContentType="image/svg+xml"/>
  <Override PartName="/ppt/media/image27.svg" ContentType="image/svg+xml"/>
  <Override PartName="/ppt/media/image29.svg" ContentType="image/svg+xml"/>
  <Override PartName="/ppt/media/image31.svg" ContentType="image/svg+xml"/>
  <Override PartName="/ppt/media/image36.svg" ContentType="image/svg+xml"/>
  <Override PartName="/ppt/media/image38.svg" ContentType="image/svg+xml"/>
  <Override PartName="/ppt/media/image40.svg" ContentType="image/svg+xml"/>
  <Override PartName="/ppt/media/image42.svg" ContentType="image/svg+xml"/>
  <Override PartName="/ppt/media/image48.svg" ContentType="image/svg+xml"/>
  <Override PartName="/ppt/media/image49.svg" ContentType="image/svg+xml"/>
  <Override PartName="/ppt/media/image50.svg" ContentType="image/svg+xml"/>
  <Override PartName="/ppt/media/image51.svg" ContentType="image/svg+xml"/>
  <Override PartName="/ppt/media/image52.svg" ContentType="image/svg+xml"/>
  <Override PartName="/ppt/media/image53.svg" ContentType="image/svg+xml"/>
  <Override PartName="/ppt/media/image54.svg" ContentType="image/svg+xml"/>
  <Override PartName="/ppt/media/image55.svg" ContentType="image/svg+xml"/>
  <Override PartName="/ppt/media/image57.svg" ContentType="image/svg+xml"/>
  <Override PartName="/ppt/media/image59.svg" ContentType="image/svg+xml"/>
  <Override PartName="/ppt/media/image60.svg" ContentType="image/svg+xml"/>
  <Override PartName="/ppt/media/image61.svg" ContentType="image/svg+xml"/>
  <Override PartName="/ppt/media/image62.svg" ContentType="image/svg+xml"/>
  <Override PartName="/ppt/media/image63.svg" ContentType="image/svg+xml"/>
  <Override PartName="/ppt/media/image65.svg" ContentType="image/svg+xml"/>
  <Override PartName="/ppt/media/image67.svg" ContentType="image/svg+xml"/>
  <Override PartName="/ppt/media/image69.svg" ContentType="image/svg+xml"/>
  <Override PartName="/ppt/media/image71.svg" ContentType="image/svg+xml"/>
  <Override PartName="/ppt/media/image73.svg" ContentType="image/svg+xml"/>
  <Override PartName="/ppt/media/image75.svg" ContentType="image/svg+xml"/>
  <Override PartName="/ppt/media/image77.svg" ContentType="image/svg+xml"/>
  <Override PartName="/ppt/media/image79.svg" ContentType="image/svg+xml"/>
  <Override PartName="/ppt/media/image81.svg" ContentType="image/svg+xml"/>
  <Override PartName="/ppt/media/image83.svg" ContentType="image/svg+xml"/>
  <Override PartName="/ppt/media/image85.svg" ContentType="image/svg+xml"/>
  <Override PartName="/ppt/media/image9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00.xml" ContentType="application/vnd.openxmlformats-officedocument.presentationml.tags+xml"/>
  <Override PartName="/ppt/tags/tag1001.xml" ContentType="application/vnd.openxmlformats-officedocument.presentationml.tags+xml"/>
  <Override PartName="/ppt/tags/tag1002.xml" ContentType="application/vnd.openxmlformats-officedocument.presentationml.tags+xml"/>
  <Override PartName="/ppt/tags/tag1003.xml" ContentType="application/vnd.openxmlformats-officedocument.presentationml.tags+xml"/>
  <Override PartName="/ppt/tags/tag1004.xml" ContentType="application/vnd.openxmlformats-officedocument.presentationml.tags+xml"/>
  <Override PartName="/ppt/tags/tag1005.xml" ContentType="application/vnd.openxmlformats-officedocument.presentationml.tags+xml"/>
  <Override PartName="/ppt/tags/tag1006.xml" ContentType="application/vnd.openxmlformats-officedocument.presentationml.tags+xml"/>
  <Override PartName="/ppt/tags/tag1007.xml" ContentType="application/vnd.openxmlformats-officedocument.presentationml.tags+xml"/>
  <Override PartName="/ppt/tags/tag1008.xml" ContentType="application/vnd.openxmlformats-officedocument.presentationml.tags+xml"/>
  <Override PartName="/ppt/tags/tag1009.xml" ContentType="application/vnd.openxmlformats-officedocument.presentationml.tags+xml"/>
  <Override PartName="/ppt/tags/tag101.xml" ContentType="application/vnd.openxmlformats-officedocument.presentationml.tags+xml"/>
  <Override PartName="/ppt/tags/tag1010.xml" ContentType="application/vnd.openxmlformats-officedocument.presentationml.tags+xml"/>
  <Override PartName="/ppt/tags/tag1011.xml" ContentType="application/vnd.openxmlformats-officedocument.presentationml.tags+xml"/>
  <Override PartName="/ppt/tags/tag1012.xml" ContentType="application/vnd.openxmlformats-officedocument.presentationml.tags+xml"/>
  <Override PartName="/ppt/tags/tag1013.xml" ContentType="application/vnd.openxmlformats-officedocument.presentationml.tags+xml"/>
  <Override PartName="/ppt/tags/tag1014.xml" ContentType="application/vnd.openxmlformats-officedocument.presentationml.tags+xml"/>
  <Override PartName="/ppt/tags/tag1015.xml" ContentType="application/vnd.openxmlformats-officedocument.presentationml.tags+xml"/>
  <Override PartName="/ppt/tags/tag1016.xml" ContentType="application/vnd.openxmlformats-officedocument.presentationml.tags+xml"/>
  <Override PartName="/ppt/tags/tag1017.xml" ContentType="application/vnd.openxmlformats-officedocument.presentationml.tags+xml"/>
  <Override PartName="/ppt/tags/tag1018.xml" ContentType="application/vnd.openxmlformats-officedocument.presentationml.tags+xml"/>
  <Override PartName="/ppt/tags/tag1019.xml" ContentType="application/vnd.openxmlformats-officedocument.presentationml.tags+xml"/>
  <Override PartName="/ppt/tags/tag102.xml" ContentType="application/vnd.openxmlformats-officedocument.presentationml.tags+xml"/>
  <Override PartName="/ppt/tags/tag1020.xml" ContentType="application/vnd.openxmlformats-officedocument.presentationml.tags+xml"/>
  <Override PartName="/ppt/tags/tag1021.xml" ContentType="application/vnd.openxmlformats-officedocument.presentationml.tags+xml"/>
  <Override PartName="/ppt/tags/tag1022.xml" ContentType="application/vnd.openxmlformats-officedocument.presentationml.tags+xml"/>
  <Override PartName="/ppt/tags/tag1023.xml" ContentType="application/vnd.openxmlformats-officedocument.presentationml.tags+xml"/>
  <Override PartName="/ppt/tags/tag1024.xml" ContentType="application/vnd.openxmlformats-officedocument.presentationml.tags+xml"/>
  <Override PartName="/ppt/tags/tag1025.xml" ContentType="application/vnd.openxmlformats-officedocument.presentationml.tags+xml"/>
  <Override PartName="/ppt/tags/tag1026.xml" ContentType="application/vnd.openxmlformats-officedocument.presentationml.tags+xml"/>
  <Override PartName="/ppt/tags/tag1027.xml" ContentType="application/vnd.openxmlformats-officedocument.presentationml.tags+xml"/>
  <Override PartName="/ppt/tags/tag1028.xml" ContentType="application/vnd.openxmlformats-officedocument.presentationml.tags+xml"/>
  <Override PartName="/ppt/tags/tag1029.xml" ContentType="application/vnd.openxmlformats-officedocument.presentationml.tags+xml"/>
  <Override PartName="/ppt/tags/tag103.xml" ContentType="application/vnd.openxmlformats-officedocument.presentationml.tags+xml"/>
  <Override PartName="/ppt/tags/tag1030.xml" ContentType="application/vnd.openxmlformats-officedocument.presentationml.tags+xml"/>
  <Override PartName="/ppt/tags/tag1031.xml" ContentType="application/vnd.openxmlformats-officedocument.presentationml.tags+xml"/>
  <Override PartName="/ppt/tags/tag1032.xml" ContentType="application/vnd.openxmlformats-officedocument.presentationml.tags+xml"/>
  <Override PartName="/ppt/tags/tag1033.xml" ContentType="application/vnd.openxmlformats-officedocument.presentationml.tags+xml"/>
  <Override PartName="/ppt/tags/tag1034.xml" ContentType="application/vnd.openxmlformats-officedocument.presentationml.tags+xml"/>
  <Override PartName="/ppt/tags/tag1035.xml" ContentType="application/vnd.openxmlformats-officedocument.presentationml.tags+xml"/>
  <Override PartName="/ppt/tags/tag1036.xml" ContentType="application/vnd.openxmlformats-officedocument.presentationml.tags+xml"/>
  <Override PartName="/ppt/tags/tag1037.xml" ContentType="application/vnd.openxmlformats-officedocument.presentationml.tags+xml"/>
  <Override PartName="/ppt/tags/tag1038.xml" ContentType="application/vnd.openxmlformats-officedocument.presentationml.tags+xml"/>
  <Override PartName="/ppt/tags/tag1039.xml" ContentType="application/vnd.openxmlformats-officedocument.presentationml.tags+xml"/>
  <Override PartName="/ppt/tags/tag104.xml" ContentType="application/vnd.openxmlformats-officedocument.presentationml.tags+xml"/>
  <Override PartName="/ppt/tags/tag1040.xml" ContentType="application/vnd.openxmlformats-officedocument.presentationml.tags+xml"/>
  <Override PartName="/ppt/tags/tag1041.xml" ContentType="application/vnd.openxmlformats-officedocument.presentationml.tags+xml"/>
  <Override PartName="/ppt/tags/tag1042.xml" ContentType="application/vnd.openxmlformats-officedocument.presentationml.tags+xml"/>
  <Override PartName="/ppt/tags/tag1043.xml" ContentType="application/vnd.openxmlformats-officedocument.presentationml.tags+xml"/>
  <Override PartName="/ppt/tags/tag1044.xml" ContentType="application/vnd.openxmlformats-officedocument.presentationml.tags+xml"/>
  <Override PartName="/ppt/tags/tag1045.xml" ContentType="application/vnd.openxmlformats-officedocument.presentationml.tags+xml"/>
  <Override PartName="/ppt/tags/tag1046.xml" ContentType="application/vnd.openxmlformats-officedocument.presentationml.tags+xml"/>
  <Override PartName="/ppt/tags/tag1047.xml" ContentType="application/vnd.openxmlformats-officedocument.presentationml.tags+xml"/>
  <Override PartName="/ppt/tags/tag1048.xml" ContentType="application/vnd.openxmlformats-officedocument.presentationml.tags+xml"/>
  <Override PartName="/ppt/tags/tag1049.xml" ContentType="application/vnd.openxmlformats-officedocument.presentationml.tags+xml"/>
  <Override PartName="/ppt/tags/tag105.xml" ContentType="application/vnd.openxmlformats-officedocument.presentationml.tags+xml"/>
  <Override PartName="/ppt/tags/tag1050.xml" ContentType="application/vnd.openxmlformats-officedocument.presentationml.tags+xml"/>
  <Override PartName="/ppt/tags/tag1051.xml" ContentType="application/vnd.openxmlformats-officedocument.presentationml.tags+xml"/>
  <Override PartName="/ppt/tags/tag1052.xml" ContentType="application/vnd.openxmlformats-officedocument.presentationml.tags+xml"/>
  <Override PartName="/ppt/tags/tag1053.xml" ContentType="application/vnd.openxmlformats-officedocument.presentationml.tags+xml"/>
  <Override PartName="/ppt/tags/tag1054.xml" ContentType="application/vnd.openxmlformats-officedocument.presentationml.tags+xml"/>
  <Override PartName="/ppt/tags/tag1055.xml" ContentType="application/vnd.openxmlformats-officedocument.presentationml.tags+xml"/>
  <Override PartName="/ppt/tags/tag1056.xml" ContentType="application/vnd.openxmlformats-officedocument.presentationml.tags+xml"/>
  <Override PartName="/ppt/tags/tag1057.xml" ContentType="application/vnd.openxmlformats-officedocument.presentationml.tags+xml"/>
  <Override PartName="/ppt/tags/tag1058.xml" ContentType="application/vnd.openxmlformats-officedocument.presentationml.tags+xml"/>
  <Override PartName="/ppt/tags/tag1059.xml" ContentType="application/vnd.openxmlformats-officedocument.presentationml.tags+xml"/>
  <Override PartName="/ppt/tags/tag106.xml" ContentType="application/vnd.openxmlformats-officedocument.presentationml.tags+xml"/>
  <Override PartName="/ppt/tags/tag1060.xml" ContentType="application/vnd.openxmlformats-officedocument.presentationml.tags+xml"/>
  <Override PartName="/ppt/tags/tag1061.xml" ContentType="application/vnd.openxmlformats-officedocument.presentationml.tags+xml"/>
  <Override PartName="/ppt/tags/tag1062.xml" ContentType="application/vnd.openxmlformats-officedocument.presentationml.tags+xml"/>
  <Override PartName="/ppt/tags/tag1063.xml" ContentType="application/vnd.openxmlformats-officedocument.presentationml.tags+xml"/>
  <Override PartName="/ppt/tags/tag1064.xml" ContentType="application/vnd.openxmlformats-officedocument.presentationml.tags+xml"/>
  <Override PartName="/ppt/tags/tag1065.xml" ContentType="application/vnd.openxmlformats-officedocument.presentationml.tags+xml"/>
  <Override PartName="/ppt/tags/tag1066.xml" ContentType="application/vnd.openxmlformats-officedocument.presentationml.tags+xml"/>
  <Override PartName="/ppt/tags/tag1067.xml" ContentType="application/vnd.openxmlformats-officedocument.presentationml.tags+xml"/>
  <Override PartName="/ppt/tags/tag1068.xml" ContentType="application/vnd.openxmlformats-officedocument.presentationml.tags+xml"/>
  <Override PartName="/ppt/tags/tag1069.xml" ContentType="application/vnd.openxmlformats-officedocument.presentationml.tags+xml"/>
  <Override PartName="/ppt/tags/tag107.xml" ContentType="application/vnd.openxmlformats-officedocument.presentationml.tags+xml"/>
  <Override PartName="/ppt/tags/tag1070.xml" ContentType="application/vnd.openxmlformats-officedocument.presentationml.tags+xml"/>
  <Override PartName="/ppt/tags/tag1071.xml" ContentType="application/vnd.openxmlformats-officedocument.presentationml.tags+xml"/>
  <Override PartName="/ppt/tags/tag1072.xml" ContentType="application/vnd.openxmlformats-officedocument.presentationml.tags+xml"/>
  <Override PartName="/ppt/tags/tag1073.xml" ContentType="application/vnd.openxmlformats-officedocument.presentationml.tags+xml"/>
  <Override PartName="/ppt/tags/tag1074.xml" ContentType="application/vnd.openxmlformats-officedocument.presentationml.tags+xml"/>
  <Override PartName="/ppt/tags/tag1075.xml" ContentType="application/vnd.openxmlformats-officedocument.presentationml.tags+xml"/>
  <Override PartName="/ppt/tags/tag1076.xml" ContentType="application/vnd.openxmlformats-officedocument.presentationml.tags+xml"/>
  <Override PartName="/ppt/tags/tag107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.xml" ContentType="application/vnd.openxmlformats-officedocument.presentationml.tags+xml"/>
  <Override PartName="/ppt/tags/tag770.xml" ContentType="application/vnd.openxmlformats-officedocument.presentationml.tags+xml"/>
  <Override PartName="/ppt/tags/tag771.xml" ContentType="application/vnd.openxmlformats-officedocument.presentationml.tags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tags/tag776.xml" ContentType="application/vnd.openxmlformats-officedocument.presentationml.tags+xml"/>
  <Override PartName="/ppt/tags/tag777.xml" ContentType="application/vnd.openxmlformats-officedocument.presentationml.tags+xml"/>
  <Override PartName="/ppt/tags/tag778.xml" ContentType="application/vnd.openxmlformats-officedocument.presentationml.tags+xml"/>
  <Override PartName="/ppt/tags/tag779.xml" ContentType="application/vnd.openxmlformats-officedocument.presentationml.tags+xml"/>
  <Override PartName="/ppt/tags/tag78.xml" ContentType="application/vnd.openxmlformats-officedocument.presentationml.tags+xml"/>
  <Override PartName="/ppt/tags/tag780.xml" ContentType="application/vnd.openxmlformats-officedocument.presentationml.tags+xml"/>
  <Override PartName="/ppt/tags/tag781.xml" ContentType="application/vnd.openxmlformats-officedocument.presentationml.tags+xml"/>
  <Override PartName="/ppt/tags/tag782.xml" ContentType="application/vnd.openxmlformats-officedocument.presentationml.tags+xml"/>
  <Override PartName="/ppt/tags/tag783.xml" ContentType="application/vnd.openxmlformats-officedocument.presentationml.tags+xml"/>
  <Override PartName="/ppt/tags/tag784.xml" ContentType="application/vnd.openxmlformats-officedocument.presentationml.tags+xml"/>
  <Override PartName="/ppt/tags/tag785.xml" ContentType="application/vnd.openxmlformats-officedocument.presentationml.tags+xml"/>
  <Override PartName="/ppt/tags/tag786.xml" ContentType="application/vnd.openxmlformats-officedocument.presentationml.tags+xml"/>
  <Override PartName="/ppt/tags/tag787.xml" ContentType="application/vnd.openxmlformats-officedocument.presentationml.tags+xml"/>
  <Override PartName="/ppt/tags/tag788.xml" ContentType="application/vnd.openxmlformats-officedocument.presentationml.tags+xml"/>
  <Override PartName="/ppt/tags/tag789.xml" ContentType="application/vnd.openxmlformats-officedocument.presentationml.tags+xml"/>
  <Override PartName="/ppt/tags/tag79.xml" ContentType="application/vnd.openxmlformats-officedocument.presentationml.tags+xml"/>
  <Override PartName="/ppt/tags/tag790.xml" ContentType="application/vnd.openxmlformats-officedocument.presentationml.tags+xml"/>
  <Override PartName="/ppt/tags/tag791.xml" ContentType="application/vnd.openxmlformats-officedocument.presentationml.tags+xml"/>
  <Override PartName="/ppt/tags/tag792.xml" ContentType="application/vnd.openxmlformats-officedocument.presentationml.tags+xml"/>
  <Override PartName="/ppt/tags/tag793.xml" ContentType="application/vnd.openxmlformats-officedocument.presentationml.tags+xml"/>
  <Override PartName="/ppt/tags/tag794.xml" ContentType="application/vnd.openxmlformats-officedocument.presentationml.tags+xml"/>
  <Override PartName="/ppt/tags/tag795.xml" ContentType="application/vnd.openxmlformats-officedocument.presentationml.tags+xml"/>
  <Override PartName="/ppt/tags/tag796.xml" ContentType="application/vnd.openxmlformats-officedocument.presentationml.tags+xml"/>
  <Override PartName="/ppt/tags/tag797.xml" ContentType="application/vnd.openxmlformats-officedocument.presentationml.tags+xml"/>
  <Override PartName="/ppt/tags/tag798.xml" ContentType="application/vnd.openxmlformats-officedocument.presentationml.tags+xml"/>
  <Override PartName="/ppt/tags/tag79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00.xml" ContentType="application/vnd.openxmlformats-officedocument.presentationml.tags+xml"/>
  <Override PartName="/ppt/tags/tag801.xml" ContentType="application/vnd.openxmlformats-officedocument.presentationml.tags+xml"/>
  <Override PartName="/ppt/tags/tag802.xml" ContentType="application/vnd.openxmlformats-officedocument.presentationml.tags+xml"/>
  <Override PartName="/ppt/tags/tag803.xml" ContentType="application/vnd.openxmlformats-officedocument.presentationml.tags+xml"/>
  <Override PartName="/ppt/tags/tag804.xml" ContentType="application/vnd.openxmlformats-officedocument.presentationml.tags+xml"/>
  <Override PartName="/ppt/tags/tag805.xml" ContentType="application/vnd.openxmlformats-officedocument.presentationml.tags+xml"/>
  <Override PartName="/ppt/tags/tag806.xml" ContentType="application/vnd.openxmlformats-officedocument.presentationml.tags+xml"/>
  <Override PartName="/ppt/tags/tag807.xml" ContentType="application/vnd.openxmlformats-officedocument.presentationml.tags+xml"/>
  <Override PartName="/ppt/tags/tag808.xml" ContentType="application/vnd.openxmlformats-officedocument.presentationml.tags+xml"/>
  <Override PartName="/ppt/tags/tag809.xml" ContentType="application/vnd.openxmlformats-officedocument.presentationml.tags+xml"/>
  <Override PartName="/ppt/tags/tag81.xml" ContentType="application/vnd.openxmlformats-officedocument.presentationml.tags+xml"/>
  <Override PartName="/ppt/tags/tag810.xml" ContentType="application/vnd.openxmlformats-officedocument.presentationml.tags+xml"/>
  <Override PartName="/ppt/tags/tag811.xml" ContentType="application/vnd.openxmlformats-officedocument.presentationml.tags+xml"/>
  <Override PartName="/ppt/tags/tag812.xml" ContentType="application/vnd.openxmlformats-officedocument.presentationml.tags+xml"/>
  <Override PartName="/ppt/tags/tag813.xml" ContentType="application/vnd.openxmlformats-officedocument.presentationml.tags+xml"/>
  <Override PartName="/ppt/tags/tag814.xml" ContentType="application/vnd.openxmlformats-officedocument.presentationml.tags+xml"/>
  <Override PartName="/ppt/tags/tag815.xml" ContentType="application/vnd.openxmlformats-officedocument.presentationml.tags+xml"/>
  <Override PartName="/ppt/tags/tag816.xml" ContentType="application/vnd.openxmlformats-officedocument.presentationml.tags+xml"/>
  <Override PartName="/ppt/tags/tag817.xml" ContentType="application/vnd.openxmlformats-officedocument.presentationml.tags+xml"/>
  <Override PartName="/ppt/tags/tag818.xml" ContentType="application/vnd.openxmlformats-officedocument.presentationml.tags+xml"/>
  <Override PartName="/ppt/tags/tag819.xml" ContentType="application/vnd.openxmlformats-officedocument.presentationml.tags+xml"/>
  <Override PartName="/ppt/tags/tag82.xml" ContentType="application/vnd.openxmlformats-officedocument.presentationml.tags+xml"/>
  <Override PartName="/ppt/tags/tag820.xml" ContentType="application/vnd.openxmlformats-officedocument.presentationml.tags+xml"/>
  <Override PartName="/ppt/tags/tag821.xml" ContentType="application/vnd.openxmlformats-officedocument.presentationml.tags+xml"/>
  <Override PartName="/ppt/tags/tag822.xml" ContentType="application/vnd.openxmlformats-officedocument.presentationml.tags+xml"/>
  <Override PartName="/ppt/tags/tag823.xml" ContentType="application/vnd.openxmlformats-officedocument.presentationml.tags+xml"/>
  <Override PartName="/ppt/tags/tag824.xml" ContentType="application/vnd.openxmlformats-officedocument.presentationml.tags+xml"/>
  <Override PartName="/ppt/tags/tag825.xml" ContentType="application/vnd.openxmlformats-officedocument.presentationml.tags+xml"/>
  <Override PartName="/ppt/tags/tag826.xml" ContentType="application/vnd.openxmlformats-officedocument.presentationml.tags+xml"/>
  <Override PartName="/ppt/tags/tag827.xml" ContentType="application/vnd.openxmlformats-officedocument.presentationml.tags+xml"/>
  <Override PartName="/ppt/tags/tag828.xml" ContentType="application/vnd.openxmlformats-officedocument.presentationml.tags+xml"/>
  <Override PartName="/ppt/tags/tag829.xml" ContentType="application/vnd.openxmlformats-officedocument.presentationml.tags+xml"/>
  <Override PartName="/ppt/tags/tag83.xml" ContentType="application/vnd.openxmlformats-officedocument.presentationml.tags+xml"/>
  <Override PartName="/ppt/tags/tag830.xml" ContentType="application/vnd.openxmlformats-officedocument.presentationml.tags+xml"/>
  <Override PartName="/ppt/tags/tag831.xml" ContentType="application/vnd.openxmlformats-officedocument.presentationml.tags+xml"/>
  <Override PartName="/ppt/tags/tag832.xml" ContentType="application/vnd.openxmlformats-officedocument.presentationml.tags+xml"/>
  <Override PartName="/ppt/tags/tag833.xml" ContentType="application/vnd.openxmlformats-officedocument.presentationml.tags+xml"/>
  <Override PartName="/ppt/tags/tag834.xml" ContentType="application/vnd.openxmlformats-officedocument.presentationml.tags+xml"/>
  <Override PartName="/ppt/tags/tag835.xml" ContentType="application/vnd.openxmlformats-officedocument.presentationml.tags+xml"/>
  <Override PartName="/ppt/tags/tag836.xml" ContentType="application/vnd.openxmlformats-officedocument.presentationml.tags+xml"/>
  <Override PartName="/ppt/tags/tag837.xml" ContentType="application/vnd.openxmlformats-officedocument.presentationml.tags+xml"/>
  <Override PartName="/ppt/tags/tag838.xml" ContentType="application/vnd.openxmlformats-officedocument.presentationml.tags+xml"/>
  <Override PartName="/ppt/tags/tag839.xml" ContentType="application/vnd.openxmlformats-officedocument.presentationml.tags+xml"/>
  <Override PartName="/ppt/tags/tag84.xml" ContentType="application/vnd.openxmlformats-officedocument.presentationml.tags+xml"/>
  <Override PartName="/ppt/tags/tag840.xml" ContentType="application/vnd.openxmlformats-officedocument.presentationml.tags+xml"/>
  <Override PartName="/ppt/tags/tag841.xml" ContentType="application/vnd.openxmlformats-officedocument.presentationml.tags+xml"/>
  <Override PartName="/ppt/tags/tag842.xml" ContentType="application/vnd.openxmlformats-officedocument.presentationml.tags+xml"/>
  <Override PartName="/ppt/tags/tag843.xml" ContentType="application/vnd.openxmlformats-officedocument.presentationml.tags+xml"/>
  <Override PartName="/ppt/tags/tag844.xml" ContentType="application/vnd.openxmlformats-officedocument.presentationml.tags+xml"/>
  <Override PartName="/ppt/tags/tag845.xml" ContentType="application/vnd.openxmlformats-officedocument.presentationml.tags+xml"/>
  <Override PartName="/ppt/tags/tag846.xml" ContentType="application/vnd.openxmlformats-officedocument.presentationml.tags+xml"/>
  <Override PartName="/ppt/tags/tag847.xml" ContentType="application/vnd.openxmlformats-officedocument.presentationml.tags+xml"/>
  <Override PartName="/ppt/tags/tag848.xml" ContentType="application/vnd.openxmlformats-officedocument.presentationml.tags+xml"/>
  <Override PartName="/ppt/tags/tag849.xml" ContentType="application/vnd.openxmlformats-officedocument.presentationml.tags+xml"/>
  <Override PartName="/ppt/tags/tag85.xml" ContentType="application/vnd.openxmlformats-officedocument.presentationml.tags+xml"/>
  <Override PartName="/ppt/tags/tag850.xml" ContentType="application/vnd.openxmlformats-officedocument.presentationml.tags+xml"/>
  <Override PartName="/ppt/tags/tag851.xml" ContentType="application/vnd.openxmlformats-officedocument.presentationml.tags+xml"/>
  <Override PartName="/ppt/tags/tag852.xml" ContentType="application/vnd.openxmlformats-officedocument.presentationml.tags+xml"/>
  <Override PartName="/ppt/tags/tag853.xml" ContentType="application/vnd.openxmlformats-officedocument.presentationml.tags+xml"/>
  <Override PartName="/ppt/tags/tag854.xml" ContentType="application/vnd.openxmlformats-officedocument.presentationml.tags+xml"/>
  <Override PartName="/ppt/tags/tag855.xml" ContentType="application/vnd.openxmlformats-officedocument.presentationml.tags+xml"/>
  <Override PartName="/ppt/tags/tag856.xml" ContentType="application/vnd.openxmlformats-officedocument.presentationml.tags+xml"/>
  <Override PartName="/ppt/tags/tag857.xml" ContentType="application/vnd.openxmlformats-officedocument.presentationml.tags+xml"/>
  <Override PartName="/ppt/tags/tag858.xml" ContentType="application/vnd.openxmlformats-officedocument.presentationml.tags+xml"/>
  <Override PartName="/ppt/tags/tag859.xml" ContentType="application/vnd.openxmlformats-officedocument.presentationml.tags+xml"/>
  <Override PartName="/ppt/tags/tag86.xml" ContentType="application/vnd.openxmlformats-officedocument.presentationml.tags+xml"/>
  <Override PartName="/ppt/tags/tag860.xml" ContentType="application/vnd.openxmlformats-officedocument.presentationml.tags+xml"/>
  <Override PartName="/ppt/tags/tag861.xml" ContentType="application/vnd.openxmlformats-officedocument.presentationml.tags+xml"/>
  <Override PartName="/ppt/tags/tag862.xml" ContentType="application/vnd.openxmlformats-officedocument.presentationml.tags+xml"/>
  <Override PartName="/ppt/tags/tag863.xml" ContentType="application/vnd.openxmlformats-officedocument.presentationml.tags+xml"/>
  <Override PartName="/ppt/tags/tag864.xml" ContentType="application/vnd.openxmlformats-officedocument.presentationml.tags+xml"/>
  <Override PartName="/ppt/tags/tag865.xml" ContentType="application/vnd.openxmlformats-officedocument.presentationml.tags+xml"/>
  <Override PartName="/ppt/tags/tag866.xml" ContentType="application/vnd.openxmlformats-officedocument.presentationml.tags+xml"/>
  <Override PartName="/ppt/tags/tag867.xml" ContentType="application/vnd.openxmlformats-officedocument.presentationml.tags+xml"/>
  <Override PartName="/ppt/tags/tag868.xml" ContentType="application/vnd.openxmlformats-officedocument.presentationml.tags+xml"/>
  <Override PartName="/ppt/tags/tag869.xml" ContentType="application/vnd.openxmlformats-officedocument.presentationml.tags+xml"/>
  <Override PartName="/ppt/tags/tag87.xml" ContentType="application/vnd.openxmlformats-officedocument.presentationml.tags+xml"/>
  <Override PartName="/ppt/tags/tag870.xml" ContentType="application/vnd.openxmlformats-officedocument.presentationml.tags+xml"/>
  <Override PartName="/ppt/tags/tag871.xml" ContentType="application/vnd.openxmlformats-officedocument.presentationml.tags+xml"/>
  <Override PartName="/ppt/tags/tag872.xml" ContentType="application/vnd.openxmlformats-officedocument.presentationml.tags+xml"/>
  <Override PartName="/ppt/tags/tag873.xml" ContentType="application/vnd.openxmlformats-officedocument.presentationml.tags+xml"/>
  <Override PartName="/ppt/tags/tag874.xml" ContentType="application/vnd.openxmlformats-officedocument.presentationml.tags+xml"/>
  <Override PartName="/ppt/tags/tag875.xml" ContentType="application/vnd.openxmlformats-officedocument.presentationml.tags+xml"/>
  <Override PartName="/ppt/tags/tag876.xml" ContentType="application/vnd.openxmlformats-officedocument.presentationml.tags+xml"/>
  <Override PartName="/ppt/tags/tag877.xml" ContentType="application/vnd.openxmlformats-officedocument.presentationml.tags+xml"/>
  <Override PartName="/ppt/tags/tag878.xml" ContentType="application/vnd.openxmlformats-officedocument.presentationml.tags+xml"/>
  <Override PartName="/ppt/tags/tag879.xml" ContentType="application/vnd.openxmlformats-officedocument.presentationml.tags+xml"/>
  <Override PartName="/ppt/tags/tag88.xml" ContentType="application/vnd.openxmlformats-officedocument.presentationml.tags+xml"/>
  <Override PartName="/ppt/tags/tag880.xml" ContentType="application/vnd.openxmlformats-officedocument.presentationml.tags+xml"/>
  <Override PartName="/ppt/tags/tag881.xml" ContentType="application/vnd.openxmlformats-officedocument.presentationml.tags+xml"/>
  <Override PartName="/ppt/tags/tag882.xml" ContentType="application/vnd.openxmlformats-officedocument.presentationml.tags+xml"/>
  <Override PartName="/ppt/tags/tag883.xml" ContentType="application/vnd.openxmlformats-officedocument.presentationml.tags+xml"/>
  <Override PartName="/ppt/tags/tag884.xml" ContentType="application/vnd.openxmlformats-officedocument.presentationml.tags+xml"/>
  <Override PartName="/ppt/tags/tag885.xml" ContentType="application/vnd.openxmlformats-officedocument.presentationml.tags+xml"/>
  <Override PartName="/ppt/tags/tag886.xml" ContentType="application/vnd.openxmlformats-officedocument.presentationml.tags+xml"/>
  <Override PartName="/ppt/tags/tag887.xml" ContentType="application/vnd.openxmlformats-officedocument.presentationml.tags+xml"/>
  <Override PartName="/ppt/tags/tag888.xml" ContentType="application/vnd.openxmlformats-officedocument.presentationml.tags+xml"/>
  <Override PartName="/ppt/tags/tag889.xml" ContentType="application/vnd.openxmlformats-officedocument.presentationml.tags+xml"/>
  <Override PartName="/ppt/tags/tag89.xml" ContentType="application/vnd.openxmlformats-officedocument.presentationml.tags+xml"/>
  <Override PartName="/ppt/tags/tag890.xml" ContentType="application/vnd.openxmlformats-officedocument.presentationml.tags+xml"/>
  <Override PartName="/ppt/tags/tag891.xml" ContentType="application/vnd.openxmlformats-officedocument.presentationml.tags+xml"/>
  <Override PartName="/ppt/tags/tag892.xml" ContentType="application/vnd.openxmlformats-officedocument.presentationml.tags+xml"/>
  <Override PartName="/ppt/tags/tag893.xml" ContentType="application/vnd.openxmlformats-officedocument.presentationml.tags+xml"/>
  <Override PartName="/ppt/tags/tag894.xml" ContentType="application/vnd.openxmlformats-officedocument.presentationml.tags+xml"/>
  <Override PartName="/ppt/tags/tag895.xml" ContentType="application/vnd.openxmlformats-officedocument.presentationml.tags+xml"/>
  <Override PartName="/ppt/tags/tag896.xml" ContentType="application/vnd.openxmlformats-officedocument.presentationml.tags+xml"/>
  <Override PartName="/ppt/tags/tag897.xml" ContentType="application/vnd.openxmlformats-officedocument.presentationml.tags+xml"/>
  <Override PartName="/ppt/tags/tag898.xml" ContentType="application/vnd.openxmlformats-officedocument.presentationml.tags+xml"/>
  <Override PartName="/ppt/tags/tag89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00.xml" ContentType="application/vnd.openxmlformats-officedocument.presentationml.tags+xml"/>
  <Override PartName="/ppt/tags/tag901.xml" ContentType="application/vnd.openxmlformats-officedocument.presentationml.tags+xml"/>
  <Override PartName="/ppt/tags/tag902.xml" ContentType="application/vnd.openxmlformats-officedocument.presentationml.tags+xml"/>
  <Override PartName="/ppt/tags/tag903.xml" ContentType="application/vnd.openxmlformats-officedocument.presentationml.tags+xml"/>
  <Override PartName="/ppt/tags/tag904.xml" ContentType="application/vnd.openxmlformats-officedocument.presentationml.tags+xml"/>
  <Override PartName="/ppt/tags/tag905.xml" ContentType="application/vnd.openxmlformats-officedocument.presentationml.tags+xml"/>
  <Override PartName="/ppt/tags/tag906.xml" ContentType="application/vnd.openxmlformats-officedocument.presentationml.tags+xml"/>
  <Override PartName="/ppt/tags/tag907.xml" ContentType="application/vnd.openxmlformats-officedocument.presentationml.tags+xml"/>
  <Override PartName="/ppt/tags/tag908.xml" ContentType="application/vnd.openxmlformats-officedocument.presentationml.tags+xml"/>
  <Override PartName="/ppt/tags/tag909.xml" ContentType="application/vnd.openxmlformats-officedocument.presentationml.tags+xml"/>
  <Override PartName="/ppt/tags/tag91.xml" ContentType="application/vnd.openxmlformats-officedocument.presentationml.tags+xml"/>
  <Override PartName="/ppt/tags/tag910.xml" ContentType="application/vnd.openxmlformats-officedocument.presentationml.tags+xml"/>
  <Override PartName="/ppt/tags/tag911.xml" ContentType="application/vnd.openxmlformats-officedocument.presentationml.tags+xml"/>
  <Override PartName="/ppt/tags/tag912.xml" ContentType="application/vnd.openxmlformats-officedocument.presentationml.tags+xml"/>
  <Override PartName="/ppt/tags/tag913.xml" ContentType="application/vnd.openxmlformats-officedocument.presentationml.tags+xml"/>
  <Override PartName="/ppt/tags/tag914.xml" ContentType="application/vnd.openxmlformats-officedocument.presentationml.tags+xml"/>
  <Override PartName="/ppt/tags/tag915.xml" ContentType="application/vnd.openxmlformats-officedocument.presentationml.tags+xml"/>
  <Override PartName="/ppt/tags/tag916.xml" ContentType="application/vnd.openxmlformats-officedocument.presentationml.tags+xml"/>
  <Override PartName="/ppt/tags/tag917.xml" ContentType="application/vnd.openxmlformats-officedocument.presentationml.tags+xml"/>
  <Override PartName="/ppt/tags/tag918.xml" ContentType="application/vnd.openxmlformats-officedocument.presentationml.tags+xml"/>
  <Override PartName="/ppt/tags/tag919.xml" ContentType="application/vnd.openxmlformats-officedocument.presentationml.tags+xml"/>
  <Override PartName="/ppt/tags/tag92.xml" ContentType="application/vnd.openxmlformats-officedocument.presentationml.tags+xml"/>
  <Override PartName="/ppt/tags/tag920.xml" ContentType="application/vnd.openxmlformats-officedocument.presentationml.tags+xml"/>
  <Override PartName="/ppt/tags/tag921.xml" ContentType="application/vnd.openxmlformats-officedocument.presentationml.tags+xml"/>
  <Override PartName="/ppt/tags/tag922.xml" ContentType="application/vnd.openxmlformats-officedocument.presentationml.tags+xml"/>
  <Override PartName="/ppt/tags/tag923.xml" ContentType="application/vnd.openxmlformats-officedocument.presentationml.tags+xml"/>
  <Override PartName="/ppt/tags/tag924.xml" ContentType="application/vnd.openxmlformats-officedocument.presentationml.tags+xml"/>
  <Override PartName="/ppt/tags/tag925.xml" ContentType="application/vnd.openxmlformats-officedocument.presentationml.tags+xml"/>
  <Override PartName="/ppt/tags/tag926.xml" ContentType="application/vnd.openxmlformats-officedocument.presentationml.tags+xml"/>
  <Override PartName="/ppt/tags/tag927.xml" ContentType="application/vnd.openxmlformats-officedocument.presentationml.tags+xml"/>
  <Override PartName="/ppt/tags/tag928.xml" ContentType="application/vnd.openxmlformats-officedocument.presentationml.tags+xml"/>
  <Override PartName="/ppt/tags/tag929.xml" ContentType="application/vnd.openxmlformats-officedocument.presentationml.tags+xml"/>
  <Override PartName="/ppt/tags/tag93.xml" ContentType="application/vnd.openxmlformats-officedocument.presentationml.tags+xml"/>
  <Override PartName="/ppt/tags/tag930.xml" ContentType="application/vnd.openxmlformats-officedocument.presentationml.tags+xml"/>
  <Override PartName="/ppt/tags/tag931.xml" ContentType="application/vnd.openxmlformats-officedocument.presentationml.tags+xml"/>
  <Override PartName="/ppt/tags/tag932.xml" ContentType="application/vnd.openxmlformats-officedocument.presentationml.tags+xml"/>
  <Override PartName="/ppt/tags/tag933.xml" ContentType="application/vnd.openxmlformats-officedocument.presentationml.tags+xml"/>
  <Override PartName="/ppt/tags/tag934.xml" ContentType="application/vnd.openxmlformats-officedocument.presentationml.tags+xml"/>
  <Override PartName="/ppt/tags/tag935.xml" ContentType="application/vnd.openxmlformats-officedocument.presentationml.tags+xml"/>
  <Override PartName="/ppt/tags/tag936.xml" ContentType="application/vnd.openxmlformats-officedocument.presentationml.tags+xml"/>
  <Override PartName="/ppt/tags/tag937.xml" ContentType="application/vnd.openxmlformats-officedocument.presentationml.tags+xml"/>
  <Override PartName="/ppt/tags/tag938.xml" ContentType="application/vnd.openxmlformats-officedocument.presentationml.tags+xml"/>
  <Override PartName="/ppt/tags/tag939.xml" ContentType="application/vnd.openxmlformats-officedocument.presentationml.tags+xml"/>
  <Override PartName="/ppt/tags/tag94.xml" ContentType="application/vnd.openxmlformats-officedocument.presentationml.tags+xml"/>
  <Override PartName="/ppt/tags/tag940.xml" ContentType="application/vnd.openxmlformats-officedocument.presentationml.tags+xml"/>
  <Override PartName="/ppt/tags/tag941.xml" ContentType="application/vnd.openxmlformats-officedocument.presentationml.tags+xml"/>
  <Override PartName="/ppt/tags/tag942.xml" ContentType="application/vnd.openxmlformats-officedocument.presentationml.tags+xml"/>
  <Override PartName="/ppt/tags/tag943.xml" ContentType="application/vnd.openxmlformats-officedocument.presentationml.tags+xml"/>
  <Override PartName="/ppt/tags/tag944.xml" ContentType="application/vnd.openxmlformats-officedocument.presentationml.tags+xml"/>
  <Override PartName="/ppt/tags/tag945.xml" ContentType="application/vnd.openxmlformats-officedocument.presentationml.tags+xml"/>
  <Override PartName="/ppt/tags/tag946.xml" ContentType="application/vnd.openxmlformats-officedocument.presentationml.tags+xml"/>
  <Override PartName="/ppt/tags/tag947.xml" ContentType="application/vnd.openxmlformats-officedocument.presentationml.tags+xml"/>
  <Override PartName="/ppt/tags/tag948.xml" ContentType="application/vnd.openxmlformats-officedocument.presentationml.tags+xml"/>
  <Override PartName="/ppt/tags/tag949.xml" ContentType="application/vnd.openxmlformats-officedocument.presentationml.tags+xml"/>
  <Override PartName="/ppt/tags/tag95.xml" ContentType="application/vnd.openxmlformats-officedocument.presentationml.tags+xml"/>
  <Override PartName="/ppt/tags/tag950.xml" ContentType="application/vnd.openxmlformats-officedocument.presentationml.tags+xml"/>
  <Override PartName="/ppt/tags/tag951.xml" ContentType="application/vnd.openxmlformats-officedocument.presentationml.tags+xml"/>
  <Override PartName="/ppt/tags/tag952.xml" ContentType="application/vnd.openxmlformats-officedocument.presentationml.tags+xml"/>
  <Override PartName="/ppt/tags/tag953.xml" ContentType="application/vnd.openxmlformats-officedocument.presentationml.tags+xml"/>
  <Override PartName="/ppt/tags/tag954.xml" ContentType="application/vnd.openxmlformats-officedocument.presentationml.tags+xml"/>
  <Override PartName="/ppt/tags/tag955.xml" ContentType="application/vnd.openxmlformats-officedocument.presentationml.tags+xml"/>
  <Override PartName="/ppt/tags/tag956.xml" ContentType="application/vnd.openxmlformats-officedocument.presentationml.tags+xml"/>
  <Override PartName="/ppt/tags/tag957.xml" ContentType="application/vnd.openxmlformats-officedocument.presentationml.tags+xml"/>
  <Override PartName="/ppt/tags/tag958.xml" ContentType="application/vnd.openxmlformats-officedocument.presentationml.tags+xml"/>
  <Override PartName="/ppt/tags/tag959.xml" ContentType="application/vnd.openxmlformats-officedocument.presentationml.tags+xml"/>
  <Override PartName="/ppt/tags/tag96.xml" ContentType="application/vnd.openxmlformats-officedocument.presentationml.tags+xml"/>
  <Override PartName="/ppt/tags/tag960.xml" ContentType="application/vnd.openxmlformats-officedocument.presentationml.tags+xml"/>
  <Override PartName="/ppt/tags/tag961.xml" ContentType="application/vnd.openxmlformats-officedocument.presentationml.tags+xml"/>
  <Override PartName="/ppt/tags/tag962.xml" ContentType="application/vnd.openxmlformats-officedocument.presentationml.tags+xml"/>
  <Override PartName="/ppt/tags/tag963.xml" ContentType="application/vnd.openxmlformats-officedocument.presentationml.tags+xml"/>
  <Override PartName="/ppt/tags/tag964.xml" ContentType="application/vnd.openxmlformats-officedocument.presentationml.tags+xml"/>
  <Override PartName="/ppt/tags/tag965.xml" ContentType="application/vnd.openxmlformats-officedocument.presentationml.tags+xml"/>
  <Override PartName="/ppt/tags/tag966.xml" ContentType="application/vnd.openxmlformats-officedocument.presentationml.tags+xml"/>
  <Override PartName="/ppt/tags/tag967.xml" ContentType="application/vnd.openxmlformats-officedocument.presentationml.tags+xml"/>
  <Override PartName="/ppt/tags/tag968.xml" ContentType="application/vnd.openxmlformats-officedocument.presentationml.tags+xml"/>
  <Override PartName="/ppt/tags/tag969.xml" ContentType="application/vnd.openxmlformats-officedocument.presentationml.tags+xml"/>
  <Override PartName="/ppt/tags/tag97.xml" ContentType="application/vnd.openxmlformats-officedocument.presentationml.tags+xml"/>
  <Override PartName="/ppt/tags/tag970.xml" ContentType="application/vnd.openxmlformats-officedocument.presentationml.tags+xml"/>
  <Override PartName="/ppt/tags/tag971.xml" ContentType="application/vnd.openxmlformats-officedocument.presentationml.tags+xml"/>
  <Override PartName="/ppt/tags/tag972.xml" ContentType="application/vnd.openxmlformats-officedocument.presentationml.tags+xml"/>
  <Override PartName="/ppt/tags/tag973.xml" ContentType="application/vnd.openxmlformats-officedocument.presentationml.tags+xml"/>
  <Override PartName="/ppt/tags/tag974.xml" ContentType="application/vnd.openxmlformats-officedocument.presentationml.tags+xml"/>
  <Override PartName="/ppt/tags/tag975.xml" ContentType="application/vnd.openxmlformats-officedocument.presentationml.tags+xml"/>
  <Override PartName="/ppt/tags/tag976.xml" ContentType="application/vnd.openxmlformats-officedocument.presentationml.tags+xml"/>
  <Override PartName="/ppt/tags/tag977.xml" ContentType="application/vnd.openxmlformats-officedocument.presentationml.tags+xml"/>
  <Override PartName="/ppt/tags/tag978.xml" ContentType="application/vnd.openxmlformats-officedocument.presentationml.tags+xml"/>
  <Override PartName="/ppt/tags/tag979.xml" ContentType="application/vnd.openxmlformats-officedocument.presentationml.tags+xml"/>
  <Override PartName="/ppt/tags/tag98.xml" ContentType="application/vnd.openxmlformats-officedocument.presentationml.tags+xml"/>
  <Override PartName="/ppt/tags/tag980.xml" ContentType="application/vnd.openxmlformats-officedocument.presentationml.tags+xml"/>
  <Override PartName="/ppt/tags/tag981.xml" ContentType="application/vnd.openxmlformats-officedocument.presentationml.tags+xml"/>
  <Override PartName="/ppt/tags/tag982.xml" ContentType="application/vnd.openxmlformats-officedocument.presentationml.tags+xml"/>
  <Override PartName="/ppt/tags/tag983.xml" ContentType="application/vnd.openxmlformats-officedocument.presentationml.tags+xml"/>
  <Override PartName="/ppt/tags/tag984.xml" ContentType="application/vnd.openxmlformats-officedocument.presentationml.tags+xml"/>
  <Override PartName="/ppt/tags/tag985.xml" ContentType="application/vnd.openxmlformats-officedocument.presentationml.tags+xml"/>
  <Override PartName="/ppt/tags/tag986.xml" ContentType="application/vnd.openxmlformats-officedocument.presentationml.tags+xml"/>
  <Override PartName="/ppt/tags/tag987.xml" ContentType="application/vnd.openxmlformats-officedocument.presentationml.tags+xml"/>
  <Override PartName="/ppt/tags/tag988.xml" ContentType="application/vnd.openxmlformats-officedocument.presentationml.tags+xml"/>
  <Override PartName="/ppt/tags/tag989.xml" ContentType="application/vnd.openxmlformats-officedocument.presentationml.tags+xml"/>
  <Override PartName="/ppt/tags/tag99.xml" ContentType="application/vnd.openxmlformats-officedocument.presentationml.tags+xml"/>
  <Override PartName="/ppt/tags/tag990.xml" ContentType="application/vnd.openxmlformats-officedocument.presentationml.tags+xml"/>
  <Override PartName="/ppt/tags/tag991.xml" ContentType="application/vnd.openxmlformats-officedocument.presentationml.tags+xml"/>
  <Override PartName="/ppt/tags/tag992.xml" ContentType="application/vnd.openxmlformats-officedocument.presentationml.tags+xml"/>
  <Override PartName="/ppt/tags/tag993.xml" ContentType="application/vnd.openxmlformats-officedocument.presentationml.tags+xml"/>
  <Override PartName="/ppt/tags/tag994.xml" ContentType="application/vnd.openxmlformats-officedocument.presentationml.tags+xml"/>
  <Override PartName="/ppt/tags/tag995.xml" ContentType="application/vnd.openxmlformats-officedocument.presentationml.tags+xml"/>
  <Override PartName="/ppt/tags/tag996.xml" ContentType="application/vnd.openxmlformats-officedocument.presentationml.tags+xml"/>
  <Override PartName="/ppt/tags/tag997.xml" ContentType="application/vnd.openxmlformats-officedocument.presentationml.tags+xml"/>
  <Override PartName="/ppt/tags/tag998.xml" ContentType="application/vnd.openxmlformats-officedocument.presentationml.tags+xml"/>
  <Override PartName="/ppt/tags/tag9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3"/>
    <p:sldMasterId id="2147483692" r:id="rId4"/>
  </p:sldMasterIdLst>
  <p:sldIdLst>
    <p:sldId id="379" r:id="rId5"/>
    <p:sldId id="422" r:id="rId6"/>
    <p:sldId id="384" r:id="rId7"/>
    <p:sldId id="353" r:id="rId8"/>
    <p:sldId id="327" r:id="rId9"/>
    <p:sldId id="421" r:id="rId10"/>
    <p:sldId id="420" r:id="rId11"/>
    <p:sldId id="354" r:id="rId12"/>
    <p:sldId id="423" r:id="rId13"/>
    <p:sldId id="360" r:id="rId14"/>
    <p:sldId id="366" r:id="rId15"/>
    <p:sldId id="399" r:id="rId16"/>
    <p:sldId id="365" r:id="rId17"/>
    <p:sldId id="368" r:id="rId18"/>
    <p:sldId id="382" r:id="rId19"/>
    <p:sldId id="371" r:id="rId20"/>
    <p:sldId id="401" r:id="rId21"/>
    <p:sldId id="373" r:id="rId22"/>
    <p:sldId id="372" r:id="rId23"/>
    <p:sldId id="402" r:id="rId24"/>
    <p:sldId id="388" r:id="rId25"/>
    <p:sldId id="331" r:id="rId26"/>
    <p:sldId id="389" r:id="rId27"/>
    <p:sldId id="390" r:id="rId28"/>
    <p:sldId id="403" r:id="rId29"/>
    <p:sldId id="410" r:id="rId30"/>
    <p:sldId id="404" r:id="rId31"/>
    <p:sldId id="409" r:id="rId32"/>
    <p:sldId id="408" r:id="rId33"/>
    <p:sldId id="413" r:id="rId34"/>
  </p:sldIdLst>
  <p:sldSz cx="12192000" cy="6858000"/>
  <p:notesSz cx="7103745" cy="10234295"/>
  <p:custDataLst>
    <p:tags r:id="rId3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5987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96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8" Type="http://schemas.openxmlformats.org/officeDocument/2006/relationships/tags" Target="tags/tag1077.xml"/><Relationship Id="rId37" Type="http://schemas.openxmlformats.org/officeDocument/2006/relationships/tableStyles" Target="tableStyles.xml"/><Relationship Id="rId36" Type="http://schemas.openxmlformats.org/officeDocument/2006/relationships/viewProps" Target="viewProps.xml"/><Relationship Id="rId35" Type="http://schemas.openxmlformats.org/officeDocument/2006/relationships/presProps" Target="presProps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21.xml"/><Relationship Id="rId8" Type="http://schemas.openxmlformats.org/officeDocument/2006/relationships/tags" Target="../tags/tag20.xml"/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4" Type="http://schemas.openxmlformats.org/officeDocument/2006/relationships/tags" Target="../tags/tag26.xml"/><Relationship Id="rId13" Type="http://schemas.openxmlformats.org/officeDocument/2006/relationships/tags" Target="../tags/tag25.xml"/><Relationship Id="rId12" Type="http://schemas.openxmlformats.org/officeDocument/2006/relationships/tags" Target="../tags/tag24.xml"/><Relationship Id="rId11" Type="http://schemas.openxmlformats.org/officeDocument/2006/relationships/tags" Target="../tags/tag23.xml"/><Relationship Id="rId10" Type="http://schemas.openxmlformats.org/officeDocument/2006/relationships/tags" Target="../tags/tag22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34.xml"/><Relationship Id="rId8" Type="http://schemas.openxmlformats.org/officeDocument/2006/relationships/tags" Target="../tags/tag33.xml"/><Relationship Id="rId7" Type="http://schemas.openxmlformats.org/officeDocument/2006/relationships/tags" Target="../tags/tag32.xml"/><Relationship Id="rId6" Type="http://schemas.openxmlformats.org/officeDocument/2006/relationships/tags" Target="../tags/tag31.xml"/><Relationship Id="rId5" Type="http://schemas.openxmlformats.org/officeDocument/2006/relationships/tags" Target="../tags/tag30.xml"/><Relationship Id="rId4" Type="http://schemas.openxmlformats.org/officeDocument/2006/relationships/tags" Target="../tags/tag29.xml"/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3" Type="http://schemas.openxmlformats.org/officeDocument/2006/relationships/tags" Target="../tags/tag38.xml"/><Relationship Id="rId12" Type="http://schemas.openxmlformats.org/officeDocument/2006/relationships/tags" Target="../tags/tag37.xml"/><Relationship Id="rId11" Type="http://schemas.openxmlformats.org/officeDocument/2006/relationships/tags" Target="../tags/tag36.xml"/><Relationship Id="rId10" Type="http://schemas.openxmlformats.org/officeDocument/2006/relationships/tags" Target="../tags/tag35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46.xml"/><Relationship Id="rId8" Type="http://schemas.openxmlformats.org/officeDocument/2006/relationships/tags" Target="../tags/tag45.xml"/><Relationship Id="rId7" Type="http://schemas.openxmlformats.org/officeDocument/2006/relationships/tags" Target="../tags/tag44.xml"/><Relationship Id="rId6" Type="http://schemas.openxmlformats.org/officeDocument/2006/relationships/tags" Target="../tags/tag43.xml"/><Relationship Id="rId5" Type="http://schemas.openxmlformats.org/officeDocument/2006/relationships/tags" Target="../tags/tag42.xml"/><Relationship Id="rId4" Type="http://schemas.openxmlformats.org/officeDocument/2006/relationships/tags" Target="../tags/tag41.xml"/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5" Type="http://schemas.openxmlformats.org/officeDocument/2006/relationships/tags" Target="../tags/tag52.xml"/><Relationship Id="rId14" Type="http://schemas.openxmlformats.org/officeDocument/2006/relationships/tags" Target="../tags/tag51.xml"/><Relationship Id="rId13" Type="http://schemas.openxmlformats.org/officeDocument/2006/relationships/tags" Target="../tags/tag50.xml"/><Relationship Id="rId12" Type="http://schemas.openxmlformats.org/officeDocument/2006/relationships/tags" Target="../tags/tag49.xml"/><Relationship Id="rId11" Type="http://schemas.openxmlformats.org/officeDocument/2006/relationships/tags" Target="../tags/tag48.xml"/><Relationship Id="rId10" Type="http://schemas.openxmlformats.org/officeDocument/2006/relationships/tags" Target="../tags/tag47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60.xml"/><Relationship Id="rId8" Type="http://schemas.openxmlformats.org/officeDocument/2006/relationships/tags" Target="../tags/tag59.xml"/><Relationship Id="rId7" Type="http://schemas.openxmlformats.org/officeDocument/2006/relationships/tags" Target="../tags/tag58.xml"/><Relationship Id="rId6" Type="http://schemas.openxmlformats.org/officeDocument/2006/relationships/tags" Target="../tags/tag57.xml"/><Relationship Id="rId5" Type="http://schemas.openxmlformats.org/officeDocument/2006/relationships/tags" Target="../tags/tag56.xml"/><Relationship Id="rId4" Type="http://schemas.openxmlformats.org/officeDocument/2006/relationships/tags" Target="../tags/tag55.xml"/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3" Type="http://schemas.openxmlformats.org/officeDocument/2006/relationships/tags" Target="../tags/tag64.xml"/><Relationship Id="rId12" Type="http://schemas.openxmlformats.org/officeDocument/2006/relationships/tags" Target="../tags/tag63.xml"/><Relationship Id="rId11" Type="http://schemas.openxmlformats.org/officeDocument/2006/relationships/tags" Target="../tags/tag62.xml"/><Relationship Id="rId10" Type="http://schemas.openxmlformats.org/officeDocument/2006/relationships/tags" Target="../tags/tag61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72.xml"/><Relationship Id="rId8" Type="http://schemas.openxmlformats.org/officeDocument/2006/relationships/tags" Target="../tags/tag71.xml"/><Relationship Id="rId7" Type="http://schemas.openxmlformats.org/officeDocument/2006/relationships/tags" Target="../tags/tag70.xml"/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3" Type="http://schemas.openxmlformats.org/officeDocument/2006/relationships/tags" Target="../tags/tag76.xml"/><Relationship Id="rId12" Type="http://schemas.openxmlformats.org/officeDocument/2006/relationships/tags" Target="../tags/tag75.xml"/><Relationship Id="rId11" Type="http://schemas.openxmlformats.org/officeDocument/2006/relationships/tags" Target="../tags/tag74.xml"/><Relationship Id="rId10" Type="http://schemas.openxmlformats.org/officeDocument/2006/relationships/tags" Target="../tags/tag73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84.xml"/><Relationship Id="rId8" Type="http://schemas.openxmlformats.org/officeDocument/2006/relationships/tags" Target="../tags/tag83.xml"/><Relationship Id="rId7" Type="http://schemas.openxmlformats.org/officeDocument/2006/relationships/tags" Target="../tags/tag82.xml"/><Relationship Id="rId6" Type="http://schemas.openxmlformats.org/officeDocument/2006/relationships/tags" Target="../tags/tag81.xml"/><Relationship Id="rId5" Type="http://schemas.openxmlformats.org/officeDocument/2006/relationships/tags" Target="../tags/tag80.xml"/><Relationship Id="rId4" Type="http://schemas.openxmlformats.org/officeDocument/2006/relationships/tags" Target="../tags/tag79.xml"/><Relationship Id="rId3" Type="http://schemas.openxmlformats.org/officeDocument/2006/relationships/tags" Target="../tags/tag78.xml"/><Relationship Id="rId2" Type="http://schemas.openxmlformats.org/officeDocument/2006/relationships/tags" Target="../tags/tag77.xml"/><Relationship Id="rId10" Type="http://schemas.openxmlformats.org/officeDocument/2006/relationships/tags" Target="../tags/tag85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93.xml"/><Relationship Id="rId8" Type="http://schemas.openxmlformats.org/officeDocument/2006/relationships/tags" Target="../tags/tag92.xml"/><Relationship Id="rId7" Type="http://schemas.openxmlformats.org/officeDocument/2006/relationships/tags" Target="../tags/tag91.xml"/><Relationship Id="rId6" Type="http://schemas.openxmlformats.org/officeDocument/2006/relationships/tags" Target="../tags/tag90.xml"/><Relationship Id="rId5" Type="http://schemas.openxmlformats.org/officeDocument/2006/relationships/tags" Target="../tags/tag89.xml"/><Relationship Id="rId4" Type="http://schemas.openxmlformats.org/officeDocument/2006/relationships/tags" Target="../tags/tag88.xml"/><Relationship Id="rId3" Type="http://schemas.openxmlformats.org/officeDocument/2006/relationships/tags" Target="../tags/tag87.xml"/><Relationship Id="rId2" Type="http://schemas.openxmlformats.org/officeDocument/2006/relationships/tags" Target="../tags/tag86.xml"/><Relationship Id="rId13" Type="http://schemas.openxmlformats.org/officeDocument/2006/relationships/tags" Target="../tags/tag97.xml"/><Relationship Id="rId12" Type="http://schemas.openxmlformats.org/officeDocument/2006/relationships/tags" Target="../tags/tag96.xml"/><Relationship Id="rId11" Type="http://schemas.openxmlformats.org/officeDocument/2006/relationships/tags" Target="../tags/tag95.xml"/><Relationship Id="rId10" Type="http://schemas.openxmlformats.org/officeDocument/2006/relationships/tags" Target="../tags/tag94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105.xml"/><Relationship Id="rId8" Type="http://schemas.openxmlformats.org/officeDocument/2006/relationships/tags" Target="../tags/tag104.xml"/><Relationship Id="rId7" Type="http://schemas.openxmlformats.org/officeDocument/2006/relationships/tags" Target="../tags/tag103.xml"/><Relationship Id="rId6" Type="http://schemas.openxmlformats.org/officeDocument/2006/relationships/tags" Target="../tags/tag102.xml"/><Relationship Id="rId5" Type="http://schemas.openxmlformats.org/officeDocument/2006/relationships/tags" Target="../tags/tag101.xml"/><Relationship Id="rId4" Type="http://schemas.openxmlformats.org/officeDocument/2006/relationships/tags" Target="../tags/tag100.xml"/><Relationship Id="rId3" Type="http://schemas.openxmlformats.org/officeDocument/2006/relationships/tags" Target="../tags/tag99.xml"/><Relationship Id="rId2" Type="http://schemas.openxmlformats.org/officeDocument/2006/relationships/tags" Target="../tags/tag98.xml"/><Relationship Id="rId11" Type="http://schemas.openxmlformats.org/officeDocument/2006/relationships/tags" Target="../tags/tag107.xml"/><Relationship Id="rId10" Type="http://schemas.openxmlformats.org/officeDocument/2006/relationships/tags" Target="../tags/tag106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115.xml"/><Relationship Id="rId8" Type="http://schemas.openxmlformats.org/officeDocument/2006/relationships/tags" Target="../tags/tag114.xml"/><Relationship Id="rId7" Type="http://schemas.openxmlformats.org/officeDocument/2006/relationships/tags" Target="../tags/tag113.xml"/><Relationship Id="rId6" Type="http://schemas.openxmlformats.org/officeDocument/2006/relationships/tags" Target="../tags/tag112.xml"/><Relationship Id="rId5" Type="http://schemas.openxmlformats.org/officeDocument/2006/relationships/tags" Target="../tags/tag111.xml"/><Relationship Id="rId4" Type="http://schemas.openxmlformats.org/officeDocument/2006/relationships/tags" Target="../tags/tag110.xml"/><Relationship Id="rId3" Type="http://schemas.openxmlformats.org/officeDocument/2006/relationships/tags" Target="../tags/tag109.xml"/><Relationship Id="rId2" Type="http://schemas.openxmlformats.org/officeDocument/2006/relationships/tags" Target="../tags/tag108.xml"/><Relationship Id="rId13" Type="http://schemas.openxmlformats.org/officeDocument/2006/relationships/tags" Target="../tags/tag119.xml"/><Relationship Id="rId12" Type="http://schemas.openxmlformats.org/officeDocument/2006/relationships/tags" Target="../tags/tag118.xml"/><Relationship Id="rId11" Type="http://schemas.openxmlformats.org/officeDocument/2006/relationships/tags" Target="../tags/tag117.xml"/><Relationship Id="rId10" Type="http://schemas.openxmlformats.org/officeDocument/2006/relationships/tags" Target="../tags/tag116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127.xml"/><Relationship Id="rId8" Type="http://schemas.openxmlformats.org/officeDocument/2006/relationships/tags" Target="../tags/tag126.xml"/><Relationship Id="rId7" Type="http://schemas.openxmlformats.org/officeDocument/2006/relationships/tags" Target="../tags/tag125.xml"/><Relationship Id="rId6" Type="http://schemas.openxmlformats.org/officeDocument/2006/relationships/tags" Target="../tags/tag124.xml"/><Relationship Id="rId5" Type="http://schemas.openxmlformats.org/officeDocument/2006/relationships/tags" Target="../tags/tag123.xml"/><Relationship Id="rId4" Type="http://schemas.openxmlformats.org/officeDocument/2006/relationships/tags" Target="../tags/tag122.xml"/><Relationship Id="rId3" Type="http://schemas.openxmlformats.org/officeDocument/2006/relationships/tags" Target="../tags/tag121.xml"/><Relationship Id="rId2" Type="http://schemas.openxmlformats.org/officeDocument/2006/relationships/tags" Target="../tags/tag120.xml"/><Relationship Id="rId17" Type="http://schemas.openxmlformats.org/officeDocument/2006/relationships/tags" Target="../tags/tag135.xml"/><Relationship Id="rId16" Type="http://schemas.openxmlformats.org/officeDocument/2006/relationships/tags" Target="../tags/tag134.xml"/><Relationship Id="rId15" Type="http://schemas.openxmlformats.org/officeDocument/2006/relationships/tags" Target="../tags/tag133.xml"/><Relationship Id="rId14" Type="http://schemas.openxmlformats.org/officeDocument/2006/relationships/tags" Target="../tags/tag132.xml"/><Relationship Id="rId13" Type="http://schemas.openxmlformats.org/officeDocument/2006/relationships/tags" Target="../tags/tag131.xml"/><Relationship Id="rId12" Type="http://schemas.openxmlformats.org/officeDocument/2006/relationships/tags" Target="../tags/tag130.xml"/><Relationship Id="rId11" Type="http://schemas.openxmlformats.org/officeDocument/2006/relationships/tags" Target="../tags/tag129.xml"/><Relationship Id="rId10" Type="http://schemas.openxmlformats.org/officeDocument/2006/relationships/tags" Target="../tags/tag128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143.xml"/><Relationship Id="rId8" Type="http://schemas.openxmlformats.org/officeDocument/2006/relationships/tags" Target="../tags/tag142.xml"/><Relationship Id="rId7" Type="http://schemas.openxmlformats.org/officeDocument/2006/relationships/tags" Target="../tags/tag141.xml"/><Relationship Id="rId6" Type="http://schemas.openxmlformats.org/officeDocument/2006/relationships/tags" Target="../tags/tag140.xml"/><Relationship Id="rId5" Type="http://schemas.openxmlformats.org/officeDocument/2006/relationships/tags" Target="../tags/tag139.xml"/><Relationship Id="rId4" Type="http://schemas.openxmlformats.org/officeDocument/2006/relationships/tags" Target="../tags/tag138.xml"/><Relationship Id="rId3" Type="http://schemas.openxmlformats.org/officeDocument/2006/relationships/tags" Target="../tags/tag137.xml"/><Relationship Id="rId2" Type="http://schemas.openxmlformats.org/officeDocument/2006/relationships/tags" Target="../tags/tag136.xml"/><Relationship Id="rId13" Type="http://schemas.openxmlformats.org/officeDocument/2006/relationships/tags" Target="../tags/tag147.xml"/><Relationship Id="rId12" Type="http://schemas.openxmlformats.org/officeDocument/2006/relationships/tags" Target="../tags/tag146.xml"/><Relationship Id="rId11" Type="http://schemas.openxmlformats.org/officeDocument/2006/relationships/tags" Target="../tags/tag145.xml"/><Relationship Id="rId10" Type="http://schemas.openxmlformats.org/officeDocument/2006/relationships/tags" Target="../tags/tag144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9" Type="http://schemas.openxmlformats.org/officeDocument/2006/relationships/tags" Target="../tags/tag155.xml"/><Relationship Id="rId8" Type="http://schemas.openxmlformats.org/officeDocument/2006/relationships/tags" Target="../tags/tag154.xml"/><Relationship Id="rId7" Type="http://schemas.openxmlformats.org/officeDocument/2006/relationships/tags" Target="../tags/tag153.xml"/><Relationship Id="rId6" Type="http://schemas.openxmlformats.org/officeDocument/2006/relationships/tags" Target="../tags/tag152.xml"/><Relationship Id="rId5" Type="http://schemas.openxmlformats.org/officeDocument/2006/relationships/tags" Target="../tags/tag151.xml"/><Relationship Id="rId4" Type="http://schemas.openxmlformats.org/officeDocument/2006/relationships/tags" Target="../tags/tag150.xml"/><Relationship Id="rId3" Type="http://schemas.openxmlformats.org/officeDocument/2006/relationships/tags" Target="../tags/tag149.xml"/><Relationship Id="rId2" Type="http://schemas.openxmlformats.org/officeDocument/2006/relationships/tags" Target="../tags/tag148.xml"/><Relationship Id="rId17" Type="http://schemas.openxmlformats.org/officeDocument/2006/relationships/tags" Target="../tags/tag163.xml"/><Relationship Id="rId16" Type="http://schemas.openxmlformats.org/officeDocument/2006/relationships/tags" Target="../tags/tag162.xml"/><Relationship Id="rId15" Type="http://schemas.openxmlformats.org/officeDocument/2006/relationships/tags" Target="../tags/tag161.xml"/><Relationship Id="rId14" Type="http://schemas.openxmlformats.org/officeDocument/2006/relationships/tags" Target="../tags/tag160.xml"/><Relationship Id="rId13" Type="http://schemas.openxmlformats.org/officeDocument/2006/relationships/tags" Target="../tags/tag159.xml"/><Relationship Id="rId12" Type="http://schemas.openxmlformats.org/officeDocument/2006/relationships/tags" Target="../tags/tag158.xml"/><Relationship Id="rId11" Type="http://schemas.openxmlformats.org/officeDocument/2006/relationships/tags" Target="../tags/tag157.xml"/><Relationship Id="rId10" Type="http://schemas.openxmlformats.org/officeDocument/2006/relationships/tags" Target="../tags/tag156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9" Type="http://schemas.openxmlformats.org/officeDocument/2006/relationships/tags" Target="../tags/tag171.xml"/><Relationship Id="rId8" Type="http://schemas.openxmlformats.org/officeDocument/2006/relationships/tags" Target="../tags/tag170.xml"/><Relationship Id="rId7" Type="http://schemas.openxmlformats.org/officeDocument/2006/relationships/tags" Target="../tags/tag169.xml"/><Relationship Id="rId6" Type="http://schemas.openxmlformats.org/officeDocument/2006/relationships/tags" Target="../tags/tag168.xml"/><Relationship Id="rId5" Type="http://schemas.openxmlformats.org/officeDocument/2006/relationships/tags" Target="../tags/tag167.xml"/><Relationship Id="rId4" Type="http://schemas.openxmlformats.org/officeDocument/2006/relationships/tags" Target="../tags/tag166.xml"/><Relationship Id="rId3" Type="http://schemas.openxmlformats.org/officeDocument/2006/relationships/tags" Target="../tags/tag165.xml"/><Relationship Id="rId2" Type="http://schemas.openxmlformats.org/officeDocument/2006/relationships/tags" Target="../tags/tag164.xml"/><Relationship Id="rId15" Type="http://schemas.openxmlformats.org/officeDocument/2006/relationships/tags" Target="../tags/tag177.xml"/><Relationship Id="rId14" Type="http://schemas.openxmlformats.org/officeDocument/2006/relationships/tags" Target="../tags/tag176.xml"/><Relationship Id="rId13" Type="http://schemas.openxmlformats.org/officeDocument/2006/relationships/tags" Target="../tags/tag175.xml"/><Relationship Id="rId12" Type="http://schemas.openxmlformats.org/officeDocument/2006/relationships/tags" Target="../tags/tag174.xml"/><Relationship Id="rId11" Type="http://schemas.openxmlformats.org/officeDocument/2006/relationships/tags" Target="../tags/tag173.xml"/><Relationship Id="rId10" Type="http://schemas.openxmlformats.org/officeDocument/2006/relationships/tags" Target="../tags/tag172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9" Type="http://schemas.openxmlformats.org/officeDocument/2006/relationships/tags" Target="../tags/tag185.xml"/><Relationship Id="rId8" Type="http://schemas.openxmlformats.org/officeDocument/2006/relationships/tags" Target="../tags/tag184.xml"/><Relationship Id="rId7" Type="http://schemas.openxmlformats.org/officeDocument/2006/relationships/tags" Target="../tags/tag183.xml"/><Relationship Id="rId6" Type="http://schemas.openxmlformats.org/officeDocument/2006/relationships/tags" Target="../tags/tag182.xml"/><Relationship Id="rId5" Type="http://schemas.openxmlformats.org/officeDocument/2006/relationships/tags" Target="../tags/tag181.xml"/><Relationship Id="rId4" Type="http://schemas.openxmlformats.org/officeDocument/2006/relationships/tags" Target="../tags/tag180.xml"/><Relationship Id="rId3" Type="http://schemas.openxmlformats.org/officeDocument/2006/relationships/tags" Target="../tags/tag179.xml"/><Relationship Id="rId2" Type="http://schemas.openxmlformats.org/officeDocument/2006/relationships/tags" Target="../tags/tag178.xml"/><Relationship Id="rId15" Type="http://schemas.openxmlformats.org/officeDocument/2006/relationships/tags" Target="../tags/tag191.xml"/><Relationship Id="rId14" Type="http://schemas.openxmlformats.org/officeDocument/2006/relationships/tags" Target="../tags/tag190.xml"/><Relationship Id="rId13" Type="http://schemas.openxmlformats.org/officeDocument/2006/relationships/tags" Target="../tags/tag189.xml"/><Relationship Id="rId12" Type="http://schemas.openxmlformats.org/officeDocument/2006/relationships/tags" Target="../tags/tag188.xml"/><Relationship Id="rId11" Type="http://schemas.openxmlformats.org/officeDocument/2006/relationships/tags" Target="../tags/tag187.xml"/><Relationship Id="rId10" Type="http://schemas.openxmlformats.org/officeDocument/2006/relationships/tags" Target="../tags/tag186.xml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9" Type="http://schemas.openxmlformats.org/officeDocument/2006/relationships/tags" Target="../tags/tag199.xml"/><Relationship Id="rId8" Type="http://schemas.openxmlformats.org/officeDocument/2006/relationships/tags" Target="../tags/tag198.xml"/><Relationship Id="rId7" Type="http://schemas.openxmlformats.org/officeDocument/2006/relationships/tags" Target="../tags/tag197.xml"/><Relationship Id="rId6" Type="http://schemas.openxmlformats.org/officeDocument/2006/relationships/tags" Target="../tags/tag196.xml"/><Relationship Id="rId5" Type="http://schemas.openxmlformats.org/officeDocument/2006/relationships/tags" Target="../tags/tag195.xml"/><Relationship Id="rId4" Type="http://schemas.openxmlformats.org/officeDocument/2006/relationships/tags" Target="../tags/tag194.xml"/><Relationship Id="rId3" Type="http://schemas.openxmlformats.org/officeDocument/2006/relationships/tags" Target="../tags/tag193.xml"/><Relationship Id="rId2" Type="http://schemas.openxmlformats.org/officeDocument/2006/relationships/tags" Target="../tags/tag192.xml"/><Relationship Id="rId14" Type="http://schemas.openxmlformats.org/officeDocument/2006/relationships/tags" Target="../tags/tag204.xml"/><Relationship Id="rId13" Type="http://schemas.openxmlformats.org/officeDocument/2006/relationships/tags" Target="../tags/tag203.xml"/><Relationship Id="rId12" Type="http://schemas.openxmlformats.org/officeDocument/2006/relationships/tags" Target="../tags/tag202.xml"/><Relationship Id="rId11" Type="http://schemas.openxmlformats.org/officeDocument/2006/relationships/tags" Target="../tags/tag201.xml"/><Relationship Id="rId10" Type="http://schemas.openxmlformats.org/officeDocument/2006/relationships/tags" Target="../tags/tag200.xml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9" Type="http://schemas.openxmlformats.org/officeDocument/2006/relationships/tags" Target="../tags/tag212.xml"/><Relationship Id="rId8" Type="http://schemas.openxmlformats.org/officeDocument/2006/relationships/tags" Target="../tags/tag211.xml"/><Relationship Id="rId7" Type="http://schemas.openxmlformats.org/officeDocument/2006/relationships/tags" Target="../tags/tag210.xml"/><Relationship Id="rId6" Type="http://schemas.openxmlformats.org/officeDocument/2006/relationships/tags" Target="../tags/tag209.xml"/><Relationship Id="rId5" Type="http://schemas.openxmlformats.org/officeDocument/2006/relationships/tags" Target="../tags/tag208.xml"/><Relationship Id="rId4" Type="http://schemas.openxmlformats.org/officeDocument/2006/relationships/tags" Target="../tags/tag207.xml"/><Relationship Id="rId3" Type="http://schemas.openxmlformats.org/officeDocument/2006/relationships/tags" Target="../tags/tag206.xml"/><Relationship Id="rId2" Type="http://schemas.openxmlformats.org/officeDocument/2006/relationships/tags" Target="../tags/tag205.xml"/><Relationship Id="rId15" Type="http://schemas.openxmlformats.org/officeDocument/2006/relationships/tags" Target="../tags/tag218.xml"/><Relationship Id="rId14" Type="http://schemas.openxmlformats.org/officeDocument/2006/relationships/tags" Target="../tags/tag217.xml"/><Relationship Id="rId13" Type="http://schemas.openxmlformats.org/officeDocument/2006/relationships/tags" Target="../tags/tag216.xml"/><Relationship Id="rId12" Type="http://schemas.openxmlformats.org/officeDocument/2006/relationships/tags" Target="../tags/tag215.xml"/><Relationship Id="rId11" Type="http://schemas.openxmlformats.org/officeDocument/2006/relationships/tags" Target="../tags/tag214.xml"/><Relationship Id="rId10" Type="http://schemas.openxmlformats.org/officeDocument/2006/relationships/tags" Target="../tags/tag213.xml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9" Type="http://schemas.openxmlformats.org/officeDocument/2006/relationships/tags" Target="../tags/tag226.xml"/><Relationship Id="rId8" Type="http://schemas.openxmlformats.org/officeDocument/2006/relationships/tags" Target="../tags/tag225.xml"/><Relationship Id="rId7" Type="http://schemas.openxmlformats.org/officeDocument/2006/relationships/tags" Target="../tags/tag224.xml"/><Relationship Id="rId6" Type="http://schemas.openxmlformats.org/officeDocument/2006/relationships/tags" Target="../tags/tag223.xml"/><Relationship Id="rId5" Type="http://schemas.openxmlformats.org/officeDocument/2006/relationships/tags" Target="../tags/tag222.xml"/><Relationship Id="rId4" Type="http://schemas.openxmlformats.org/officeDocument/2006/relationships/tags" Target="../tags/tag221.xml"/><Relationship Id="rId3" Type="http://schemas.openxmlformats.org/officeDocument/2006/relationships/tags" Target="../tags/tag220.xml"/><Relationship Id="rId21" Type="http://schemas.openxmlformats.org/officeDocument/2006/relationships/tags" Target="../tags/tag238.xml"/><Relationship Id="rId20" Type="http://schemas.openxmlformats.org/officeDocument/2006/relationships/tags" Target="../tags/tag237.xml"/><Relationship Id="rId2" Type="http://schemas.openxmlformats.org/officeDocument/2006/relationships/tags" Target="../tags/tag219.xml"/><Relationship Id="rId19" Type="http://schemas.openxmlformats.org/officeDocument/2006/relationships/tags" Target="../tags/tag236.xml"/><Relationship Id="rId18" Type="http://schemas.openxmlformats.org/officeDocument/2006/relationships/tags" Target="../tags/tag235.xml"/><Relationship Id="rId17" Type="http://schemas.openxmlformats.org/officeDocument/2006/relationships/tags" Target="../tags/tag234.xml"/><Relationship Id="rId16" Type="http://schemas.openxmlformats.org/officeDocument/2006/relationships/tags" Target="../tags/tag233.xml"/><Relationship Id="rId15" Type="http://schemas.openxmlformats.org/officeDocument/2006/relationships/tags" Target="../tags/tag232.xml"/><Relationship Id="rId14" Type="http://schemas.openxmlformats.org/officeDocument/2006/relationships/tags" Target="../tags/tag231.xml"/><Relationship Id="rId13" Type="http://schemas.openxmlformats.org/officeDocument/2006/relationships/tags" Target="../tags/tag230.xml"/><Relationship Id="rId12" Type="http://schemas.openxmlformats.org/officeDocument/2006/relationships/tags" Target="../tags/tag229.xml"/><Relationship Id="rId11" Type="http://schemas.openxmlformats.org/officeDocument/2006/relationships/tags" Target="../tags/tag228.xml"/><Relationship Id="rId10" Type="http://schemas.openxmlformats.org/officeDocument/2006/relationships/tags" Target="../tags/tag227.xml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6" Type="http://schemas.openxmlformats.org/officeDocument/2006/relationships/tags" Target="../tags/tag243.xml"/><Relationship Id="rId5" Type="http://schemas.openxmlformats.org/officeDocument/2006/relationships/tags" Target="../tags/tag242.xml"/><Relationship Id="rId4" Type="http://schemas.openxmlformats.org/officeDocument/2006/relationships/tags" Target="../tags/tag241.xml"/><Relationship Id="rId3" Type="http://schemas.openxmlformats.org/officeDocument/2006/relationships/tags" Target="../tags/tag240.xml"/><Relationship Id="rId2" Type="http://schemas.openxmlformats.org/officeDocument/2006/relationships/tags" Target="../tags/tag239.xml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9" Type="http://schemas.openxmlformats.org/officeDocument/2006/relationships/tags" Target="../tags/tag251.xml"/><Relationship Id="rId8" Type="http://schemas.openxmlformats.org/officeDocument/2006/relationships/tags" Target="../tags/tag250.xml"/><Relationship Id="rId7" Type="http://schemas.openxmlformats.org/officeDocument/2006/relationships/tags" Target="../tags/tag249.xml"/><Relationship Id="rId6" Type="http://schemas.openxmlformats.org/officeDocument/2006/relationships/tags" Target="../tags/tag248.xml"/><Relationship Id="rId5" Type="http://schemas.openxmlformats.org/officeDocument/2006/relationships/tags" Target="../tags/tag247.xml"/><Relationship Id="rId4" Type="http://schemas.openxmlformats.org/officeDocument/2006/relationships/tags" Target="../tags/tag246.xml"/><Relationship Id="rId3" Type="http://schemas.openxmlformats.org/officeDocument/2006/relationships/tags" Target="../tags/tag245.xml"/><Relationship Id="rId2" Type="http://schemas.openxmlformats.org/officeDocument/2006/relationships/tags" Target="../tags/tag244.xml"/><Relationship Id="rId15" Type="http://schemas.openxmlformats.org/officeDocument/2006/relationships/tags" Target="../tags/tag257.xml"/><Relationship Id="rId14" Type="http://schemas.openxmlformats.org/officeDocument/2006/relationships/tags" Target="../tags/tag256.xml"/><Relationship Id="rId13" Type="http://schemas.openxmlformats.org/officeDocument/2006/relationships/tags" Target="../tags/tag255.xml"/><Relationship Id="rId12" Type="http://schemas.openxmlformats.org/officeDocument/2006/relationships/tags" Target="../tags/tag254.xml"/><Relationship Id="rId11" Type="http://schemas.openxmlformats.org/officeDocument/2006/relationships/tags" Target="../tags/tag253.xml"/><Relationship Id="rId10" Type="http://schemas.openxmlformats.org/officeDocument/2006/relationships/tags" Target="../tags/tag252.xml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7" Type="http://schemas.openxmlformats.org/officeDocument/2006/relationships/tags" Target="../tags/tag263.xml"/><Relationship Id="rId6" Type="http://schemas.openxmlformats.org/officeDocument/2006/relationships/tags" Target="../tags/tag262.xml"/><Relationship Id="rId5" Type="http://schemas.openxmlformats.org/officeDocument/2006/relationships/tags" Target="../tags/tag261.xml"/><Relationship Id="rId4" Type="http://schemas.openxmlformats.org/officeDocument/2006/relationships/tags" Target="../tags/tag260.xml"/><Relationship Id="rId3" Type="http://schemas.openxmlformats.org/officeDocument/2006/relationships/tags" Target="../tags/tag259.xml"/><Relationship Id="rId2" Type="http://schemas.openxmlformats.org/officeDocument/2006/relationships/tags" Target="../tags/tag258.xml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9" Type="http://schemas.openxmlformats.org/officeDocument/2006/relationships/tags" Target="../tags/tag271.xml"/><Relationship Id="rId8" Type="http://schemas.openxmlformats.org/officeDocument/2006/relationships/tags" Target="../tags/tag270.xml"/><Relationship Id="rId7" Type="http://schemas.openxmlformats.org/officeDocument/2006/relationships/tags" Target="../tags/tag269.xml"/><Relationship Id="rId6" Type="http://schemas.openxmlformats.org/officeDocument/2006/relationships/tags" Target="../tags/tag268.xml"/><Relationship Id="rId5" Type="http://schemas.openxmlformats.org/officeDocument/2006/relationships/tags" Target="../tags/tag267.xml"/><Relationship Id="rId4" Type="http://schemas.openxmlformats.org/officeDocument/2006/relationships/tags" Target="../tags/tag266.xml"/><Relationship Id="rId3" Type="http://schemas.openxmlformats.org/officeDocument/2006/relationships/tags" Target="../tags/tag265.xml"/><Relationship Id="rId2" Type="http://schemas.openxmlformats.org/officeDocument/2006/relationships/tags" Target="../tags/tag264.xml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5" Type="http://schemas.openxmlformats.org/officeDocument/2006/relationships/tags" Target="../tags/tag275.xml"/><Relationship Id="rId4" Type="http://schemas.openxmlformats.org/officeDocument/2006/relationships/tags" Target="../tags/tag274.xml"/><Relationship Id="rId3" Type="http://schemas.openxmlformats.org/officeDocument/2006/relationships/tags" Target="../tags/tag273.xml"/><Relationship Id="rId2" Type="http://schemas.openxmlformats.org/officeDocument/2006/relationships/tags" Target="../tags/tag272.xml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4" Type="http://schemas.openxmlformats.org/officeDocument/2006/relationships/tags" Target="../tags/tag278.xml"/><Relationship Id="rId3" Type="http://schemas.openxmlformats.org/officeDocument/2006/relationships/tags" Target="../tags/tag277.xml"/><Relationship Id="rId2" Type="http://schemas.openxmlformats.org/officeDocument/2006/relationships/tags" Target="../tags/tag276.xml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5" Type="http://schemas.openxmlformats.org/officeDocument/2006/relationships/tags" Target="../tags/tag282.xml"/><Relationship Id="rId4" Type="http://schemas.openxmlformats.org/officeDocument/2006/relationships/tags" Target="../tags/tag281.xml"/><Relationship Id="rId3" Type="http://schemas.openxmlformats.org/officeDocument/2006/relationships/tags" Target="../tags/tag280.xml"/><Relationship Id="rId2" Type="http://schemas.openxmlformats.org/officeDocument/2006/relationships/tags" Target="../tags/tag279.xml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6" Type="http://schemas.openxmlformats.org/officeDocument/2006/relationships/tags" Target="../tags/tag287.xml"/><Relationship Id="rId5" Type="http://schemas.openxmlformats.org/officeDocument/2006/relationships/tags" Target="../tags/tag286.xml"/><Relationship Id="rId4" Type="http://schemas.openxmlformats.org/officeDocument/2006/relationships/tags" Target="../tags/tag285.xml"/><Relationship Id="rId3" Type="http://schemas.openxmlformats.org/officeDocument/2006/relationships/tags" Target="../tags/tag284.xml"/><Relationship Id="rId2" Type="http://schemas.openxmlformats.org/officeDocument/2006/relationships/tags" Target="../tags/tag283.xml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9" Type="http://schemas.openxmlformats.org/officeDocument/2006/relationships/tags" Target="../tags/tag295.xml"/><Relationship Id="rId8" Type="http://schemas.openxmlformats.org/officeDocument/2006/relationships/tags" Target="../tags/tag294.xml"/><Relationship Id="rId7" Type="http://schemas.openxmlformats.org/officeDocument/2006/relationships/tags" Target="../tags/tag293.xml"/><Relationship Id="rId6" Type="http://schemas.openxmlformats.org/officeDocument/2006/relationships/tags" Target="../tags/tag292.xml"/><Relationship Id="rId51" Type="http://schemas.openxmlformats.org/officeDocument/2006/relationships/tags" Target="../tags/tag337.xml"/><Relationship Id="rId50" Type="http://schemas.openxmlformats.org/officeDocument/2006/relationships/tags" Target="../tags/tag336.xml"/><Relationship Id="rId5" Type="http://schemas.openxmlformats.org/officeDocument/2006/relationships/tags" Target="../tags/tag291.xml"/><Relationship Id="rId49" Type="http://schemas.openxmlformats.org/officeDocument/2006/relationships/tags" Target="../tags/tag335.xml"/><Relationship Id="rId48" Type="http://schemas.openxmlformats.org/officeDocument/2006/relationships/tags" Target="../tags/tag334.xml"/><Relationship Id="rId47" Type="http://schemas.openxmlformats.org/officeDocument/2006/relationships/tags" Target="../tags/tag333.xml"/><Relationship Id="rId46" Type="http://schemas.openxmlformats.org/officeDocument/2006/relationships/tags" Target="../tags/tag332.xml"/><Relationship Id="rId45" Type="http://schemas.openxmlformats.org/officeDocument/2006/relationships/tags" Target="../tags/tag331.xml"/><Relationship Id="rId44" Type="http://schemas.openxmlformats.org/officeDocument/2006/relationships/tags" Target="../tags/tag330.xml"/><Relationship Id="rId43" Type="http://schemas.openxmlformats.org/officeDocument/2006/relationships/tags" Target="../tags/tag329.xml"/><Relationship Id="rId42" Type="http://schemas.openxmlformats.org/officeDocument/2006/relationships/tags" Target="../tags/tag328.xml"/><Relationship Id="rId41" Type="http://schemas.openxmlformats.org/officeDocument/2006/relationships/tags" Target="../tags/tag327.xml"/><Relationship Id="rId40" Type="http://schemas.openxmlformats.org/officeDocument/2006/relationships/tags" Target="../tags/tag326.xml"/><Relationship Id="rId4" Type="http://schemas.openxmlformats.org/officeDocument/2006/relationships/tags" Target="../tags/tag290.xml"/><Relationship Id="rId39" Type="http://schemas.openxmlformats.org/officeDocument/2006/relationships/tags" Target="../tags/tag325.xml"/><Relationship Id="rId38" Type="http://schemas.openxmlformats.org/officeDocument/2006/relationships/tags" Target="../tags/tag324.xml"/><Relationship Id="rId37" Type="http://schemas.openxmlformats.org/officeDocument/2006/relationships/tags" Target="../tags/tag323.xml"/><Relationship Id="rId36" Type="http://schemas.openxmlformats.org/officeDocument/2006/relationships/tags" Target="../tags/tag322.xml"/><Relationship Id="rId35" Type="http://schemas.openxmlformats.org/officeDocument/2006/relationships/tags" Target="../tags/tag321.xml"/><Relationship Id="rId34" Type="http://schemas.openxmlformats.org/officeDocument/2006/relationships/tags" Target="../tags/tag320.xml"/><Relationship Id="rId33" Type="http://schemas.openxmlformats.org/officeDocument/2006/relationships/tags" Target="../tags/tag319.xml"/><Relationship Id="rId32" Type="http://schemas.openxmlformats.org/officeDocument/2006/relationships/tags" Target="../tags/tag318.xml"/><Relationship Id="rId31" Type="http://schemas.openxmlformats.org/officeDocument/2006/relationships/tags" Target="../tags/tag317.xml"/><Relationship Id="rId30" Type="http://schemas.openxmlformats.org/officeDocument/2006/relationships/tags" Target="../tags/tag316.xml"/><Relationship Id="rId3" Type="http://schemas.openxmlformats.org/officeDocument/2006/relationships/tags" Target="../tags/tag289.xml"/><Relationship Id="rId29" Type="http://schemas.openxmlformats.org/officeDocument/2006/relationships/tags" Target="../tags/tag315.xml"/><Relationship Id="rId28" Type="http://schemas.openxmlformats.org/officeDocument/2006/relationships/tags" Target="../tags/tag314.xml"/><Relationship Id="rId27" Type="http://schemas.openxmlformats.org/officeDocument/2006/relationships/tags" Target="../tags/tag313.xml"/><Relationship Id="rId26" Type="http://schemas.openxmlformats.org/officeDocument/2006/relationships/tags" Target="../tags/tag312.xml"/><Relationship Id="rId25" Type="http://schemas.openxmlformats.org/officeDocument/2006/relationships/tags" Target="../tags/tag311.xml"/><Relationship Id="rId24" Type="http://schemas.openxmlformats.org/officeDocument/2006/relationships/tags" Target="../tags/tag310.xml"/><Relationship Id="rId23" Type="http://schemas.openxmlformats.org/officeDocument/2006/relationships/tags" Target="../tags/tag309.xml"/><Relationship Id="rId22" Type="http://schemas.openxmlformats.org/officeDocument/2006/relationships/tags" Target="../tags/tag308.xml"/><Relationship Id="rId21" Type="http://schemas.openxmlformats.org/officeDocument/2006/relationships/tags" Target="../tags/tag307.xml"/><Relationship Id="rId20" Type="http://schemas.openxmlformats.org/officeDocument/2006/relationships/tags" Target="../tags/tag306.xml"/><Relationship Id="rId2" Type="http://schemas.openxmlformats.org/officeDocument/2006/relationships/tags" Target="../tags/tag288.xml"/><Relationship Id="rId19" Type="http://schemas.openxmlformats.org/officeDocument/2006/relationships/tags" Target="../tags/tag305.xml"/><Relationship Id="rId18" Type="http://schemas.openxmlformats.org/officeDocument/2006/relationships/tags" Target="../tags/tag304.xml"/><Relationship Id="rId17" Type="http://schemas.openxmlformats.org/officeDocument/2006/relationships/tags" Target="../tags/tag303.xml"/><Relationship Id="rId16" Type="http://schemas.openxmlformats.org/officeDocument/2006/relationships/tags" Target="../tags/tag302.xml"/><Relationship Id="rId15" Type="http://schemas.openxmlformats.org/officeDocument/2006/relationships/tags" Target="../tags/tag301.xml"/><Relationship Id="rId14" Type="http://schemas.openxmlformats.org/officeDocument/2006/relationships/tags" Target="../tags/tag300.xml"/><Relationship Id="rId13" Type="http://schemas.openxmlformats.org/officeDocument/2006/relationships/tags" Target="../tags/tag299.xml"/><Relationship Id="rId12" Type="http://schemas.openxmlformats.org/officeDocument/2006/relationships/tags" Target="../tags/tag298.xml"/><Relationship Id="rId11" Type="http://schemas.openxmlformats.org/officeDocument/2006/relationships/tags" Target="../tags/tag297.xml"/><Relationship Id="rId10" Type="http://schemas.openxmlformats.org/officeDocument/2006/relationships/tags" Target="../tags/tag296.xml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9" Type="http://schemas.openxmlformats.org/officeDocument/2006/relationships/tags" Target="../tags/tag345.xml"/><Relationship Id="rId8" Type="http://schemas.openxmlformats.org/officeDocument/2006/relationships/tags" Target="../tags/tag344.xml"/><Relationship Id="rId7" Type="http://schemas.openxmlformats.org/officeDocument/2006/relationships/tags" Target="../tags/tag343.xml"/><Relationship Id="rId6" Type="http://schemas.openxmlformats.org/officeDocument/2006/relationships/tags" Target="../tags/tag342.xml"/><Relationship Id="rId5" Type="http://schemas.openxmlformats.org/officeDocument/2006/relationships/tags" Target="../tags/tag341.xml"/><Relationship Id="rId4" Type="http://schemas.openxmlformats.org/officeDocument/2006/relationships/tags" Target="../tags/tag340.xml"/><Relationship Id="rId3" Type="http://schemas.openxmlformats.org/officeDocument/2006/relationships/tags" Target="../tags/tag339.xml"/><Relationship Id="rId28" Type="http://schemas.openxmlformats.org/officeDocument/2006/relationships/tags" Target="../tags/tag364.xml"/><Relationship Id="rId27" Type="http://schemas.openxmlformats.org/officeDocument/2006/relationships/tags" Target="../tags/tag363.xml"/><Relationship Id="rId26" Type="http://schemas.openxmlformats.org/officeDocument/2006/relationships/tags" Target="../tags/tag362.xml"/><Relationship Id="rId25" Type="http://schemas.openxmlformats.org/officeDocument/2006/relationships/tags" Target="../tags/tag361.xml"/><Relationship Id="rId24" Type="http://schemas.openxmlformats.org/officeDocument/2006/relationships/tags" Target="../tags/tag360.xml"/><Relationship Id="rId23" Type="http://schemas.openxmlformats.org/officeDocument/2006/relationships/tags" Target="../tags/tag359.xml"/><Relationship Id="rId22" Type="http://schemas.openxmlformats.org/officeDocument/2006/relationships/tags" Target="../tags/tag358.xml"/><Relationship Id="rId21" Type="http://schemas.openxmlformats.org/officeDocument/2006/relationships/tags" Target="../tags/tag357.xml"/><Relationship Id="rId20" Type="http://schemas.openxmlformats.org/officeDocument/2006/relationships/tags" Target="../tags/tag356.xml"/><Relationship Id="rId2" Type="http://schemas.openxmlformats.org/officeDocument/2006/relationships/tags" Target="../tags/tag338.xml"/><Relationship Id="rId19" Type="http://schemas.openxmlformats.org/officeDocument/2006/relationships/tags" Target="../tags/tag355.xml"/><Relationship Id="rId18" Type="http://schemas.openxmlformats.org/officeDocument/2006/relationships/tags" Target="../tags/tag354.xml"/><Relationship Id="rId17" Type="http://schemas.openxmlformats.org/officeDocument/2006/relationships/tags" Target="../tags/tag353.xml"/><Relationship Id="rId16" Type="http://schemas.openxmlformats.org/officeDocument/2006/relationships/tags" Target="../tags/tag352.xml"/><Relationship Id="rId15" Type="http://schemas.openxmlformats.org/officeDocument/2006/relationships/tags" Target="../tags/tag351.xml"/><Relationship Id="rId14" Type="http://schemas.openxmlformats.org/officeDocument/2006/relationships/tags" Target="../tags/tag350.xml"/><Relationship Id="rId13" Type="http://schemas.openxmlformats.org/officeDocument/2006/relationships/tags" Target="../tags/tag349.xml"/><Relationship Id="rId12" Type="http://schemas.openxmlformats.org/officeDocument/2006/relationships/tags" Target="../tags/tag348.xml"/><Relationship Id="rId11" Type="http://schemas.openxmlformats.org/officeDocument/2006/relationships/tags" Target="../tags/tag347.xml"/><Relationship Id="rId10" Type="http://schemas.openxmlformats.org/officeDocument/2006/relationships/tags" Target="../tags/tag346.xml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9" Type="http://schemas.openxmlformats.org/officeDocument/2006/relationships/tags" Target="../tags/tag372.xml"/><Relationship Id="rId8" Type="http://schemas.openxmlformats.org/officeDocument/2006/relationships/tags" Target="../tags/tag371.xml"/><Relationship Id="rId7" Type="http://schemas.openxmlformats.org/officeDocument/2006/relationships/tags" Target="../tags/tag370.xml"/><Relationship Id="rId6" Type="http://schemas.openxmlformats.org/officeDocument/2006/relationships/tags" Target="../tags/tag369.xml"/><Relationship Id="rId50" Type="http://schemas.openxmlformats.org/officeDocument/2006/relationships/tags" Target="../tags/tag413.xml"/><Relationship Id="rId5" Type="http://schemas.openxmlformats.org/officeDocument/2006/relationships/tags" Target="../tags/tag368.xml"/><Relationship Id="rId49" Type="http://schemas.openxmlformats.org/officeDocument/2006/relationships/tags" Target="../tags/tag412.xml"/><Relationship Id="rId48" Type="http://schemas.openxmlformats.org/officeDocument/2006/relationships/tags" Target="../tags/tag411.xml"/><Relationship Id="rId47" Type="http://schemas.openxmlformats.org/officeDocument/2006/relationships/tags" Target="../tags/tag410.xml"/><Relationship Id="rId46" Type="http://schemas.openxmlformats.org/officeDocument/2006/relationships/tags" Target="../tags/tag409.xml"/><Relationship Id="rId45" Type="http://schemas.openxmlformats.org/officeDocument/2006/relationships/tags" Target="../tags/tag408.xml"/><Relationship Id="rId44" Type="http://schemas.openxmlformats.org/officeDocument/2006/relationships/tags" Target="../tags/tag407.xml"/><Relationship Id="rId43" Type="http://schemas.openxmlformats.org/officeDocument/2006/relationships/tags" Target="../tags/tag406.xml"/><Relationship Id="rId42" Type="http://schemas.openxmlformats.org/officeDocument/2006/relationships/tags" Target="../tags/tag405.xml"/><Relationship Id="rId41" Type="http://schemas.openxmlformats.org/officeDocument/2006/relationships/tags" Target="../tags/tag404.xml"/><Relationship Id="rId40" Type="http://schemas.openxmlformats.org/officeDocument/2006/relationships/tags" Target="../tags/tag403.xml"/><Relationship Id="rId4" Type="http://schemas.openxmlformats.org/officeDocument/2006/relationships/tags" Target="../tags/tag367.xml"/><Relationship Id="rId39" Type="http://schemas.openxmlformats.org/officeDocument/2006/relationships/tags" Target="../tags/tag402.xml"/><Relationship Id="rId38" Type="http://schemas.openxmlformats.org/officeDocument/2006/relationships/tags" Target="../tags/tag401.xml"/><Relationship Id="rId37" Type="http://schemas.openxmlformats.org/officeDocument/2006/relationships/tags" Target="../tags/tag400.xml"/><Relationship Id="rId36" Type="http://schemas.openxmlformats.org/officeDocument/2006/relationships/tags" Target="../tags/tag399.xml"/><Relationship Id="rId35" Type="http://schemas.openxmlformats.org/officeDocument/2006/relationships/tags" Target="../tags/tag398.xml"/><Relationship Id="rId34" Type="http://schemas.openxmlformats.org/officeDocument/2006/relationships/tags" Target="../tags/tag397.xml"/><Relationship Id="rId33" Type="http://schemas.openxmlformats.org/officeDocument/2006/relationships/tags" Target="../tags/tag396.xml"/><Relationship Id="rId32" Type="http://schemas.openxmlformats.org/officeDocument/2006/relationships/tags" Target="../tags/tag395.xml"/><Relationship Id="rId31" Type="http://schemas.openxmlformats.org/officeDocument/2006/relationships/tags" Target="../tags/tag394.xml"/><Relationship Id="rId30" Type="http://schemas.openxmlformats.org/officeDocument/2006/relationships/tags" Target="../tags/tag393.xml"/><Relationship Id="rId3" Type="http://schemas.openxmlformats.org/officeDocument/2006/relationships/tags" Target="../tags/tag366.xml"/><Relationship Id="rId29" Type="http://schemas.openxmlformats.org/officeDocument/2006/relationships/tags" Target="../tags/tag392.xml"/><Relationship Id="rId28" Type="http://schemas.openxmlformats.org/officeDocument/2006/relationships/tags" Target="../tags/tag391.xml"/><Relationship Id="rId27" Type="http://schemas.openxmlformats.org/officeDocument/2006/relationships/tags" Target="../tags/tag390.xml"/><Relationship Id="rId26" Type="http://schemas.openxmlformats.org/officeDocument/2006/relationships/tags" Target="../tags/tag389.xml"/><Relationship Id="rId25" Type="http://schemas.openxmlformats.org/officeDocument/2006/relationships/tags" Target="../tags/tag388.xml"/><Relationship Id="rId24" Type="http://schemas.openxmlformats.org/officeDocument/2006/relationships/tags" Target="../tags/tag387.xml"/><Relationship Id="rId23" Type="http://schemas.openxmlformats.org/officeDocument/2006/relationships/tags" Target="../tags/tag386.xml"/><Relationship Id="rId22" Type="http://schemas.openxmlformats.org/officeDocument/2006/relationships/tags" Target="../tags/tag385.xml"/><Relationship Id="rId21" Type="http://schemas.openxmlformats.org/officeDocument/2006/relationships/tags" Target="../tags/tag384.xml"/><Relationship Id="rId20" Type="http://schemas.openxmlformats.org/officeDocument/2006/relationships/tags" Target="../tags/tag383.xml"/><Relationship Id="rId2" Type="http://schemas.openxmlformats.org/officeDocument/2006/relationships/tags" Target="../tags/tag365.xml"/><Relationship Id="rId19" Type="http://schemas.openxmlformats.org/officeDocument/2006/relationships/tags" Target="../tags/tag382.xml"/><Relationship Id="rId18" Type="http://schemas.openxmlformats.org/officeDocument/2006/relationships/tags" Target="../tags/tag381.xml"/><Relationship Id="rId17" Type="http://schemas.openxmlformats.org/officeDocument/2006/relationships/tags" Target="../tags/tag380.xml"/><Relationship Id="rId16" Type="http://schemas.openxmlformats.org/officeDocument/2006/relationships/tags" Target="../tags/tag379.xml"/><Relationship Id="rId15" Type="http://schemas.openxmlformats.org/officeDocument/2006/relationships/tags" Target="../tags/tag378.xml"/><Relationship Id="rId14" Type="http://schemas.openxmlformats.org/officeDocument/2006/relationships/tags" Target="../tags/tag377.xml"/><Relationship Id="rId13" Type="http://schemas.openxmlformats.org/officeDocument/2006/relationships/tags" Target="../tags/tag376.xml"/><Relationship Id="rId12" Type="http://schemas.openxmlformats.org/officeDocument/2006/relationships/tags" Target="../tags/tag375.xml"/><Relationship Id="rId11" Type="http://schemas.openxmlformats.org/officeDocument/2006/relationships/tags" Target="../tags/tag374.xml"/><Relationship Id="rId10" Type="http://schemas.openxmlformats.org/officeDocument/2006/relationships/tags" Target="../tags/tag373.xml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9" Type="http://schemas.openxmlformats.org/officeDocument/2006/relationships/tags" Target="../tags/tag421.xml"/><Relationship Id="rId8" Type="http://schemas.openxmlformats.org/officeDocument/2006/relationships/tags" Target="../tags/tag420.xml"/><Relationship Id="rId7" Type="http://schemas.openxmlformats.org/officeDocument/2006/relationships/tags" Target="../tags/tag419.xml"/><Relationship Id="rId6" Type="http://schemas.openxmlformats.org/officeDocument/2006/relationships/tags" Target="../tags/tag418.xml"/><Relationship Id="rId5" Type="http://schemas.openxmlformats.org/officeDocument/2006/relationships/tags" Target="../tags/tag417.xml"/><Relationship Id="rId4" Type="http://schemas.openxmlformats.org/officeDocument/2006/relationships/tags" Target="../tags/tag416.xml"/><Relationship Id="rId3" Type="http://schemas.openxmlformats.org/officeDocument/2006/relationships/tags" Target="../tags/tag415.xml"/><Relationship Id="rId2" Type="http://schemas.openxmlformats.org/officeDocument/2006/relationships/tags" Target="../tags/tag414.xml"/><Relationship Id="rId18" Type="http://schemas.openxmlformats.org/officeDocument/2006/relationships/tags" Target="../tags/tag430.xml"/><Relationship Id="rId17" Type="http://schemas.openxmlformats.org/officeDocument/2006/relationships/tags" Target="../tags/tag429.xml"/><Relationship Id="rId16" Type="http://schemas.openxmlformats.org/officeDocument/2006/relationships/tags" Target="../tags/tag428.xml"/><Relationship Id="rId15" Type="http://schemas.openxmlformats.org/officeDocument/2006/relationships/tags" Target="../tags/tag427.xml"/><Relationship Id="rId14" Type="http://schemas.openxmlformats.org/officeDocument/2006/relationships/tags" Target="../tags/tag426.xml"/><Relationship Id="rId13" Type="http://schemas.openxmlformats.org/officeDocument/2006/relationships/tags" Target="../tags/tag425.xml"/><Relationship Id="rId12" Type="http://schemas.openxmlformats.org/officeDocument/2006/relationships/tags" Target="../tags/tag424.xml"/><Relationship Id="rId11" Type="http://schemas.openxmlformats.org/officeDocument/2006/relationships/tags" Target="../tags/tag423.xml"/><Relationship Id="rId10" Type="http://schemas.openxmlformats.org/officeDocument/2006/relationships/tags" Target="../tags/tag422.xml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9" Type="http://schemas.openxmlformats.org/officeDocument/2006/relationships/tags" Target="../tags/tag438.xml"/><Relationship Id="rId8" Type="http://schemas.openxmlformats.org/officeDocument/2006/relationships/tags" Target="../tags/tag437.xml"/><Relationship Id="rId7" Type="http://schemas.openxmlformats.org/officeDocument/2006/relationships/tags" Target="../tags/tag436.xml"/><Relationship Id="rId6" Type="http://schemas.openxmlformats.org/officeDocument/2006/relationships/tags" Target="../tags/tag435.xml"/><Relationship Id="rId5" Type="http://schemas.openxmlformats.org/officeDocument/2006/relationships/tags" Target="../tags/tag434.xml"/><Relationship Id="rId4" Type="http://schemas.openxmlformats.org/officeDocument/2006/relationships/tags" Target="../tags/tag433.xml"/><Relationship Id="rId3" Type="http://schemas.openxmlformats.org/officeDocument/2006/relationships/tags" Target="../tags/tag432.xml"/><Relationship Id="rId2" Type="http://schemas.openxmlformats.org/officeDocument/2006/relationships/tags" Target="../tags/tag431.xml"/><Relationship Id="rId14" Type="http://schemas.openxmlformats.org/officeDocument/2006/relationships/tags" Target="../tags/tag443.xml"/><Relationship Id="rId13" Type="http://schemas.openxmlformats.org/officeDocument/2006/relationships/tags" Target="../tags/tag442.xml"/><Relationship Id="rId12" Type="http://schemas.openxmlformats.org/officeDocument/2006/relationships/tags" Target="../tags/tag441.xml"/><Relationship Id="rId11" Type="http://schemas.openxmlformats.org/officeDocument/2006/relationships/tags" Target="../tags/tag440.xml"/><Relationship Id="rId10" Type="http://schemas.openxmlformats.org/officeDocument/2006/relationships/tags" Target="../tags/tag439.xml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4" Type="http://schemas.openxmlformats.org/officeDocument/2006/relationships/tags" Target="../tags/tag457.xml"/><Relationship Id="rId3" Type="http://schemas.openxmlformats.org/officeDocument/2006/relationships/tags" Target="../tags/tag456.xml"/><Relationship Id="rId2" Type="http://schemas.openxmlformats.org/officeDocument/2006/relationships/tags" Target="../tags/tag455.xml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3968" y="1361313"/>
            <a:ext cx="9144000" cy="2387600"/>
          </a:xfrm>
        </p:spPr>
        <p:txBody>
          <a:bodyPr anchor="b"/>
          <a:lstStyle>
            <a:lvl1pPr algn="ctr">
              <a:defRPr sz="6000">
                <a:latin typeface="+mn-lt"/>
                <a:ea typeface="+mn-ea"/>
                <a:cs typeface="+mn-cs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3968" y="384098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2000">
                <a:latin typeface="+mn-lt"/>
                <a:ea typeface="+mn-ea"/>
                <a:cs typeface="+mn-cs"/>
              </a:defRPr>
            </a:lvl2pPr>
            <a:lvl3pPr marL="914400" indent="0" algn="ctr">
              <a:buNone/>
              <a:defRPr sz="1800">
                <a:latin typeface="+mn-lt"/>
                <a:ea typeface="+mn-ea"/>
                <a:cs typeface="+mn-cs"/>
              </a:defRPr>
            </a:lvl3pPr>
            <a:lvl4pPr marL="1371600" indent="0" algn="ctr">
              <a:buNone/>
              <a:defRPr sz="1600">
                <a:latin typeface="+mn-lt"/>
                <a:ea typeface="+mn-ea"/>
                <a:cs typeface="+mn-cs"/>
              </a:defRPr>
            </a:lvl4pPr>
            <a:lvl5pPr marL="1828800" indent="0" algn="ctr">
              <a:buNone/>
              <a:defRPr sz="1600">
                <a:latin typeface="+mn-lt"/>
                <a:ea typeface="+mn-ea"/>
                <a:cs typeface="+mn-cs"/>
              </a:defRPr>
            </a:lvl5pPr>
            <a:lvl6pPr marL="2286000" indent="0" algn="ctr">
              <a:buNone/>
              <a:defRPr sz="1600">
                <a:latin typeface="+mn-lt"/>
                <a:ea typeface="+mn-ea"/>
                <a:cs typeface="+mn-cs"/>
              </a:defRPr>
            </a:lvl6pPr>
            <a:lvl7pPr marL="2743200" indent="0" algn="ctr">
              <a:buNone/>
              <a:defRPr sz="1600">
                <a:latin typeface="+mn-lt"/>
                <a:ea typeface="+mn-ea"/>
                <a:cs typeface="+mn-cs"/>
              </a:defRPr>
            </a:lvl7pPr>
            <a:lvl8pPr marL="3200400" indent="0" algn="ctr">
              <a:buNone/>
              <a:defRPr sz="1600">
                <a:latin typeface="+mn-lt"/>
                <a:ea typeface="+mn-ea"/>
                <a:cs typeface="+mn-cs"/>
              </a:defRPr>
            </a:lvl8pPr>
            <a:lvl9pPr marL="3657600" indent="0" algn="ctr">
              <a:buNone/>
              <a:defRPr sz="1600"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523097"/>
            <a:ext cx="10515600" cy="1325563"/>
          </a:xfrm>
        </p:spPr>
        <p:txBody>
          <a:bodyPr/>
          <a:lstStyle/>
          <a:p>
            <a:r>
              <a:rPr lang="zh-CN" altLang="en-US">
                <a:latin typeface="+mj-lt"/>
                <a:ea typeface="+mj-ea"/>
                <a:cs typeface="+mj-cs"/>
              </a:rPr>
              <a:t>单击此处编辑母版标题样式</a:t>
            </a:r>
            <a:endParaRPr lang="zh-CN" altLang="en-US">
              <a:latin typeface="+mj-lt"/>
              <a:ea typeface="+mj-ea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84" y="1983597"/>
            <a:ext cx="10515600" cy="4351338"/>
          </a:xfrm>
        </p:spPr>
        <p:txBody>
          <a:bodyPr/>
          <a:lstStyle/>
          <a:p>
            <a:pPr lvl="0"/>
            <a:r>
              <a:rPr lang="zh-CN" altLang="en-US">
                <a:latin typeface="+mn-lt"/>
                <a:ea typeface="+mn-ea"/>
                <a:cs typeface="+mn-cs"/>
              </a:rPr>
              <a:t>单击此处编辑母版文本样式</a:t>
            </a:r>
            <a:endParaRPr lang="zh-CN" altLang="en-US">
              <a:latin typeface="+mn-lt"/>
              <a:ea typeface="+mn-ea"/>
              <a:cs typeface="+mn-cs"/>
            </a:endParaRPr>
          </a:p>
          <a:p>
            <a:pPr lvl="1"/>
            <a:r>
              <a:rPr lang="zh-CN" altLang="en-US">
                <a:latin typeface="+mn-lt"/>
                <a:ea typeface="+mn-ea"/>
                <a:cs typeface="+mn-cs"/>
              </a:rPr>
              <a:t>第二级</a:t>
            </a:r>
            <a:endParaRPr lang="zh-CN" altLang="en-US">
              <a:latin typeface="+mn-lt"/>
              <a:ea typeface="+mn-ea"/>
              <a:cs typeface="+mn-cs"/>
            </a:endParaRPr>
          </a:p>
          <a:p>
            <a:pPr lvl="2"/>
            <a:r>
              <a:rPr lang="zh-CN" altLang="en-US">
                <a:latin typeface="+mn-lt"/>
                <a:ea typeface="+mn-ea"/>
                <a:cs typeface="+mn-cs"/>
              </a:rPr>
              <a:t>第三级</a:t>
            </a:r>
            <a:endParaRPr lang="zh-CN" altLang="en-US">
              <a:latin typeface="+mn-lt"/>
              <a:ea typeface="+mn-ea"/>
              <a:cs typeface="+mn-cs"/>
            </a:endParaRPr>
          </a:p>
          <a:p>
            <a:pPr lvl="3"/>
            <a:r>
              <a:rPr lang="zh-CN" altLang="en-US">
                <a:latin typeface="+mn-lt"/>
                <a:ea typeface="+mn-ea"/>
                <a:cs typeface="+mn-cs"/>
              </a:rPr>
              <a:t>第四级</a:t>
            </a:r>
            <a:endParaRPr lang="zh-CN" altLang="en-US">
              <a:latin typeface="+mn-lt"/>
              <a:ea typeface="+mn-ea"/>
              <a:cs typeface="+mn-cs"/>
            </a:endParaRPr>
          </a:p>
          <a:p>
            <a:pPr lvl="4"/>
            <a:r>
              <a:rPr lang="zh-CN" altLang="en-US">
                <a:latin typeface="+mn-lt"/>
                <a:ea typeface="+mn-ea"/>
                <a:cs typeface="+mn-cs"/>
              </a:rPr>
              <a:t>第五级</a:t>
            </a:r>
            <a:endParaRPr lang="zh-CN" altLang="en-US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+mn-lt"/>
                <a:ea typeface="+mn-ea"/>
                <a:cs typeface="+mn-cs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523097"/>
            <a:ext cx="10515600" cy="1325563"/>
          </a:xfrm>
        </p:spPr>
        <p:txBody>
          <a:bodyPr/>
          <a:lstStyle/>
          <a:p>
            <a:r>
              <a:rPr lang="zh-CN" altLang="en-US">
                <a:latin typeface="+mj-lt"/>
                <a:ea typeface="+mj-ea"/>
                <a:cs typeface="+mj-cs"/>
              </a:rPr>
              <a:t>单击此处编辑母版标题样式</a:t>
            </a:r>
            <a:endParaRPr lang="zh-CN" altLang="en-US">
              <a:latin typeface="+mj-lt"/>
              <a:ea typeface="+mj-ea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184" y="1983597"/>
            <a:ext cx="5181600" cy="4351338"/>
          </a:xfrm>
        </p:spPr>
        <p:txBody>
          <a:bodyPr/>
          <a:lstStyle/>
          <a:p>
            <a:pPr lvl="0"/>
            <a:r>
              <a:rPr lang="zh-CN" altLang="en-US">
                <a:latin typeface="+mn-lt"/>
                <a:ea typeface="+mn-ea"/>
                <a:cs typeface="+mn-cs"/>
              </a:rPr>
              <a:t>单击此处编辑母版文本样式</a:t>
            </a:r>
            <a:endParaRPr lang="zh-CN" altLang="en-US">
              <a:latin typeface="+mn-lt"/>
              <a:ea typeface="+mn-ea"/>
              <a:cs typeface="+mn-cs"/>
            </a:endParaRPr>
          </a:p>
          <a:p>
            <a:pPr lvl="1"/>
            <a:r>
              <a:rPr lang="zh-CN" altLang="en-US">
                <a:latin typeface="+mn-lt"/>
                <a:ea typeface="+mn-ea"/>
                <a:cs typeface="+mn-cs"/>
              </a:rPr>
              <a:t>第二级</a:t>
            </a:r>
            <a:endParaRPr lang="zh-CN" altLang="en-US">
              <a:latin typeface="+mn-lt"/>
              <a:ea typeface="+mn-ea"/>
              <a:cs typeface="+mn-cs"/>
            </a:endParaRPr>
          </a:p>
          <a:p>
            <a:pPr lvl="2"/>
            <a:r>
              <a:rPr lang="zh-CN" altLang="en-US">
                <a:latin typeface="+mn-lt"/>
                <a:ea typeface="+mn-ea"/>
                <a:cs typeface="+mn-cs"/>
              </a:rPr>
              <a:t>第三级</a:t>
            </a:r>
            <a:endParaRPr lang="zh-CN" altLang="en-US">
              <a:latin typeface="+mn-lt"/>
              <a:ea typeface="+mn-ea"/>
              <a:cs typeface="+mn-cs"/>
            </a:endParaRPr>
          </a:p>
          <a:p>
            <a:pPr lvl="3"/>
            <a:r>
              <a:rPr lang="zh-CN" altLang="en-US">
                <a:latin typeface="+mn-lt"/>
                <a:ea typeface="+mn-ea"/>
                <a:cs typeface="+mn-cs"/>
              </a:rPr>
              <a:t>第四级</a:t>
            </a:r>
            <a:endParaRPr lang="zh-CN" altLang="en-US">
              <a:latin typeface="+mn-lt"/>
              <a:ea typeface="+mn-ea"/>
              <a:cs typeface="+mn-cs"/>
            </a:endParaRPr>
          </a:p>
          <a:p>
            <a:pPr lvl="4"/>
            <a:r>
              <a:rPr lang="zh-CN" altLang="en-US">
                <a:latin typeface="+mn-lt"/>
                <a:ea typeface="+mn-ea"/>
                <a:cs typeface="+mn-cs"/>
              </a:rPr>
              <a:t>第五级</a:t>
            </a:r>
            <a:endParaRPr lang="zh-CN" altLang="en-US">
              <a:latin typeface="+mn-lt"/>
              <a:ea typeface="+mn-ea"/>
              <a:cs typeface="+mn-cs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184" y="1983597"/>
            <a:ext cx="5181600" cy="4351338"/>
          </a:xfrm>
        </p:spPr>
        <p:txBody>
          <a:bodyPr/>
          <a:lstStyle/>
          <a:p>
            <a:pPr lvl="0"/>
            <a:r>
              <a:rPr lang="zh-CN" altLang="en-US">
                <a:latin typeface="+mn-lt"/>
                <a:ea typeface="+mn-ea"/>
                <a:cs typeface="+mn-cs"/>
              </a:rPr>
              <a:t>单击此处编辑母版文本样式</a:t>
            </a:r>
            <a:endParaRPr lang="zh-CN" altLang="en-US">
              <a:latin typeface="+mn-lt"/>
              <a:ea typeface="+mn-ea"/>
              <a:cs typeface="+mn-cs"/>
            </a:endParaRPr>
          </a:p>
          <a:p>
            <a:pPr lvl="1"/>
            <a:r>
              <a:rPr lang="zh-CN" altLang="en-US">
                <a:latin typeface="+mn-lt"/>
                <a:ea typeface="+mn-ea"/>
                <a:cs typeface="+mn-cs"/>
              </a:rPr>
              <a:t>第二级</a:t>
            </a:r>
            <a:endParaRPr lang="zh-CN" altLang="en-US">
              <a:latin typeface="+mn-lt"/>
              <a:ea typeface="+mn-ea"/>
              <a:cs typeface="+mn-cs"/>
            </a:endParaRPr>
          </a:p>
          <a:p>
            <a:pPr lvl="2"/>
            <a:r>
              <a:rPr lang="zh-CN" altLang="en-US">
                <a:latin typeface="+mn-lt"/>
                <a:ea typeface="+mn-ea"/>
                <a:cs typeface="+mn-cs"/>
              </a:rPr>
              <a:t>第三级</a:t>
            </a:r>
            <a:endParaRPr lang="zh-CN" altLang="en-US">
              <a:latin typeface="+mn-lt"/>
              <a:ea typeface="+mn-ea"/>
              <a:cs typeface="+mn-cs"/>
            </a:endParaRPr>
          </a:p>
          <a:p>
            <a:pPr lvl="3"/>
            <a:r>
              <a:rPr lang="zh-CN" altLang="en-US">
                <a:latin typeface="+mn-lt"/>
                <a:ea typeface="+mn-ea"/>
                <a:cs typeface="+mn-cs"/>
              </a:rPr>
              <a:t>第四级</a:t>
            </a:r>
            <a:endParaRPr lang="zh-CN" altLang="en-US">
              <a:latin typeface="+mn-lt"/>
              <a:ea typeface="+mn-ea"/>
              <a:cs typeface="+mn-cs"/>
            </a:endParaRPr>
          </a:p>
          <a:p>
            <a:pPr lvl="4"/>
            <a:r>
              <a:rPr lang="zh-CN" altLang="en-US">
                <a:latin typeface="+mn-lt"/>
                <a:ea typeface="+mn-ea"/>
                <a:cs typeface="+mn-cs"/>
              </a:rPr>
              <a:t>第五级</a:t>
            </a:r>
            <a:endParaRPr lang="zh-CN" altLang="en-US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039" y="516256"/>
            <a:ext cx="10515890" cy="1324340"/>
          </a:xfrm>
        </p:spPr>
        <p:txBody>
          <a:bodyPr/>
          <a:lstStyle/>
          <a:p>
            <a:r>
              <a:rPr lang="zh-CN" altLang="en-US">
                <a:latin typeface="+mj-lt"/>
                <a:ea typeface="+mj-ea"/>
                <a:cs typeface="+mj-cs"/>
              </a:rPr>
              <a:t>单击此处编辑母版标题样式</a:t>
            </a:r>
            <a:endParaRPr lang="zh-CN" altLang="en-US">
              <a:latin typeface="+mj-lt"/>
              <a:ea typeface="+mj-ea"/>
              <a:cs typeface="+mj-cs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039" y="1935192"/>
            <a:ext cx="5163349" cy="827712"/>
          </a:xfrm>
        </p:spPr>
        <p:txBody>
          <a:bodyPr anchor="ctr" anchorCtr="0"/>
          <a:lstStyle>
            <a:lvl1pPr marL="0" indent="0">
              <a:buNone/>
              <a:defRPr sz="2800"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400">
                <a:latin typeface="+mn-lt"/>
                <a:ea typeface="+mn-ea"/>
                <a:cs typeface="+mn-cs"/>
              </a:defRPr>
            </a:lvl2pPr>
            <a:lvl3pPr marL="914400" indent="0">
              <a:buNone/>
              <a:defRPr sz="2000"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sz="1800"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sz="1800">
                <a:latin typeface="+mn-lt"/>
                <a:ea typeface="+mn-ea"/>
                <a:cs typeface="+mn-cs"/>
              </a:defRPr>
            </a:lvl5pPr>
            <a:lvl6pPr marL="2286000" indent="0">
              <a:buNone/>
              <a:defRPr sz="1800">
                <a:latin typeface="+mn-lt"/>
                <a:ea typeface="+mn-ea"/>
                <a:cs typeface="+mn-cs"/>
              </a:defRPr>
            </a:lvl6pPr>
            <a:lvl7pPr marL="2743200" indent="0">
              <a:buNone/>
              <a:defRPr sz="1800">
                <a:latin typeface="+mn-lt"/>
                <a:ea typeface="+mn-ea"/>
                <a:cs typeface="+mn-cs"/>
              </a:defRPr>
            </a:lvl7pPr>
            <a:lvl8pPr marL="3200400" indent="0">
              <a:buNone/>
              <a:defRPr sz="1800">
                <a:latin typeface="+mn-lt"/>
                <a:ea typeface="+mn-ea"/>
                <a:cs typeface="+mn-cs"/>
              </a:defRPr>
            </a:lvl8pPr>
            <a:lvl9pPr marL="3657600" indent="0">
              <a:buNone/>
              <a:defRPr sz="1800"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8039" y="2818085"/>
            <a:ext cx="5163349" cy="3523690"/>
          </a:xfrm>
        </p:spPr>
        <p:txBody>
          <a:bodyPr/>
          <a:lstStyle/>
          <a:p>
            <a:pPr lvl="0"/>
            <a:r>
              <a:rPr lang="zh-CN" altLang="en-US">
                <a:latin typeface="+mn-lt"/>
                <a:ea typeface="+mn-ea"/>
                <a:cs typeface="+mn-cs"/>
              </a:rPr>
              <a:t>单击此处编辑母版文本样式</a:t>
            </a:r>
            <a:endParaRPr lang="zh-CN" altLang="en-US">
              <a:latin typeface="+mn-lt"/>
              <a:ea typeface="+mn-ea"/>
              <a:cs typeface="+mn-cs"/>
            </a:endParaRPr>
          </a:p>
          <a:p>
            <a:pPr lvl="1"/>
            <a:r>
              <a:rPr lang="zh-CN" altLang="en-US">
                <a:latin typeface="+mn-lt"/>
                <a:ea typeface="+mn-ea"/>
                <a:cs typeface="+mn-cs"/>
              </a:rPr>
              <a:t>第二级</a:t>
            </a:r>
            <a:endParaRPr lang="zh-CN" altLang="en-US">
              <a:latin typeface="+mn-lt"/>
              <a:ea typeface="+mn-ea"/>
              <a:cs typeface="+mn-cs"/>
            </a:endParaRPr>
          </a:p>
          <a:p>
            <a:pPr lvl="2"/>
            <a:r>
              <a:rPr lang="zh-CN" altLang="en-US">
                <a:latin typeface="+mn-lt"/>
                <a:ea typeface="+mn-ea"/>
                <a:cs typeface="+mn-cs"/>
              </a:rPr>
              <a:t>第三级</a:t>
            </a:r>
            <a:endParaRPr lang="zh-CN" altLang="en-US">
              <a:latin typeface="+mn-lt"/>
              <a:ea typeface="+mn-ea"/>
              <a:cs typeface="+mn-cs"/>
            </a:endParaRPr>
          </a:p>
          <a:p>
            <a:pPr lvl="3"/>
            <a:r>
              <a:rPr lang="zh-CN" altLang="en-US">
                <a:latin typeface="+mn-lt"/>
                <a:ea typeface="+mn-ea"/>
                <a:cs typeface="+mn-cs"/>
              </a:rPr>
              <a:t>第四级</a:t>
            </a:r>
            <a:endParaRPr lang="zh-CN" altLang="en-US">
              <a:latin typeface="+mn-lt"/>
              <a:ea typeface="+mn-ea"/>
              <a:cs typeface="+mn-cs"/>
            </a:endParaRPr>
          </a:p>
          <a:p>
            <a:pPr lvl="4"/>
            <a:r>
              <a:rPr lang="zh-CN" altLang="en-US">
                <a:latin typeface="+mn-lt"/>
                <a:ea typeface="+mn-ea"/>
                <a:cs typeface="+mn-cs"/>
              </a:rPr>
              <a:t>第五级</a:t>
            </a:r>
            <a:endParaRPr lang="zh-CN" altLang="en-US">
              <a:latin typeface="+mn-lt"/>
              <a:ea typeface="+mn-ea"/>
              <a:cs typeface="+mn-cs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66931" y="1935192"/>
            <a:ext cx="5186998" cy="827712"/>
          </a:xfrm>
        </p:spPr>
        <p:txBody>
          <a:bodyPr anchor="ctr" anchorCtr="0"/>
          <a:lstStyle>
            <a:lvl1pPr marL="0" indent="0">
              <a:buNone/>
              <a:defRPr sz="2800"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400">
                <a:latin typeface="+mn-lt"/>
                <a:ea typeface="+mn-ea"/>
                <a:cs typeface="+mn-cs"/>
              </a:defRPr>
            </a:lvl2pPr>
            <a:lvl3pPr marL="914400" indent="0">
              <a:buNone/>
              <a:defRPr sz="2000"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sz="1800"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sz="1800">
                <a:latin typeface="+mn-lt"/>
                <a:ea typeface="+mn-ea"/>
                <a:cs typeface="+mn-cs"/>
              </a:defRPr>
            </a:lvl5pPr>
            <a:lvl6pPr marL="2286000" indent="0">
              <a:buNone/>
              <a:defRPr sz="1800">
                <a:latin typeface="+mn-lt"/>
                <a:ea typeface="+mn-ea"/>
                <a:cs typeface="+mn-cs"/>
              </a:defRPr>
            </a:lvl6pPr>
            <a:lvl7pPr marL="2743200" indent="0">
              <a:buNone/>
              <a:defRPr sz="1800">
                <a:latin typeface="+mn-lt"/>
                <a:ea typeface="+mn-ea"/>
                <a:cs typeface="+mn-cs"/>
              </a:defRPr>
            </a:lvl7pPr>
            <a:lvl8pPr marL="3200400" indent="0">
              <a:buNone/>
              <a:defRPr sz="1800">
                <a:latin typeface="+mn-lt"/>
                <a:ea typeface="+mn-ea"/>
                <a:cs typeface="+mn-cs"/>
              </a:defRPr>
            </a:lvl8pPr>
            <a:lvl9pPr marL="3657600" indent="0">
              <a:buNone/>
              <a:defRPr sz="1800"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66931" y="2818085"/>
            <a:ext cx="5186998" cy="3523690"/>
          </a:xfrm>
        </p:spPr>
        <p:txBody>
          <a:bodyPr/>
          <a:lstStyle/>
          <a:p>
            <a:pPr lvl="0"/>
            <a:r>
              <a:rPr lang="zh-CN" altLang="en-US">
                <a:latin typeface="+mn-lt"/>
                <a:ea typeface="+mn-ea"/>
                <a:cs typeface="+mn-cs"/>
              </a:rPr>
              <a:t>单击此处编辑母版文本样式</a:t>
            </a:r>
            <a:endParaRPr lang="zh-CN" altLang="en-US">
              <a:latin typeface="+mn-lt"/>
              <a:ea typeface="+mn-ea"/>
              <a:cs typeface="+mn-cs"/>
            </a:endParaRPr>
          </a:p>
          <a:p>
            <a:pPr lvl="1"/>
            <a:r>
              <a:rPr lang="zh-CN" altLang="en-US">
                <a:latin typeface="+mn-lt"/>
                <a:ea typeface="+mn-ea"/>
                <a:cs typeface="+mn-cs"/>
              </a:rPr>
              <a:t>第二级</a:t>
            </a:r>
            <a:endParaRPr lang="zh-CN" altLang="en-US">
              <a:latin typeface="+mn-lt"/>
              <a:ea typeface="+mn-ea"/>
              <a:cs typeface="+mn-cs"/>
            </a:endParaRPr>
          </a:p>
          <a:p>
            <a:pPr lvl="2"/>
            <a:r>
              <a:rPr lang="zh-CN" altLang="en-US">
                <a:latin typeface="+mn-lt"/>
                <a:ea typeface="+mn-ea"/>
                <a:cs typeface="+mn-cs"/>
              </a:rPr>
              <a:t>第三级</a:t>
            </a:r>
            <a:endParaRPr lang="zh-CN" altLang="en-US">
              <a:latin typeface="+mn-lt"/>
              <a:ea typeface="+mn-ea"/>
              <a:cs typeface="+mn-cs"/>
            </a:endParaRPr>
          </a:p>
          <a:p>
            <a:pPr lvl="3"/>
            <a:r>
              <a:rPr lang="zh-CN" altLang="en-US">
                <a:latin typeface="+mn-lt"/>
                <a:ea typeface="+mn-ea"/>
                <a:cs typeface="+mn-cs"/>
              </a:rPr>
              <a:t>第四级</a:t>
            </a:r>
            <a:endParaRPr lang="zh-CN" altLang="en-US">
              <a:latin typeface="+mn-lt"/>
              <a:ea typeface="+mn-ea"/>
              <a:cs typeface="+mn-cs"/>
            </a:endParaRPr>
          </a:p>
          <a:p>
            <a:pPr lvl="4"/>
            <a:r>
              <a:rPr lang="zh-CN" altLang="en-US">
                <a:latin typeface="+mn-lt"/>
                <a:ea typeface="+mn-ea"/>
                <a:cs typeface="+mn-cs"/>
              </a:rPr>
              <a:t>第五级</a:t>
            </a:r>
            <a:endParaRPr lang="zh-CN" altLang="en-US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+mj-lt"/>
                <a:ea typeface="+mj-ea"/>
                <a:cs typeface="+mj-cs"/>
              </a:rPr>
              <a:t>单击此处编辑母版标题样式</a:t>
            </a:r>
            <a:endParaRPr lang="zh-CN" altLang="en-US"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723122"/>
            <a:ext cx="4165349" cy="1600200"/>
          </a:xfrm>
        </p:spPr>
        <p:txBody>
          <a:bodyPr anchor="b"/>
          <a:lstStyle>
            <a:lvl1pPr>
              <a:defRPr sz="3200">
                <a:latin typeface="+mn-lt"/>
                <a:ea typeface="+mn-ea"/>
                <a:cs typeface="+mn-cs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1584" y="723123"/>
            <a:ext cx="6172200" cy="5403850"/>
          </a:xfrm>
        </p:spPr>
        <p:txBody>
          <a:bodyPr/>
          <a:lstStyle>
            <a:lvl1pPr marL="0" indent="0">
              <a:buNone/>
              <a:defRPr sz="3200"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>
                <a:latin typeface="+mn-lt"/>
                <a:ea typeface="+mn-ea"/>
                <a:cs typeface="+mn-cs"/>
              </a:defRPr>
            </a:lvl2pPr>
            <a:lvl3pPr marL="914400" indent="0">
              <a:buNone/>
              <a:defRPr sz="2400"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sz="2000"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sz="2000">
                <a:latin typeface="+mn-lt"/>
                <a:ea typeface="+mn-ea"/>
                <a:cs typeface="+mn-cs"/>
              </a:defRPr>
            </a:lvl5pPr>
            <a:lvl6pPr marL="2286000" indent="0">
              <a:buNone/>
              <a:defRPr sz="2000">
                <a:latin typeface="+mn-lt"/>
                <a:ea typeface="+mn-ea"/>
                <a:cs typeface="+mn-cs"/>
              </a:defRPr>
            </a:lvl6pPr>
            <a:lvl7pPr marL="2743200" indent="0">
              <a:buNone/>
              <a:defRPr sz="2000">
                <a:latin typeface="+mn-lt"/>
                <a:ea typeface="+mn-ea"/>
                <a:cs typeface="+mn-cs"/>
              </a:defRPr>
            </a:lvl7pPr>
            <a:lvl8pPr marL="3200400" indent="0">
              <a:buNone/>
              <a:defRPr sz="2000">
                <a:latin typeface="+mn-lt"/>
                <a:ea typeface="+mn-ea"/>
                <a:cs typeface="+mn-cs"/>
              </a:defRPr>
            </a:lvl8pPr>
            <a:lvl9pPr marL="3657600" indent="0">
              <a:buNone/>
              <a:defRPr sz="2000"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8184" y="2323322"/>
            <a:ext cx="4165349" cy="3811588"/>
          </a:xfrm>
        </p:spPr>
        <p:txBody>
          <a:bodyPr/>
          <a:lstStyle>
            <a:lvl1pPr marL="0" indent="0">
              <a:buNone/>
              <a:defRPr sz="2000"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latin typeface="+mn-lt"/>
                <a:ea typeface="+mn-ea"/>
                <a:cs typeface="+mn-cs"/>
              </a:defRPr>
            </a:lvl2pPr>
            <a:lvl3pPr marL="914400" indent="0">
              <a:buNone/>
              <a:defRPr sz="1600"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sz="1400"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sz="1400">
                <a:latin typeface="+mn-lt"/>
                <a:ea typeface="+mn-ea"/>
                <a:cs typeface="+mn-cs"/>
              </a:defRPr>
            </a:lvl5pPr>
            <a:lvl6pPr marL="2286000" indent="0">
              <a:buNone/>
              <a:defRPr sz="1400">
                <a:latin typeface="+mn-lt"/>
                <a:ea typeface="+mn-ea"/>
                <a:cs typeface="+mn-cs"/>
              </a:defRPr>
            </a:lvl6pPr>
            <a:lvl7pPr marL="2743200" indent="0">
              <a:buNone/>
              <a:defRPr sz="1400">
                <a:latin typeface="+mn-lt"/>
                <a:ea typeface="+mn-ea"/>
                <a:cs typeface="+mn-cs"/>
              </a:defRPr>
            </a:lvl7pPr>
            <a:lvl8pPr marL="3200400" indent="0">
              <a:buNone/>
              <a:defRPr sz="1400">
                <a:latin typeface="+mn-lt"/>
                <a:ea typeface="+mn-ea"/>
                <a:cs typeface="+mn-cs"/>
              </a:defRPr>
            </a:lvl8pPr>
            <a:lvl9pPr marL="3657600" indent="0">
              <a:buNone/>
              <a:defRPr sz="1400"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884" y="523097"/>
            <a:ext cx="2628900" cy="5811838"/>
          </a:xfrm>
        </p:spPr>
        <p:txBody>
          <a:bodyPr vert="eaVert"/>
          <a:lstStyle/>
          <a:p>
            <a:r>
              <a:rPr lang="zh-CN" altLang="en-US">
                <a:latin typeface="+mj-lt"/>
                <a:ea typeface="+mj-ea"/>
                <a:cs typeface="+mj-cs"/>
              </a:rPr>
              <a:t>单击此处编辑母版标题样式</a:t>
            </a:r>
            <a:endParaRPr lang="zh-CN" altLang="en-US">
              <a:latin typeface="+mj-lt"/>
              <a:ea typeface="+mj-ea"/>
              <a:cs typeface="+mj-cs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184" y="523097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>
                <a:latin typeface="+mn-lt"/>
                <a:ea typeface="+mn-ea"/>
                <a:cs typeface="+mn-cs"/>
              </a:rPr>
              <a:t>单击此处编辑母版文本样式</a:t>
            </a:r>
            <a:endParaRPr lang="zh-CN" altLang="en-US">
              <a:latin typeface="+mn-lt"/>
              <a:ea typeface="+mn-ea"/>
              <a:cs typeface="+mn-cs"/>
            </a:endParaRPr>
          </a:p>
          <a:p>
            <a:pPr lvl="1"/>
            <a:r>
              <a:rPr lang="zh-CN" altLang="en-US">
                <a:latin typeface="+mn-lt"/>
                <a:ea typeface="+mn-ea"/>
                <a:cs typeface="+mn-cs"/>
              </a:rPr>
              <a:t>第二级</a:t>
            </a:r>
            <a:endParaRPr lang="zh-CN" altLang="en-US">
              <a:latin typeface="+mn-lt"/>
              <a:ea typeface="+mn-ea"/>
              <a:cs typeface="+mn-cs"/>
            </a:endParaRPr>
          </a:p>
          <a:p>
            <a:pPr lvl="2"/>
            <a:r>
              <a:rPr lang="zh-CN" altLang="en-US">
                <a:latin typeface="+mn-lt"/>
                <a:ea typeface="+mn-ea"/>
                <a:cs typeface="+mn-cs"/>
              </a:rPr>
              <a:t>第三级</a:t>
            </a:r>
            <a:endParaRPr lang="zh-CN" altLang="en-US">
              <a:latin typeface="+mn-lt"/>
              <a:ea typeface="+mn-ea"/>
              <a:cs typeface="+mn-cs"/>
            </a:endParaRPr>
          </a:p>
          <a:p>
            <a:pPr lvl="3"/>
            <a:r>
              <a:rPr lang="zh-CN" altLang="en-US">
                <a:latin typeface="+mn-lt"/>
                <a:ea typeface="+mn-ea"/>
                <a:cs typeface="+mn-cs"/>
              </a:rPr>
              <a:t>第四级</a:t>
            </a:r>
            <a:endParaRPr lang="zh-CN" altLang="en-US">
              <a:latin typeface="+mn-lt"/>
              <a:ea typeface="+mn-ea"/>
              <a:cs typeface="+mn-cs"/>
            </a:endParaRPr>
          </a:p>
          <a:p>
            <a:pPr lvl="4"/>
            <a:r>
              <a:rPr lang="zh-CN" altLang="en-US">
                <a:latin typeface="+mn-lt"/>
                <a:ea typeface="+mn-ea"/>
                <a:cs typeface="+mn-cs"/>
              </a:rPr>
              <a:t>第五级</a:t>
            </a:r>
            <a:endParaRPr lang="zh-CN" altLang="en-US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184" y="523097"/>
            <a:ext cx="10515600" cy="5811838"/>
          </a:xfrm>
        </p:spPr>
        <p:txBody>
          <a:bodyPr/>
          <a:lstStyle/>
          <a:p>
            <a:pPr lvl="0"/>
            <a:r>
              <a:rPr lang="zh-CN" altLang="en-US">
                <a:latin typeface="+mn-lt"/>
                <a:ea typeface="+mn-ea"/>
                <a:cs typeface="+mn-cs"/>
              </a:rPr>
              <a:t>单击此处编辑母版文本样式</a:t>
            </a:r>
            <a:endParaRPr lang="zh-CN" altLang="en-US">
              <a:latin typeface="+mn-lt"/>
              <a:ea typeface="+mn-ea"/>
              <a:cs typeface="+mn-cs"/>
            </a:endParaRPr>
          </a:p>
          <a:p>
            <a:pPr lvl="1"/>
            <a:r>
              <a:rPr lang="zh-CN" altLang="en-US">
                <a:latin typeface="+mn-lt"/>
                <a:ea typeface="+mn-ea"/>
                <a:cs typeface="+mn-cs"/>
              </a:rPr>
              <a:t>第二级</a:t>
            </a:r>
            <a:endParaRPr lang="zh-CN" altLang="en-US">
              <a:latin typeface="+mn-lt"/>
              <a:ea typeface="+mn-ea"/>
              <a:cs typeface="+mn-cs"/>
            </a:endParaRPr>
          </a:p>
          <a:p>
            <a:pPr lvl="2"/>
            <a:r>
              <a:rPr lang="zh-CN" altLang="en-US">
                <a:latin typeface="+mn-lt"/>
                <a:ea typeface="+mn-ea"/>
                <a:cs typeface="+mn-cs"/>
              </a:rPr>
              <a:t>第三级</a:t>
            </a:r>
            <a:endParaRPr lang="zh-CN" altLang="en-US">
              <a:latin typeface="+mn-lt"/>
              <a:ea typeface="+mn-ea"/>
              <a:cs typeface="+mn-cs"/>
            </a:endParaRPr>
          </a:p>
          <a:p>
            <a:pPr lvl="3"/>
            <a:r>
              <a:rPr lang="zh-CN" altLang="en-US">
                <a:latin typeface="+mn-lt"/>
                <a:ea typeface="+mn-ea"/>
                <a:cs typeface="+mn-cs"/>
              </a:rPr>
              <a:t>第四级</a:t>
            </a:r>
            <a:endParaRPr lang="zh-CN" altLang="en-US">
              <a:latin typeface="+mn-lt"/>
              <a:ea typeface="+mn-ea"/>
              <a:cs typeface="+mn-cs"/>
            </a:endParaRPr>
          </a:p>
          <a:p>
            <a:pPr lvl="4"/>
            <a:r>
              <a:rPr lang="zh-CN" altLang="en-US">
                <a:latin typeface="+mn-lt"/>
                <a:ea typeface="+mn-ea"/>
                <a:cs typeface="+mn-cs"/>
              </a:rPr>
              <a:t>第五级</a:t>
            </a:r>
            <a:endParaRPr lang="zh-CN" altLang="en-US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3_15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>
                <a:latin typeface="+mn-lt"/>
                <a:ea typeface="+mn-ea"/>
                <a:cs typeface="+mn-cs"/>
              </a:rPr>
            </a:fld>
            <a:endParaRPr lang="zh-CN" altLang="en-US">
              <a:latin typeface="+mn-lt"/>
              <a:ea typeface="+mn-ea"/>
              <a:cs typeface="+mn-cs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latin typeface="+mn-lt"/>
              <a:ea typeface="+mn-ea"/>
              <a:cs typeface="+mn-cs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>
                <a:latin typeface="+mn-lt"/>
                <a:ea typeface="+mn-ea"/>
                <a:cs typeface="+mn-cs"/>
              </a:rPr>
            </a:fld>
            <a:endParaRPr lang="zh-CN" altLang="en-US">
              <a:latin typeface="+mn-lt"/>
              <a:ea typeface="+mn-ea"/>
              <a:cs typeface="+mn-cs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6" hasCustomPrompt="1"/>
            <p:custDataLst>
              <p:tags r:id="rId6"/>
            </p:custDataLst>
          </p:nvPr>
        </p:nvSpPr>
        <p:spPr>
          <a:xfrm>
            <a:off x="609600" y="19304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2" hasCustomPrompt="1"/>
            <p:custDataLst>
              <p:tags r:id="rId7"/>
            </p:custDataLst>
          </p:nvPr>
        </p:nvSpPr>
        <p:spPr>
          <a:xfrm>
            <a:off x="609600" y="2489200"/>
            <a:ext cx="3454400" cy="3352800"/>
          </a:xfrm>
          <a:custGeom>
            <a:avLst/>
            <a:gdLst>
              <a:gd name="connisteX0" fmla="*/ 0 w 3454400"/>
              <a:gd name="connsiteY0" fmla="*/ 203200 h 3352800"/>
              <a:gd name="connisteX1" fmla="*/ 203200 w 3454400"/>
              <a:gd name="connsiteY1" fmla="*/ 0 h 3352800"/>
              <a:gd name="connisteX2" fmla="*/ 3251200 w 3454400"/>
              <a:gd name="connsiteY2" fmla="*/ 0 h 3352800"/>
              <a:gd name="connisteX3" fmla="*/ 3454400 w 3454400"/>
              <a:gd name="connsiteY3" fmla="*/ 203200 h 3352800"/>
              <a:gd name="connisteX4" fmla="*/ 3454400 w 3454400"/>
              <a:gd name="connsiteY4" fmla="*/ 3149600 h 3352800"/>
              <a:gd name="connisteX5" fmla="*/ 3251200 w 3454400"/>
              <a:gd name="connsiteY5" fmla="*/ 3352800 h 3352800"/>
              <a:gd name="connisteX6" fmla="*/ 203200 w 3454400"/>
              <a:gd name="connsiteY6" fmla="*/ 3352800 h 3352800"/>
              <a:gd name="connisteX7" fmla="*/ 0 w 3454400"/>
              <a:gd name="connsiteY7" fmla="*/ 3149600 h 3352800"/>
              <a:gd name="connisteX8" fmla="*/ 0 w 3454400"/>
              <a:gd name="connsiteY8" fmla="*/ 203200 h 335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3352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149600"/>
                </a:lnTo>
                <a:cubicBezTo>
                  <a:pt x="3454400" y="3261824"/>
                  <a:pt x="3363424" y="3352800"/>
                  <a:pt x="3251200" y="3352800"/>
                </a:cubicBezTo>
                <a:lnTo>
                  <a:pt x="203200" y="3352800"/>
                </a:lnTo>
                <a:cubicBezTo>
                  <a:pt x="90976" y="3352800"/>
                  <a:pt x="0" y="3261824"/>
                  <a:pt x="0" y="3149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>
                <a:latin typeface="+mn-lt"/>
                <a:ea typeface="+mn-ea"/>
                <a:cs typeface="+mn-cs"/>
              </a:defRPr>
            </a:lvl1pPr>
            <a:lvl2pPr>
              <a:buNone/>
              <a:defRPr>
                <a:latin typeface="+mn-lt"/>
                <a:ea typeface="+mn-ea"/>
                <a:cs typeface="+mn-cs"/>
              </a:defRPr>
            </a:lvl2pPr>
            <a:lvl3pPr>
              <a:buNone/>
              <a:defRPr>
                <a:latin typeface="+mn-lt"/>
                <a:ea typeface="+mn-ea"/>
                <a:cs typeface="+mn-cs"/>
              </a:defRPr>
            </a:lvl3pPr>
            <a:lvl4pPr>
              <a:buNone/>
              <a:defRPr>
                <a:latin typeface="+mn-lt"/>
                <a:ea typeface="+mn-ea"/>
                <a:cs typeface="+mn-cs"/>
              </a:defRPr>
            </a:lvl4pPr>
            <a:lvl5pPr>
              <a:buNone/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914400" y="3251200"/>
            <a:ext cx="2844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4368800" y="19304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3" hasCustomPrompt="1"/>
            <p:custDataLst>
              <p:tags r:id="rId10"/>
            </p:custDataLst>
          </p:nvPr>
        </p:nvSpPr>
        <p:spPr>
          <a:xfrm>
            <a:off x="4368800" y="2489200"/>
            <a:ext cx="3454400" cy="3352800"/>
          </a:xfrm>
          <a:custGeom>
            <a:avLst/>
            <a:gdLst>
              <a:gd name="connisteX0" fmla="*/ 0 w 3454400"/>
              <a:gd name="connsiteY0" fmla="*/ 203200 h 3352800"/>
              <a:gd name="connisteX1" fmla="*/ 203200 w 3454400"/>
              <a:gd name="connsiteY1" fmla="*/ 0 h 3352800"/>
              <a:gd name="connisteX2" fmla="*/ 3251200 w 3454400"/>
              <a:gd name="connsiteY2" fmla="*/ 0 h 3352800"/>
              <a:gd name="connisteX3" fmla="*/ 3454400 w 3454400"/>
              <a:gd name="connsiteY3" fmla="*/ 203200 h 3352800"/>
              <a:gd name="connisteX4" fmla="*/ 3454400 w 3454400"/>
              <a:gd name="connsiteY4" fmla="*/ 3149600 h 3352800"/>
              <a:gd name="connisteX5" fmla="*/ 3251200 w 3454400"/>
              <a:gd name="connsiteY5" fmla="*/ 3352800 h 3352800"/>
              <a:gd name="connisteX6" fmla="*/ 203200 w 3454400"/>
              <a:gd name="connsiteY6" fmla="*/ 3352800 h 3352800"/>
              <a:gd name="connisteX7" fmla="*/ 0 w 3454400"/>
              <a:gd name="connsiteY7" fmla="*/ 3149600 h 3352800"/>
              <a:gd name="connisteX8" fmla="*/ 0 w 3454400"/>
              <a:gd name="connsiteY8" fmla="*/ 203200 h 335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3352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149600"/>
                </a:lnTo>
                <a:cubicBezTo>
                  <a:pt x="3454400" y="3261824"/>
                  <a:pt x="3363424" y="3352800"/>
                  <a:pt x="3251200" y="3352800"/>
                </a:cubicBezTo>
                <a:lnTo>
                  <a:pt x="203200" y="3352800"/>
                </a:lnTo>
                <a:cubicBezTo>
                  <a:pt x="90976" y="3352800"/>
                  <a:pt x="0" y="3261824"/>
                  <a:pt x="0" y="3149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>
                <a:latin typeface="+mn-lt"/>
                <a:ea typeface="+mn-ea"/>
                <a:cs typeface="+mn-cs"/>
              </a:defRPr>
            </a:lvl1pPr>
            <a:lvl2pPr>
              <a:buNone/>
              <a:defRPr>
                <a:latin typeface="+mn-lt"/>
                <a:ea typeface="+mn-ea"/>
                <a:cs typeface="+mn-cs"/>
              </a:defRPr>
            </a:lvl2pPr>
            <a:lvl3pPr>
              <a:buNone/>
              <a:defRPr>
                <a:latin typeface="+mn-lt"/>
                <a:ea typeface="+mn-ea"/>
                <a:cs typeface="+mn-cs"/>
              </a:defRPr>
            </a:lvl3pPr>
            <a:lvl4pPr>
              <a:buNone/>
              <a:defRPr>
                <a:latin typeface="+mn-lt"/>
                <a:ea typeface="+mn-ea"/>
                <a:cs typeface="+mn-cs"/>
              </a:defRPr>
            </a:lvl4pPr>
            <a:lvl5pPr>
              <a:buNone/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9" hasCustomPrompt="1"/>
            <p:custDataLst>
              <p:tags r:id="rId11"/>
            </p:custDataLst>
          </p:nvPr>
        </p:nvSpPr>
        <p:spPr>
          <a:xfrm>
            <a:off x="4673600" y="3251200"/>
            <a:ext cx="2844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0" hasCustomPrompt="1"/>
            <p:custDataLst>
              <p:tags r:id="rId12"/>
            </p:custDataLst>
          </p:nvPr>
        </p:nvSpPr>
        <p:spPr>
          <a:xfrm>
            <a:off x="8128000" y="19304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装饰  8"/>
          <p:cNvSpPr>
            <a:spLocks noGrp="1"/>
          </p:cNvSpPr>
          <p:nvPr>
            <p:ph type="body" idx="16394" hasCustomPrompt="1"/>
            <p:custDataLst>
              <p:tags r:id="rId13"/>
            </p:custDataLst>
          </p:nvPr>
        </p:nvSpPr>
        <p:spPr>
          <a:xfrm>
            <a:off x="8128000" y="2489200"/>
            <a:ext cx="3454400" cy="3352800"/>
          </a:xfrm>
          <a:custGeom>
            <a:avLst/>
            <a:gdLst>
              <a:gd name="connisteX0" fmla="*/ 0 w 3454400"/>
              <a:gd name="connsiteY0" fmla="*/ 203200 h 3352800"/>
              <a:gd name="connisteX1" fmla="*/ 203200 w 3454400"/>
              <a:gd name="connsiteY1" fmla="*/ 0 h 3352800"/>
              <a:gd name="connisteX2" fmla="*/ 3251200 w 3454400"/>
              <a:gd name="connsiteY2" fmla="*/ 0 h 3352800"/>
              <a:gd name="connisteX3" fmla="*/ 3454400 w 3454400"/>
              <a:gd name="connsiteY3" fmla="*/ 203200 h 3352800"/>
              <a:gd name="connisteX4" fmla="*/ 3454400 w 3454400"/>
              <a:gd name="connsiteY4" fmla="*/ 3149600 h 3352800"/>
              <a:gd name="connisteX5" fmla="*/ 3251200 w 3454400"/>
              <a:gd name="connsiteY5" fmla="*/ 3352800 h 3352800"/>
              <a:gd name="connisteX6" fmla="*/ 203200 w 3454400"/>
              <a:gd name="connsiteY6" fmla="*/ 3352800 h 3352800"/>
              <a:gd name="connisteX7" fmla="*/ 0 w 3454400"/>
              <a:gd name="connsiteY7" fmla="*/ 3149600 h 3352800"/>
              <a:gd name="connisteX8" fmla="*/ 0 w 3454400"/>
              <a:gd name="connsiteY8" fmla="*/ 203200 h 335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3352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149600"/>
                </a:lnTo>
                <a:cubicBezTo>
                  <a:pt x="3454400" y="3261824"/>
                  <a:pt x="3363424" y="3352800"/>
                  <a:pt x="3251200" y="3352800"/>
                </a:cubicBezTo>
                <a:lnTo>
                  <a:pt x="203200" y="3352800"/>
                </a:lnTo>
                <a:cubicBezTo>
                  <a:pt x="90976" y="3352800"/>
                  <a:pt x="0" y="3261824"/>
                  <a:pt x="0" y="3149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>
                <a:latin typeface="+mn-lt"/>
                <a:ea typeface="+mn-ea"/>
                <a:cs typeface="+mn-cs"/>
              </a:defRPr>
            </a:lvl1pPr>
            <a:lvl2pPr>
              <a:buNone/>
              <a:defRPr>
                <a:latin typeface="+mn-lt"/>
                <a:ea typeface="+mn-ea"/>
                <a:cs typeface="+mn-cs"/>
              </a:defRPr>
            </a:lvl2pPr>
            <a:lvl3pPr>
              <a:buNone/>
              <a:defRPr>
                <a:latin typeface="+mn-lt"/>
                <a:ea typeface="+mn-ea"/>
                <a:cs typeface="+mn-cs"/>
              </a:defRPr>
            </a:lvl3pPr>
            <a:lvl4pPr>
              <a:buNone/>
              <a:defRPr>
                <a:latin typeface="+mn-lt"/>
                <a:ea typeface="+mn-ea"/>
                <a:cs typeface="+mn-cs"/>
              </a:defRPr>
            </a:lvl4pPr>
            <a:lvl5pPr>
              <a:buNone/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1" hasCustomPrompt="1"/>
            <p:custDataLst>
              <p:tags r:id="rId14"/>
            </p:custDataLst>
          </p:nvPr>
        </p:nvSpPr>
        <p:spPr>
          <a:xfrm>
            <a:off x="8432800" y="3251200"/>
            <a:ext cx="2844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上标下内-装饰左-默认位置-并列-35_20_group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>
                <a:latin typeface="+mn-lt"/>
                <a:ea typeface="+mn-ea"/>
                <a:cs typeface="+mn-cs"/>
              </a:rPr>
            </a:fld>
            <a:endParaRPr lang="zh-CN" altLang="en-US">
              <a:latin typeface="+mn-lt"/>
              <a:ea typeface="+mn-ea"/>
              <a:cs typeface="+mn-cs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latin typeface="+mn-lt"/>
              <a:ea typeface="+mn-ea"/>
              <a:cs typeface="+mn-cs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>
                <a:latin typeface="+mn-lt"/>
                <a:ea typeface="+mn-ea"/>
                <a:cs typeface="+mn-cs"/>
              </a:rPr>
            </a:fld>
            <a:endParaRPr lang="zh-CN" altLang="en-US">
              <a:latin typeface="+mn-lt"/>
              <a:ea typeface="+mn-ea"/>
              <a:cs typeface="+mn-cs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8" hasCustomPrompt="1"/>
            <p:custDataLst>
              <p:tags r:id="rId6"/>
            </p:custDataLst>
          </p:nvPr>
        </p:nvSpPr>
        <p:spPr>
          <a:xfrm>
            <a:off x="622300" y="1701800"/>
            <a:ext cx="1193800" cy="1016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8000" b="0" spc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2133600" y="1651000"/>
            <a:ext cx="944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2133600" y="2159000"/>
            <a:ext cx="9448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1" hasCustomPrompt="1"/>
            <p:custDataLst>
              <p:tags r:id="rId9"/>
            </p:custDataLst>
          </p:nvPr>
        </p:nvSpPr>
        <p:spPr>
          <a:xfrm>
            <a:off x="622300" y="3378200"/>
            <a:ext cx="1193800" cy="1016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8000" b="0" spc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2133600" y="3327400"/>
            <a:ext cx="944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0" hasCustomPrompt="1"/>
            <p:custDataLst>
              <p:tags r:id="rId11"/>
            </p:custDataLst>
          </p:nvPr>
        </p:nvSpPr>
        <p:spPr>
          <a:xfrm>
            <a:off x="2133600" y="3835400"/>
            <a:ext cx="9448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4" hasCustomPrompt="1"/>
            <p:custDataLst>
              <p:tags r:id="rId12"/>
            </p:custDataLst>
          </p:nvPr>
        </p:nvSpPr>
        <p:spPr>
          <a:xfrm>
            <a:off x="622300" y="5054600"/>
            <a:ext cx="1193800" cy="1016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8000" b="0" spc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2" hasCustomPrompt="1"/>
            <p:custDataLst>
              <p:tags r:id="rId13"/>
            </p:custDataLst>
          </p:nvPr>
        </p:nvSpPr>
        <p:spPr>
          <a:xfrm>
            <a:off x="2133600" y="5003800"/>
            <a:ext cx="944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3" hasCustomPrompt="1"/>
            <p:custDataLst>
              <p:tags r:id="rId14"/>
            </p:custDataLst>
          </p:nvPr>
        </p:nvSpPr>
        <p:spPr>
          <a:xfrm>
            <a:off x="2133600" y="5511800"/>
            <a:ext cx="9448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1_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>
                <a:latin typeface="+mn-lt"/>
                <a:ea typeface="+mn-ea"/>
                <a:cs typeface="+mn-cs"/>
              </a:rPr>
            </a:fld>
            <a:endParaRPr lang="zh-CN" altLang="en-US">
              <a:latin typeface="+mn-lt"/>
              <a:ea typeface="+mn-ea"/>
              <a:cs typeface="+mn-cs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latin typeface="+mn-lt"/>
              <a:ea typeface="+mn-ea"/>
              <a:cs typeface="+mn-cs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>
                <a:latin typeface="+mn-lt"/>
                <a:ea typeface="+mn-ea"/>
                <a:cs typeface="+mn-cs"/>
              </a:rPr>
            </a:fld>
            <a:endParaRPr lang="zh-CN" altLang="en-US">
              <a:latin typeface="+mn-lt"/>
              <a:ea typeface="+mn-ea"/>
              <a:cs typeface="+mn-cs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0" hasCustomPrompt="1"/>
            <p:custDataLst>
              <p:tags r:id="rId6"/>
            </p:custDataLst>
          </p:nvPr>
        </p:nvSpPr>
        <p:spPr>
          <a:xfrm>
            <a:off x="609600" y="1524000"/>
            <a:ext cx="5334000" cy="4724400"/>
          </a:xfrm>
          <a:custGeom>
            <a:avLst/>
            <a:gdLst>
              <a:gd name="connisteX0" fmla="*/ 0 w 5334000"/>
              <a:gd name="connsiteY0" fmla="*/ 203200 h 4724400"/>
              <a:gd name="connisteX1" fmla="*/ 203200 w 5334000"/>
              <a:gd name="connsiteY1" fmla="*/ 0 h 4724400"/>
              <a:gd name="connisteX2" fmla="*/ 5130800 w 5334000"/>
              <a:gd name="connsiteY2" fmla="*/ 0 h 4724400"/>
              <a:gd name="connisteX3" fmla="*/ 5334000 w 5334000"/>
              <a:gd name="connsiteY3" fmla="*/ 203200 h 4724400"/>
              <a:gd name="connisteX4" fmla="*/ 5334000 w 5334000"/>
              <a:gd name="connsiteY4" fmla="*/ 4521200 h 4724400"/>
              <a:gd name="connisteX5" fmla="*/ 5130800 w 5334000"/>
              <a:gd name="connsiteY5" fmla="*/ 4724400 h 4724400"/>
              <a:gd name="connisteX6" fmla="*/ 203200 w 5334000"/>
              <a:gd name="connsiteY6" fmla="*/ 4724400 h 4724400"/>
              <a:gd name="connisteX7" fmla="*/ 0 w 5334000"/>
              <a:gd name="connsiteY7" fmla="*/ 4521200 h 4724400"/>
              <a:gd name="connisteX8" fmla="*/ 0 w 53340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4521200"/>
                </a:lnTo>
                <a:cubicBezTo>
                  <a:pt x="5334000" y="4633424"/>
                  <a:pt x="5243024" y="4724400"/>
                  <a:pt x="51308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>
                <a:latin typeface="+mn-lt"/>
                <a:ea typeface="+mn-ea"/>
                <a:cs typeface="+mn-cs"/>
              </a:defRPr>
            </a:lvl1pPr>
            <a:lvl2pPr>
              <a:buNone/>
              <a:defRPr>
                <a:latin typeface="+mn-lt"/>
                <a:ea typeface="+mn-ea"/>
                <a:cs typeface="+mn-cs"/>
              </a:defRPr>
            </a:lvl2pPr>
            <a:lvl3pPr>
              <a:buNone/>
              <a:defRPr>
                <a:latin typeface="+mn-lt"/>
                <a:ea typeface="+mn-ea"/>
                <a:cs typeface="+mn-cs"/>
              </a:defRPr>
            </a:lvl3pPr>
            <a:lvl4pPr>
              <a:buNone/>
              <a:defRPr>
                <a:latin typeface="+mn-lt"/>
                <a:ea typeface="+mn-ea"/>
                <a:cs typeface="+mn-cs"/>
              </a:defRPr>
            </a:lvl4pPr>
            <a:lvl5pPr>
              <a:buNone/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图片占位符 12"/>
          <p:cNvSpPr>
            <a:spLocks noGrp="1"/>
          </p:cNvSpPr>
          <p:nvPr>
            <p:ph type="pic" idx="16391" hasCustomPrompt="1"/>
            <p:custDataLst>
              <p:tags r:id="rId7"/>
            </p:custDataLst>
          </p:nvPr>
        </p:nvSpPr>
        <p:spPr>
          <a:xfrm>
            <a:off x="2209800" y="1905000"/>
            <a:ext cx="2133600" cy="2133600"/>
          </a:xfrm>
          <a:custGeom>
            <a:avLst/>
            <a:gdLst>
              <a:gd name="connisteX0" fmla="*/ 0 w 2133600"/>
              <a:gd name="connsiteY0" fmla="*/ 1066800 h 2133600"/>
              <a:gd name="connisteX1" fmla="*/ 1066800 w 2133600"/>
              <a:gd name="connsiteY1" fmla="*/ 0 h 2133600"/>
              <a:gd name="connisteX2" fmla="*/ 1066800 w 2133600"/>
              <a:gd name="connsiteY2" fmla="*/ 0 h 2133600"/>
              <a:gd name="connisteX3" fmla="*/ 2133600 w 2133600"/>
              <a:gd name="connsiteY3" fmla="*/ 1066800 h 2133600"/>
              <a:gd name="connisteX4" fmla="*/ 2133600 w 2133600"/>
              <a:gd name="connsiteY4" fmla="*/ 1066800 h 2133600"/>
              <a:gd name="connisteX5" fmla="*/ 1066800 w 2133600"/>
              <a:gd name="connsiteY5" fmla="*/ 2133600 h 2133600"/>
              <a:gd name="connisteX6" fmla="*/ 1066800 w 2133600"/>
              <a:gd name="connsiteY6" fmla="*/ 2133600 h 2133600"/>
              <a:gd name="connisteX7" fmla="*/ 0 w 2133600"/>
              <a:gd name="connsiteY7" fmla="*/ 1066800 h 2133600"/>
              <a:gd name="connisteX8" fmla="*/ 0 w 2133600"/>
              <a:gd name="connsiteY8" fmla="*/ 1066800 h 2133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133600" h="2133600">
                <a:moveTo>
                  <a:pt x="0" y="1066800"/>
                </a:moveTo>
                <a:cubicBezTo>
                  <a:pt x="0" y="477623"/>
                  <a:pt x="477623" y="0"/>
                  <a:pt x="1066800" y="0"/>
                </a:cubicBezTo>
                <a:lnTo>
                  <a:pt x="1066800" y="0"/>
                </a:lnTo>
                <a:cubicBezTo>
                  <a:pt x="1655977" y="0"/>
                  <a:pt x="2133600" y="477623"/>
                  <a:pt x="2133600" y="1066800"/>
                </a:cubicBezTo>
                <a:lnTo>
                  <a:pt x="2133600" y="1066800"/>
                </a:lnTo>
                <a:cubicBezTo>
                  <a:pt x="2133600" y="1655977"/>
                  <a:pt x="1655977" y="2133600"/>
                  <a:pt x="1066800" y="2133600"/>
                </a:cubicBezTo>
                <a:lnTo>
                  <a:pt x="1066800" y="2133600"/>
                </a:lnTo>
                <a:cubicBezTo>
                  <a:pt x="477623" y="2133600"/>
                  <a:pt x="0" y="1655977"/>
                  <a:pt x="0" y="1066800"/>
                </a:cubicBezTo>
                <a:lnTo>
                  <a:pt x="0" y="10668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>
                <a:latin typeface="+mn-lt"/>
                <a:ea typeface="+mn-ea"/>
                <a:cs typeface="+mn-cs"/>
              </a:defRPr>
            </a:lvl2pPr>
            <a:lvl3pPr marL="914400" indent="0">
              <a:buNone/>
              <a:defRPr sz="1200"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sz="1000"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sz="1000">
                <a:latin typeface="+mn-lt"/>
                <a:ea typeface="+mn-ea"/>
                <a:cs typeface="+mn-cs"/>
              </a:defRPr>
            </a:lvl5pPr>
            <a:lvl6pPr marL="2286000" indent="0">
              <a:buNone/>
              <a:defRPr sz="1000">
                <a:latin typeface="+mn-lt"/>
                <a:ea typeface="+mn-ea"/>
                <a:cs typeface="+mn-cs"/>
              </a:defRPr>
            </a:lvl6pPr>
            <a:lvl7pPr marL="2743200" indent="0">
              <a:buNone/>
              <a:defRPr sz="1000">
                <a:latin typeface="+mn-lt"/>
                <a:ea typeface="+mn-ea"/>
                <a:cs typeface="+mn-cs"/>
              </a:defRPr>
            </a:lvl7pPr>
            <a:lvl8pPr marL="3200400" indent="0">
              <a:buNone/>
              <a:defRPr sz="1000">
                <a:latin typeface="+mn-lt"/>
                <a:ea typeface="+mn-ea"/>
                <a:cs typeface="+mn-cs"/>
              </a:defRPr>
            </a:lvl8pPr>
            <a:lvl9pPr marL="3657600" indent="0">
              <a:buNone/>
              <a:defRPr sz="1000"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1016000" y="4394200"/>
            <a:ext cx="452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1016000" y="4953000"/>
            <a:ext cx="4521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6248400" y="1524000"/>
            <a:ext cx="5334000" cy="4724400"/>
          </a:xfrm>
          <a:custGeom>
            <a:avLst/>
            <a:gdLst>
              <a:gd name="connisteX0" fmla="*/ 0 w 5334000"/>
              <a:gd name="connsiteY0" fmla="*/ 203200 h 4724400"/>
              <a:gd name="connisteX1" fmla="*/ 203200 w 5334000"/>
              <a:gd name="connsiteY1" fmla="*/ 0 h 4724400"/>
              <a:gd name="connisteX2" fmla="*/ 5130800 w 5334000"/>
              <a:gd name="connsiteY2" fmla="*/ 0 h 4724400"/>
              <a:gd name="connisteX3" fmla="*/ 5334000 w 5334000"/>
              <a:gd name="connsiteY3" fmla="*/ 203200 h 4724400"/>
              <a:gd name="connisteX4" fmla="*/ 5334000 w 5334000"/>
              <a:gd name="connsiteY4" fmla="*/ 4521200 h 4724400"/>
              <a:gd name="connisteX5" fmla="*/ 5130800 w 5334000"/>
              <a:gd name="connsiteY5" fmla="*/ 4724400 h 4724400"/>
              <a:gd name="connisteX6" fmla="*/ 203200 w 5334000"/>
              <a:gd name="connsiteY6" fmla="*/ 4724400 h 4724400"/>
              <a:gd name="connisteX7" fmla="*/ 0 w 5334000"/>
              <a:gd name="connsiteY7" fmla="*/ 4521200 h 4724400"/>
              <a:gd name="connisteX8" fmla="*/ 0 w 53340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4521200"/>
                </a:lnTo>
                <a:cubicBezTo>
                  <a:pt x="5334000" y="4633424"/>
                  <a:pt x="5243024" y="4724400"/>
                  <a:pt x="51308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>
                <a:latin typeface="+mn-lt"/>
                <a:ea typeface="+mn-ea"/>
                <a:cs typeface="+mn-cs"/>
              </a:defRPr>
            </a:lvl1pPr>
            <a:lvl2pPr>
              <a:buNone/>
              <a:defRPr>
                <a:latin typeface="+mn-lt"/>
                <a:ea typeface="+mn-ea"/>
                <a:cs typeface="+mn-cs"/>
              </a:defRPr>
            </a:lvl2pPr>
            <a:lvl3pPr>
              <a:buNone/>
              <a:defRPr>
                <a:latin typeface="+mn-lt"/>
                <a:ea typeface="+mn-ea"/>
                <a:cs typeface="+mn-cs"/>
              </a:defRPr>
            </a:lvl3pPr>
            <a:lvl4pPr>
              <a:buNone/>
              <a:defRPr>
                <a:latin typeface="+mn-lt"/>
                <a:ea typeface="+mn-ea"/>
                <a:cs typeface="+mn-cs"/>
              </a:defRPr>
            </a:lvl4pPr>
            <a:lvl5pPr>
              <a:buNone/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3" hasCustomPrompt="1"/>
            <p:custDataLst>
              <p:tags r:id="rId11"/>
            </p:custDataLst>
          </p:nvPr>
        </p:nvSpPr>
        <p:spPr>
          <a:xfrm>
            <a:off x="7848600" y="1905000"/>
            <a:ext cx="2133600" cy="2133600"/>
          </a:xfrm>
          <a:custGeom>
            <a:avLst/>
            <a:gdLst>
              <a:gd name="connisteX0" fmla="*/ 0 w 2133600"/>
              <a:gd name="connsiteY0" fmla="*/ 1066800 h 2133600"/>
              <a:gd name="connisteX1" fmla="*/ 1066800 w 2133600"/>
              <a:gd name="connsiteY1" fmla="*/ 0 h 2133600"/>
              <a:gd name="connisteX2" fmla="*/ 1066800 w 2133600"/>
              <a:gd name="connsiteY2" fmla="*/ 0 h 2133600"/>
              <a:gd name="connisteX3" fmla="*/ 2133600 w 2133600"/>
              <a:gd name="connsiteY3" fmla="*/ 1066800 h 2133600"/>
              <a:gd name="connisteX4" fmla="*/ 2133600 w 2133600"/>
              <a:gd name="connsiteY4" fmla="*/ 1066800 h 2133600"/>
              <a:gd name="connisteX5" fmla="*/ 1066800 w 2133600"/>
              <a:gd name="connsiteY5" fmla="*/ 2133600 h 2133600"/>
              <a:gd name="connisteX6" fmla="*/ 1066800 w 2133600"/>
              <a:gd name="connsiteY6" fmla="*/ 2133600 h 2133600"/>
              <a:gd name="connisteX7" fmla="*/ 0 w 2133600"/>
              <a:gd name="connsiteY7" fmla="*/ 1066800 h 2133600"/>
              <a:gd name="connisteX8" fmla="*/ 0 w 2133600"/>
              <a:gd name="connsiteY8" fmla="*/ 1066800 h 2133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133600" h="2133600">
                <a:moveTo>
                  <a:pt x="0" y="1066800"/>
                </a:moveTo>
                <a:cubicBezTo>
                  <a:pt x="0" y="477623"/>
                  <a:pt x="477623" y="0"/>
                  <a:pt x="1066800" y="0"/>
                </a:cubicBezTo>
                <a:lnTo>
                  <a:pt x="1066800" y="0"/>
                </a:lnTo>
                <a:cubicBezTo>
                  <a:pt x="1655977" y="0"/>
                  <a:pt x="2133600" y="477623"/>
                  <a:pt x="2133600" y="1066800"/>
                </a:cubicBezTo>
                <a:lnTo>
                  <a:pt x="2133600" y="1066800"/>
                </a:lnTo>
                <a:cubicBezTo>
                  <a:pt x="2133600" y="1655977"/>
                  <a:pt x="1655977" y="2133600"/>
                  <a:pt x="1066800" y="2133600"/>
                </a:cubicBezTo>
                <a:lnTo>
                  <a:pt x="1066800" y="2133600"/>
                </a:lnTo>
                <a:cubicBezTo>
                  <a:pt x="477623" y="2133600"/>
                  <a:pt x="0" y="1655977"/>
                  <a:pt x="0" y="1066800"/>
                </a:cubicBezTo>
                <a:lnTo>
                  <a:pt x="0" y="10668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>
                <a:latin typeface="+mn-lt"/>
                <a:ea typeface="+mn-ea"/>
                <a:cs typeface="+mn-cs"/>
              </a:defRPr>
            </a:lvl2pPr>
            <a:lvl3pPr marL="914400" indent="0">
              <a:buNone/>
              <a:defRPr sz="1200"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sz="1000"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sz="1000">
                <a:latin typeface="+mn-lt"/>
                <a:ea typeface="+mn-ea"/>
                <a:cs typeface="+mn-cs"/>
              </a:defRPr>
            </a:lvl5pPr>
            <a:lvl6pPr marL="2286000" indent="0">
              <a:buNone/>
              <a:defRPr sz="1000">
                <a:latin typeface="+mn-lt"/>
                <a:ea typeface="+mn-ea"/>
                <a:cs typeface="+mn-cs"/>
              </a:defRPr>
            </a:lvl6pPr>
            <a:lvl7pPr marL="2743200" indent="0">
              <a:buNone/>
              <a:defRPr sz="1000">
                <a:latin typeface="+mn-lt"/>
                <a:ea typeface="+mn-ea"/>
                <a:cs typeface="+mn-cs"/>
              </a:defRPr>
            </a:lvl7pPr>
            <a:lvl8pPr marL="3200400" indent="0">
              <a:buNone/>
              <a:defRPr sz="1000">
                <a:latin typeface="+mn-lt"/>
                <a:ea typeface="+mn-ea"/>
                <a:cs typeface="+mn-cs"/>
              </a:defRPr>
            </a:lvl8pPr>
            <a:lvl9pPr marL="3657600" indent="0">
              <a:buNone/>
              <a:defRPr sz="1000"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6654800" y="4394200"/>
            <a:ext cx="452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6654800" y="4953000"/>
            <a:ext cx="4521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2_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>
                <a:latin typeface="+mn-lt"/>
                <a:ea typeface="+mn-ea"/>
                <a:cs typeface="+mn-cs"/>
              </a:rPr>
            </a:fld>
            <a:endParaRPr lang="zh-CN" altLang="en-US">
              <a:latin typeface="+mn-lt"/>
              <a:ea typeface="+mn-ea"/>
              <a:cs typeface="+mn-cs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latin typeface="+mn-lt"/>
              <a:ea typeface="+mn-ea"/>
              <a:cs typeface="+mn-cs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>
                <a:latin typeface="+mn-lt"/>
                <a:ea typeface="+mn-ea"/>
                <a:cs typeface="+mn-cs"/>
              </a:rPr>
            </a:fld>
            <a:endParaRPr lang="zh-CN" altLang="en-US">
              <a:latin typeface="+mn-lt"/>
              <a:ea typeface="+mn-ea"/>
              <a:cs typeface="+mn-cs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1" hasCustomPrompt="1"/>
            <p:custDataLst>
              <p:tags r:id="rId6"/>
            </p:custDataLst>
          </p:nvPr>
        </p:nvSpPr>
        <p:spPr>
          <a:xfrm>
            <a:off x="609600" y="1524000"/>
            <a:ext cx="5334000" cy="4724400"/>
          </a:xfrm>
          <a:custGeom>
            <a:avLst/>
            <a:gdLst>
              <a:gd name="connisteX0" fmla="*/ 0 w 5334000"/>
              <a:gd name="connsiteY0" fmla="*/ 203200 h 4724400"/>
              <a:gd name="connisteX1" fmla="*/ 203200 w 5334000"/>
              <a:gd name="connsiteY1" fmla="*/ 0 h 4724400"/>
              <a:gd name="connisteX2" fmla="*/ 5130800 w 5334000"/>
              <a:gd name="connsiteY2" fmla="*/ 0 h 4724400"/>
              <a:gd name="connisteX3" fmla="*/ 5334000 w 5334000"/>
              <a:gd name="connsiteY3" fmla="*/ 203200 h 4724400"/>
              <a:gd name="connisteX4" fmla="*/ 5334000 w 5334000"/>
              <a:gd name="connsiteY4" fmla="*/ 4521200 h 4724400"/>
              <a:gd name="connisteX5" fmla="*/ 5130800 w 5334000"/>
              <a:gd name="connsiteY5" fmla="*/ 4724400 h 4724400"/>
              <a:gd name="connisteX6" fmla="*/ 203200 w 5334000"/>
              <a:gd name="connsiteY6" fmla="*/ 4724400 h 4724400"/>
              <a:gd name="connisteX7" fmla="*/ 0 w 5334000"/>
              <a:gd name="connsiteY7" fmla="*/ 4521200 h 4724400"/>
              <a:gd name="connisteX8" fmla="*/ 0 w 53340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4521200"/>
                </a:lnTo>
                <a:cubicBezTo>
                  <a:pt x="5334000" y="4633424"/>
                  <a:pt x="5243024" y="4724400"/>
                  <a:pt x="51308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>
                <a:latin typeface="+mn-lt"/>
                <a:ea typeface="+mn-ea"/>
                <a:cs typeface="+mn-cs"/>
              </a:defRPr>
            </a:lvl1pPr>
            <a:lvl2pPr>
              <a:buNone/>
              <a:defRPr>
                <a:latin typeface="+mn-lt"/>
                <a:ea typeface="+mn-ea"/>
                <a:cs typeface="+mn-cs"/>
              </a:defRPr>
            </a:lvl2pPr>
            <a:lvl3pPr>
              <a:buNone/>
              <a:defRPr>
                <a:latin typeface="+mn-lt"/>
                <a:ea typeface="+mn-ea"/>
                <a:cs typeface="+mn-cs"/>
              </a:defRPr>
            </a:lvl3pPr>
            <a:lvl4pPr>
              <a:buNone/>
              <a:defRPr>
                <a:latin typeface="+mn-lt"/>
                <a:ea typeface="+mn-ea"/>
                <a:cs typeface="+mn-cs"/>
              </a:defRPr>
            </a:lvl4pPr>
            <a:lvl5pPr>
              <a:buNone/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2" hasCustomPrompt="1"/>
            <p:custDataLst>
              <p:tags r:id="rId7"/>
            </p:custDataLst>
          </p:nvPr>
        </p:nvSpPr>
        <p:spPr>
          <a:xfrm>
            <a:off x="2514600" y="22098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>
                <a:latin typeface="+mn-lt"/>
                <a:ea typeface="+mn-ea"/>
                <a:cs typeface="+mn-cs"/>
              </a:defRPr>
            </a:lvl1pPr>
            <a:lvl2pPr>
              <a:buNone/>
              <a:defRPr>
                <a:latin typeface="+mn-lt"/>
                <a:ea typeface="+mn-ea"/>
                <a:cs typeface="+mn-cs"/>
              </a:defRPr>
            </a:lvl2pPr>
            <a:lvl3pPr>
              <a:buNone/>
              <a:defRPr>
                <a:latin typeface="+mn-lt"/>
                <a:ea typeface="+mn-ea"/>
                <a:cs typeface="+mn-cs"/>
              </a:defRPr>
            </a:lvl3pPr>
            <a:lvl4pPr>
              <a:buNone/>
              <a:defRPr>
                <a:latin typeface="+mn-lt"/>
                <a:ea typeface="+mn-ea"/>
                <a:cs typeface="+mn-cs"/>
              </a:defRPr>
            </a:lvl4pPr>
            <a:lvl5pPr>
              <a:buNone/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图片占位符 13"/>
          <p:cNvSpPr>
            <a:spLocks noGrp="1"/>
          </p:cNvSpPr>
          <p:nvPr>
            <p:ph type="pic" idx="16390" hasCustomPrompt="1"/>
            <p:custDataLst>
              <p:tags r:id="rId8"/>
            </p:custDataLst>
          </p:nvPr>
        </p:nvSpPr>
        <p:spPr>
          <a:xfrm>
            <a:off x="2870200" y="2565400"/>
            <a:ext cx="812800" cy="8128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>
                <a:latin typeface="+mn-lt"/>
                <a:ea typeface="+mn-ea"/>
                <a:cs typeface="+mn-cs"/>
              </a:defRPr>
            </a:lvl2pPr>
            <a:lvl3pPr marL="914400" indent="0">
              <a:buNone/>
              <a:defRPr sz="1200"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sz="1000"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sz="1000">
                <a:latin typeface="+mn-lt"/>
                <a:ea typeface="+mn-ea"/>
                <a:cs typeface="+mn-cs"/>
              </a:defRPr>
            </a:lvl5pPr>
            <a:lvl6pPr marL="2286000" indent="0">
              <a:buNone/>
              <a:defRPr sz="1000">
                <a:latin typeface="+mn-lt"/>
                <a:ea typeface="+mn-ea"/>
                <a:cs typeface="+mn-cs"/>
              </a:defRPr>
            </a:lvl6pPr>
            <a:lvl7pPr marL="2743200" indent="0">
              <a:buNone/>
              <a:defRPr sz="1000">
                <a:latin typeface="+mn-lt"/>
                <a:ea typeface="+mn-ea"/>
                <a:cs typeface="+mn-cs"/>
              </a:defRPr>
            </a:lvl7pPr>
            <a:lvl8pPr marL="3200400" indent="0">
              <a:buNone/>
              <a:defRPr sz="1000">
                <a:latin typeface="+mn-lt"/>
                <a:ea typeface="+mn-ea"/>
                <a:cs typeface="+mn-cs"/>
              </a:defRPr>
            </a:lvl8pPr>
            <a:lvl9pPr marL="3657600" indent="0">
              <a:buNone/>
              <a:defRPr sz="1000"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6" hasCustomPrompt="1"/>
            <p:custDataLst>
              <p:tags r:id="rId9"/>
            </p:custDataLst>
          </p:nvPr>
        </p:nvSpPr>
        <p:spPr>
          <a:xfrm>
            <a:off x="1016000" y="4089400"/>
            <a:ext cx="452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7" hasCustomPrompt="1"/>
            <p:custDataLst>
              <p:tags r:id="rId10"/>
            </p:custDataLst>
          </p:nvPr>
        </p:nvSpPr>
        <p:spPr>
          <a:xfrm>
            <a:off x="1016000" y="4648200"/>
            <a:ext cx="4521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16394" hasCustomPrompt="1"/>
            <p:custDataLst>
              <p:tags r:id="rId11"/>
            </p:custDataLst>
          </p:nvPr>
        </p:nvSpPr>
        <p:spPr>
          <a:xfrm>
            <a:off x="6248400" y="1524000"/>
            <a:ext cx="5334000" cy="4724400"/>
          </a:xfrm>
          <a:custGeom>
            <a:avLst/>
            <a:gdLst>
              <a:gd name="connisteX0" fmla="*/ 0 w 5334000"/>
              <a:gd name="connsiteY0" fmla="*/ 203200 h 4724400"/>
              <a:gd name="connisteX1" fmla="*/ 203200 w 5334000"/>
              <a:gd name="connsiteY1" fmla="*/ 0 h 4724400"/>
              <a:gd name="connisteX2" fmla="*/ 5130800 w 5334000"/>
              <a:gd name="connsiteY2" fmla="*/ 0 h 4724400"/>
              <a:gd name="connisteX3" fmla="*/ 5334000 w 5334000"/>
              <a:gd name="connsiteY3" fmla="*/ 203200 h 4724400"/>
              <a:gd name="connisteX4" fmla="*/ 5334000 w 5334000"/>
              <a:gd name="connsiteY4" fmla="*/ 4521200 h 4724400"/>
              <a:gd name="connisteX5" fmla="*/ 5130800 w 5334000"/>
              <a:gd name="connsiteY5" fmla="*/ 4724400 h 4724400"/>
              <a:gd name="connisteX6" fmla="*/ 203200 w 5334000"/>
              <a:gd name="connsiteY6" fmla="*/ 4724400 h 4724400"/>
              <a:gd name="connisteX7" fmla="*/ 0 w 5334000"/>
              <a:gd name="connsiteY7" fmla="*/ 4521200 h 4724400"/>
              <a:gd name="connisteX8" fmla="*/ 0 w 53340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4521200"/>
                </a:lnTo>
                <a:cubicBezTo>
                  <a:pt x="5334000" y="4633424"/>
                  <a:pt x="5243024" y="4724400"/>
                  <a:pt x="51308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>
                <a:latin typeface="+mn-lt"/>
                <a:ea typeface="+mn-ea"/>
                <a:cs typeface="+mn-cs"/>
              </a:defRPr>
            </a:lvl1pPr>
            <a:lvl2pPr>
              <a:buNone/>
              <a:defRPr>
                <a:latin typeface="+mn-lt"/>
                <a:ea typeface="+mn-ea"/>
                <a:cs typeface="+mn-cs"/>
              </a:defRPr>
            </a:lvl2pPr>
            <a:lvl3pPr>
              <a:buNone/>
              <a:defRPr>
                <a:latin typeface="+mn-lt"/>
                <a:ea typeface="+mn-ea"/>
                <a:cs typeface="+mn-cs"/>
              </a:defRPr>
            </a:lvl3pPr>
            <a:lvl4pPr>
              <a:buNone/>
              <a:defRPr>
                <a:latin typeface="+mn-lt"/>
                <a:ea typeface="+mn-ea"/>
                <a:cs typeface="+mn-cs"/>
              </a:defRPr>
            </a:lvl4pPr>
            <a:lvl5pPr>
              <a:buNone/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装饰  7"/>
          <p:cNvSpPr>
            <a:spLocks noGrp="1"/>
          </p:cNvSpPr>
          <p:nvPr>
            <p:ph type="body" idx="16395" hasCustomPrompt="1"/>
            <p:custDataLst>
              <p:tags r:id="rId12"/>
            </p:custDataLst>
          </p:nvPr>
        </p:nvSpPr>
        <p:spPr>
          <a:xfrm>
            <a:off x="8153400" y="22098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rgbClr val="FFFFFF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>
                <a:latin typeface="+mn-lt"/>
                <a:ea typeface="+mn-ea"/>
                <a:cs typeface="+mn-cs"/>
              </a:defRPr>
            </a:lvl1pPr>
            <a:lvl2pPr>
              <a:buNone/>
              <a:defRPr>
                <a:latin typeface="+mn-lt"/>
                <a:ea typeface="+mn-ea"/>
                <a:cs typeface="+mn-cs"/>
              </a:defRPr>
            </a:lvl2pPr>
            <a:lvl3pPr>
              <a:buNone/>
              <a:defRPr>
                <a:latin typeface="+mn-lt"/>
                <a:ea typeface="+mn-ea"/>
                <a:cs typeface="+mn-cs"/>
              </a:defRPr>
            </a:lvl3pPr>
            <a:lvl4pPr>
              <a:buNone/>
              <a:defRPr>
                <a:latin typeface="+mn-lt"/>
                <a:ea typeface="+mn-ea"/>
                <a:cs typeface="+mn-cs"/>
              </a:defRPr>
            </a:lvl4pPr>
            <a:lvl5pPr>
              <a:buNone/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9" name="图片占位符 18"/>
          <p:cNvSpPr>
            <a:spLocks noGrp="1"/>
          </p:cNvSpPr>
          <p:nvPr>
            <p:ph type="pic" idx="16393" hasCustomPrompt="1"/>
            <p:custDataLst>
              <p:tags r:id="rId13"/>
            </p:custDataLst>
          </p:nvPr>
        </p:nvSpPr>
        <p:spPr>
          <a:xfrm>
            <a:off x="8509000" y="2565400"/>
            <a:ext cx="812800" cy="8128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>
                <a:latin typeface="+mn-lt"/>
                <a:ea typeface="+mn-ea"/>
                <a:cs typeface="+mn-cs"/>
              </a:defRPr>
            </a:lvl2pPr>
            <a:lvl3pPr marL="914400" indent="0">
              <a:buNone/>
              <a:defRPr sz="1200"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sz="1000"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sz="1000">
                <a:latin typeface="+mn-lt"/>
                <a:ea typeface="+mn-ea"/>
                <a:cs typeface="+mn-cs"/>
              </a:defRPr>
            </a:lvl5pPr>
            <a:lvl6pPr marL="2286000" indent="0">
              <a:buNone/>
              <a:defRPr sz="1000">
                <a:latin typeface="+mn-lt"/>
                <a:ea typeface="+mn-ea"/>
                <a:cs typeface="+mn-cs"/>
              </a:defRPr>
            </a:lvl6pPr>
            <a:lvl7pPr marL="2743200" indent="0">
              <a:buNone/>
              <a:defRPr sz="1000">
                <a:latin typeface="+mn-lt"/>
                <a:ea typeface="+mn-ea"/>
                <a:cs typeface="+mn-cs"/>
              </a:defRPr>
            </a:lvl7pPr>
            <a:lvl8pPr marL="3200400" indent="0">
              <a:buNone/>
              <a:defRPr sz="1000">
                <a:latin typeface="+mn-lt"/>
                <a:ea typeface="+mn-ea"/>
                <a:cs typeface="+mn-cs"/>
              </a:defRPr>
            </a:lvl8pPr>
            <a:lvl9pPr marL="3657600" indent="0">
              <a:buNone/>
              <a:defRPr sz="1000"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0" name="文本占位符 19"/>
          <p:cNvSpPr>
            <a:spLocks noGrp="1"/>
          </p:cNvSpPr>
          <p:nvPr>
            <p:ph type="body" idx="16388" hasCustomPrompt="1"/>
            <p:custDataLst>
              <p:tags r:id="rId14"/>
            </p:custDataLst>
          </p:nvPr>
        </p:nvSpPr>
        <p:spPr>
          <a:xfrm>
            <a:off x="6654800" y="4089400"/>
            <a:ext cx="452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89" hasCustomPrompt="1"/>
            <p:custDataLst>
              <p:tags r:id="rId15"/>
            </p:custDataLst>
          </p:nvPr>
        </p:nvSpPr>
        <p:spPr>
          <a:xfrm>
            <a:off x="6654800" y="4648200"/>
            <a:ext cx="4521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上标下左内下右表-装饰无-默认位置-并列-61_24_group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>
                <a:latin typeface="+mn-lt"/>
                <a:ea typeface="+mn-ea"/>
                <a:cs typeface="+mn-cs"/>
              </a:rPr>
            </a:fld>
            <a:endParaRPr lang="zh-CN" altLang="en-US">
              <a:latin typeface="+mn-lt"/>
              <a:ea typeface="+mn-ea"/>
              <a:cs typeface="+mn-cs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latin typeface="+mn-lt"/>
              <a:ea typeface="+mn-ea"/>
              <a:cs typeface="+mn-cs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>
                <a:latin typeface="+mn-lt"/>
                <a:ea typeface="+mn-ea"/>
                <a:cs typeface="+mn-cs"/>
              </a:rPr>
            </a:fld>
            <a:endParaRPr lang="zh-CN" altLang="en-US">
              <a:latin typeface="+mn-lt"/>
              <a:ea typeface="+mn-ea"/>
              <a:cs typeface="+mn-cs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2" hasCustomPrompt="1"/>
            <p:custDataLst>
              <p:tags r:id="rId6"/>
            </p:custDataLst>
          </p:nvPr>
        </p:nvSpPr>
        <p:spPr>
          <a:xfrm>
            <a:off x="7543800" y="1524000"/>
            <a:ext cx="4038600" cy="4724400"/>
          </a:xfrm>
          <a:custGeom>
            <a:avLst/>
            <a:gdLst>
              <a:gd name="connisteX0" fmla="*/ 0 w 4038600"/>
              <a:gd name="connsiteY0" fmla="*/ 0 h 4724400"/>
              <a:gd name="connisteX1" fmla="*/ 3835400 w 4038600"/>
              <a:gd name="connsiteY1" fmla="*/ 0 h 4724400"/>
              <a:gd name="connisteX2" fmla="*/ 4038600 w 4038600"/>
              <a:gd name="connsiteY2" fmla="*/ 203200 h 4724400"/>
              <a:gd name="connisteX3" fmla="*/ 4038600 w 4038600"/>
              <a:gd name="connsiteY3" fmla="*/ 4521200 h 4724400"/>
              <a:gd name="connisteX4" fmla="*/ 3835400 w 4038600"/>
              <a:gd name="connsiteY4" fmla="*/ 4724400 h 4724400"/>
              <a:gd name="connisteX5" fmla="*/ 0 w 4038600"/>
              <a:gd name="connsiteY5" fmla="*/ 4724400 h 4724400"/>
              <a:gd name="connisteX6" fmla="*/ 0 w 4038600"/>
              <a:gd name="connsiteY6" fmla="*/ 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4038600" h="4724400">
                <a:moveTo>
                  <a:pt x="0" y="0"/>
                </a:moveTo>
                <a:lnTo>
                  <a:pt x="3835400" y="0"/>
                </a:lnTo>
                <a:cubicBezTo>
                  <a:pt x="3947624" y="0"/>
                  <a:pt x="4038600" y="90976"/>
                  <a:pt x="4038600" y="203200"/>
                </a:cubicBezTo>
                <a:lnTo>
                  <a:pt x="4038600" y="4521200"/>
                </a:lnTo>
                <a:cubicBezTo>
                  <a:pt x="4038600" y="4633424"/>
                  <a:pt x="3947624" y="4724400"/>
                  <a:pt x="3835400" y="4724400"/>
                </a:cubicBezTo>
                <a:lnTo>
                  <a:pt x="0" y="47244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>
                <a:latin typeface="+mn-lt"/>
                <a:ea typeface="+mn-ea"/>
                <a:cs typeface="+mn-cs"/>
              </a:defRPr>
            </a:lvl1pPr>
            <a:lvl2pPr>
              <a:buNone/>
              <a:defRPr>
                <a:latin typeface="+mn-lt"/>
                <a:ea typeface="+mn-ea"/>
                <a:cs typeface="+mn-cs"/>
              </a:defRPr>
            </a:lvl2pPr>
            <a:lvl3pPr>
              <a:buNone/>
              <a:defRPr>
                <a:latin typeface="+mn-lt"/>
                <a:ea typeface="+mn-ea"/>
                <a:cs typeface="+mn-cs"/>
              </a:defRPr>
            </a:lvl3pPr>
            <a:lvl4pPr>
              <a:buNone/>
              <a:defRPr>
                <a:latin typeface="+mn-lt"/>
                <a:ea typeface="+mn-ea"/>
                <a:cs typeface="+mn-cs"/>
              </a:defRPr>
            </a:lvl4pPr>
            <a:lvl5pPr>
              <a:buNone/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3" hasCustomPrompt="1"/>
            <p:custDataLst>
              <p:tags r:id="rId7"/>
            </p:custDataLst>
          </p:nvPr>
        </p:nvSpPr>
        <p:spPr>
          <a:xfrm>
            <a:off x="609600" y="1524000"/>
            <a:ext cx="6934200" cy="4724400"/>
          </a:xfrm>
          <a:custGeom>
            <a:avLst/>
            <a:gdLst>
              <a:gd name="connisteX0" fmla="*/ 0 w 6934200"/>
              <a:gd name="connsiteY0" fmla="*/ 203200 h 4724400"/>
              <a:gd name="connisteX1" fmla="*/ 203200 w 6934200"/>
              <a:gd name="connsiteY1" fmla="*/ 0 h 4724400"/>
              <a:gd name="connisteX2" fmla="*/ 6934200 w 6934200"/>
              <a:gd name="connsiteY2" fmla="*/ 0 h 4724400"/>
              <a:gd name="connisteX3" fmla="*/ 6934200 w 6934200"/>
              <a:gd name="connsiteY3" fmla="*/ 4724400 h 4724400"/>
              <a:gd name="connisteX4" fmla="*/ 203200 w 6934200"/>
              <a:gd name="connsiteY4" fmla="*/ 4724400 h 4724400"/>
              <a:gd name="connisteX5" fmla="*/ 0 w 6934200"/>
              <a:gd name="connsiteY5" fmla="*/ 4521200 h 4724400"/>
              <a:gd name="connisteX6" fmla="*/ 0 w 6934200"/>
              <a:gd name="connsiteY6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69342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6934200" y="0"/>
                </a:lnTo>
                <a:lnTo>
                  <a:pt x="6934200" y="4724400"/>
                </a:ln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>
                <a:latin typeface="+mn-lt"/>
                <a:ea typeface="+mn-ea"/>
                <a:cs typeface="+mn-cs"/>
              </a:defRPr>
            </a:lvl1pPr>
            <a:lvl2pPr>
              <a:buNone/>
              <a:defRPr>
                <a:latin typeface="+mn-lt"/>
                <a:ea typeface="+mn-ea"/>
                <a:cs typeface="+mn-cs"/>
              </a:defRPr>
            </a:lvl2pPr>
            <a:lvl3pPr>
              <a:buNone/>
              <a:defRPr>
                <a:latin typeface="+mn-lt"/>
                <a:ea typeface="+mn-ea"/>
                <a:cs typeface="+mn-cs"/>
              </a:defRPr>
            </a:lvl3pPr>
            <a:lvl4pPr>
              <a:buNone/>
              <a:defRPr>
                <a:latin typeface="+mn-lt"/>
                <a:ea typeface="+mn-ea"/>
                <a:cs typeface="+mn-cs"/>
              </a:defRPr>
            </a:lvl4pPr>
            <a:lvl5pPr>
              <a:buNone/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1085850" y="2374900"/>
            <a:ext cx="876300" cy="736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5800" b="0" spc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6" hasCustomPrompt="1"/>
            <p:custDataLst>
              <p:tags r:id="rId9"/>
            </p:custDataLst>
          </p:nvPr>
        </p:nvSpPr>
        <p:spPr>
          <a:xfrm>
            <a:off x="1066800" y="3454400"/>
            <a:ext cx="27051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7" hasCustomPrompt="1"/>
            <p:custDataLst>
              <p:tags r:id="rId10"/>
            </p:custDataLst>
          </p:nvPr>
        </p:nvSpPr>
        <p:spPr>
          <a:xfrm>
            <a:off x="1066800" y="3962400"/>
            <a:ext cx="27051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1" hasCustomPrompt="1"/>
            <p:custDataLst>
              <p:tags r:id="rId11"/>
            </p:custDataLst>
          </p:nvPr>
        </p:nvSpPr>
        <p:spPr>
          <a:xfrm>
            <a:off x="4400550" y="2374900"/>
            <a:ext cx="876300" cy="736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5800" b="0" spc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4381500" y="3454400"/>
            <a:ext cx="27051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4381500" y="3962400"/>
            <a:ext cx="27051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8_5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>
                <a:latin typeface="+mn-lt"/>
                <a:ea typeface="+mn-ea"/>
                <a:cs typeface="+mn-cs"/>
              </a:rPr>
            </a:fld>
            <a:endParaRPr lang="zh-CN" altLang="en-US">
              <a:latin typeface="+mn-lt"/>
              <a:ea typeface="+mn-ea"/>
              <a:cs typeface="+mn-cs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latin typeface="+mn-lt"/>
              <a:ea typeface="+mn-ea"/>
              <a:cs typeface="+mn-cs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>
                <a:latin typeface="+mn-lt"/>
                <a:ea typeface="+mn-ea"/>
                <a:cs typeface="+mn-cs"/>
              </a:rPr>
            </a:fld>
            <a:endParaRPr lang="zh-CN" altLang="en-US">
              <a:latin typeface="+mn-lt"/>
              <a:ea typeface="+mn-ea"/>
              <a:cs typeface="+mn-cs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0" hasCustomPrompt="1"/>
            <p:custDataLst>
              <p:tags r:id="rId6"/>
            </p:custDataLst>
          </p:nvPr>
        </p:nvSpPr>
        <p:spPr>
          <a:xfrm>
            <a:off x="609600" y="3606800"/>
            <a:ext cx="5334000" cy="2641600"/>
          </a:xfrm>
          <a:custGeom>
            <a:avLst/>
            <a:gdLst>
              <a:gd name="connisteX0" fmla="*/ 0 w 5334000"/>
              <a:gd name="connsiteY0" fmla="*/ 0 h 2641600"/>
              <a:gd name="connisteX1" fmla="*/ 5334000 w 5334000"/>
              <a:gd name="connsiteY1" fmla="*/ 0 h 2641600"/>
              <a:gd name="connisteX2" fmla="*/ 5334000 w 5334000"/>
              <a:gd name="connsiteY2" fmla="*/ 2438400 h 2641600"/>
              <a:gd name="connisteX3" fmla="*/ 5130800 w 5334000"/>
              <a:gd name="connsiteY3" fmla="*/ 2641600 h 2641600"/>
              <a:gd name="connisteX4" fmla="*/ 203200 w 5334000"/>
              <a:gd name="connsiteY4" fmla="*/ 2641600 h 2641600"/>
              <a:gd name="connisteX5" fmla="*/ 0 w 5334000"/>
              <a:gd name="connsiteY5" fmla="*/ 2438400 h 2641600"/>
              <a:gd name="connisteX6" fmla="*/ 0 w 5334000"/>
              <a:gd name="connsiteY6" fmla="*/ 0 h 2641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641600">
                <a:moveTo>
                  <a:pt x="0" y="0"/>
                </a:moveTo>
                <a:lnTo>
                  <a:pt x="5334000" y="0"/>
                </a:lnTo>
                <a:lnTo>
                  <a:pt x="5334000" y="2438400"/>
                </a:lnTo>
                <a:cubicBezTo>
                  <a:pt x="5334000" y="2550624"/>
                  <a:pt x="5243024" y="2641600"/>
                  <a:pt x="5130800" y="2641600"/>
                </a:cubicBezTo>
                <a:lnTo>
                  <a:pt x="203200" y="2641600"/>
                </a:lnTo>
                <a:cubicBezTo>
                  <a:pt x="90976" y="2641600"/>
                  <a:pt x="0" y="2550624"/>
                  <a:pt x="0" y="24384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>
                <a:latin typeface="+mn-lt"/>
                <a:ea typeface="+mn-ea"/>
                <a:cs typeface="+mn-cs"/>
              </a:defRPr>
            </a:lvl1pPr>
            <a:lvl2pPr>
              <a:buNone/>
              <a:defRPr>
                <a:latin typeface="+mn-lt"/>
                <a:ea typeface="+mn-ea"/>
                <a:cs typeface="+mn-cs"/>
              </a:defRPr>
            </a:lvl2pPr>
            <a:lvl3pPr>
              <a:buNone/>
              <a:defRPr>
                <a:latin typeface="+mn-lt"/>
                <a:ea typeface="+mn-ea"/>
                <a:cs typeface="+mn-cs"/>
              </a:defRPr>
            </a:lvl3pPr>
            <a:lvl4pPr>
              <a:buNone/>
              <a:defRPr>
                <a:latin typeface="+mn-lt"/>
                <a:ea typeface="+mn-ea"/>
                <a:cs typeface="+mn-cs"/>
              </a:defRPr>
            </a:lvl4pPr>
            <a:lvl5pPr>
              <a:buNone/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图片占位符 12"/>
          <p:cNvSpPr>
            <a:spLocks noGrp="1"/>
          </p:cNvSpPr>
          <p:nvPr>
            <p:ph type="pic" idx="16391" hasCustomPrompt="1"/>
            <p:custDataLst>
              <p:tags r:id="rId7"/>
            </p:custDataLst>
          </p:nvPr>
        </p:nvSpPr>
        <p:spPr>
          <a:xfrm>
            <a:off x="609600" y="1524000"/>
            <a:ext cx="5334000" cy="2082800"/>
          </a:xfrm>
          <a:custGeom>
            <a:avLst/>
            <a:gdLst>
              <a:gd name="connisteX0" fmla="*/ 0 w 5334000"/>
              <a:gd name="connsiteY0" fmla="*/ 203200 h 2082800"/>
              <a:gd name="connisteX1" fmla="*/ 203200 w 5334000"/>
              <a:gd name="connsiteY1" fmla="*/ 0 h 2082800"/>
              <a:gd name="connisteX2" fmla="*/ 5130800 w 5334000"/>
              <a:gd name="connsiteY2" fmla="*/ 0 h 2082800"/>
              <a:gd name="connisteX3" fmla="*/ 5334000 w 5334000"/>
              <a:gd name="connsiteY3" fmla="*/ 203200 h 2082800"/>
              <a:gd name="connisteX4" fmla="*/ 5334000 w 5334000"/>
              <a:gd name="connsiteY4" fmla="*/ 2082800 h 2082800"/>
              <a:gd name="connisteX5" fmla="*/ 0 w 5334000"/>
              <a:gd name="connsiteY5" fmla="*/ 2082800 h 2082800"/>
              <a:gd name="connisteX6" fmla="*/ 0 w 5334000"/>
              <a:gd name="connsiteY6" fmla="*/ 203200 h 208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082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82800"/>
                </a:lnTo>
                <a:lnTo>
                  <a:pt x="0" y="20828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>
                <a:latin typeface="+mn-lt"/>
                <a:ea typeface="+mn-ea"/>
                <a:cs typeface="+mn-cs"/>
              </a:defRPr>
            </a:lvl2pPr>
            <a:lvl3pPr marL="914400" indent="0">
              <a:buNone/>
              <a:defRPr sz="1200"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sz="1000"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sz="1000">
                <a:latin typeface="+mn-lt"/>
                <a:ea typeface="+mn-ea"/>
                <a:cs typeface="+mn-cs"/>
              </a:defRPr>
            </a:lvl5pPr>
            <a:lvl6pPr marL="2286000" indent="0">
              <a:buNone/>
              <a:defRPr sz="1000">
                <a:latin typeface="+mn-lt"/>
                <a:ea typeface="+mn-ea"/>
                <a:cs typeface="+mn-cs"/>
              </a:defRPr>
            </a:lvl6pPr>
            <a:lvl7pPr marL="2743200" indent="0">
              <a:buNone/>
              <a:defRPr sz="1000">
                <a:latin typeface="+mn-lt"/>
                <a:ea typeface="+mn-ea"/>
                <a:cs typeface="+mn-cs"/>
              </a:defRPr>
            </a:lvl7pPr>
            <a:lvl8pPr marL="3200400" indent="0">
              <a:buNone/>
              <a:defRPr sz="1000">
                <a:latin typeface="+mn-lt"/>
                <a:ea typeface="+mn-ea"/>
                <a:cs typeface="+mn-cs"/>
              </a:defRPr>
            </a:lvl8pPr>
            <a:lvl9pPr marL="3657600" indent="0">
              <a:buNone/>
              <a:defRPr sz="1000"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914400" y="39116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914400" y="4419600"/>
            <a:ext cx="47244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6248400" y="3606800"/>
            <a:ext cx="5334000" cy="2641600"/>
          </a:xfrm>
          <a:custGeom>
            <a:avLst/>
            <a:gdLst>
              <a:gd name="connisteX0" fmla="*/ 0 w 5334000"/>
              <a:gd name="connsiteY0" fmla="*/ 0 h 2641600"/>
              <a:gd name="connisteX1" fmla="*/ 5334000 w 5334000"/>
              <a:gd name="connsiteY1" fmla="*/ 0 h 2641600"/>
              <a:gd name="connisteX2" fmla="*/ 5334000 w 5334000"/>
              <a:gd name="connsiteY2" fmla="*/ 2438400 h 2641600"/>
              <a:gd name="connisteX3" fmla="*/ 5130800 w 5334000"/>
              <a:gd name="connsiteY3" fmla="*/ 2641600 h 2641600"/>
              <a:gd name="connisteX4" fmla="*/ 203200 w 5334000"/>
              <a:gd name="connsiteY4" fmla="*/ 2641600 h 2641600"/>
              <a:gd name="connisteX5" fmla="*/ 0 w 5334000"/>
              <a:gd name="connsiteY5" fmla="*/ 2438400 h 2641600"/>
              <a:gd name="connisteX6" fmla="*/ 0 w 5334000"/>
              <a:gd name="connsiteY6" fmla="*/ 0 h 2641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641600">
                <a:moveTo>
                  <a:pt x="0" y="0"/>
                </a:moveTo>
                <a:lnTo>
                  <a:pt x="5334000" y="0"/>
                </a:lnTo>
                <a:lnTo>
                  <a:pt x="5334000" y="2438400"/>
                </a:lnTo>
                <a:cubicBezTo>
                  <a:pt x="5334000" y="2550624"/>
                  <a:pt x="5243024" y="2641600"/>
                  <a:pt x="5130800" y="2641600"/>
                </a:cubicBezTo>
                <a:lnTo>
                  <a:pt x="203200" y="2641600"/>
                </a:lnTo>
                <a:cubicBezTo>
                  <a:pt x="90976" y="2641600"/>
                  <a:pt x="0" y="2550624"/>
                  <a:pt x="0" y="24384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>
                <a:latin typeface="+mn-lt"/>
                <a:ea typeface="+mn-ea"/>
                <a:cs typeface="+mn-cs"/>
              </a:defRPr>
            </a:lvl1pPr>
            <a:lvl2pPr>
              <a:buNone/>
              <a:defRPr>
                <a:latin typeface="+mn-lt"/>
                <a:ea typeface="+mn-ea"/>
                <a:cs typeface="+mn-cs"/>
              </a:defRPr>
            </a:lvl2pPr>
            <a:lvl3pPr>
              <a:buNone/>
              <a:defRPr>
                <a:latin typeface="+mn-lt"/>
                <a:ea typeface="+mn-ea"/>
                <a:cs typeface="+mn-cs"/>
              </a:defRPr>
            </a:lvl3pPr>
            <a:lvl4pPr>
              <a:buNone/>
              <a:defRPr>
                <a:latin typeface="+mn-lt"/>
                <a:ea typeface="+mn-ea"/>
                <a:cs typeface="+mn-cs"/>
              </a:defRPr>
            </a:lvl4pPr>
            <a:lvl5pPr>
              <a:buNone/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3" hasCustomPrompt="1"/>
            <p:custDataLst>
              <p:tags r:id="rId11"/>
            </p:custDataLst>
          </p:nvPr>
        </p:nvSpPr>
        <p:spPr>
          <a:xfrm>
            <a:off x="6248400" y="1524000"/>
            <a:ext cx="5334000" cy="2082800"/>
          </a:xfrm>
          <a:custGeom>
            <a:avLst/>
            <a:gdLst>
              <a:gd name="connisteX0" fmla="*/ 0 w 5334000"/>
              <a:gd name="connsiteY0" fmla="*/ 203200 h 2082800"/>
              <a:gd name="connisteX1" fmla="*/ 203200 w 5334000"/>
              <a:gd name="connsiteY1" fmla="*/ 0 h 2082800"/>
              <a:gd name="connisteX2" fmla="*/ 5130800 w 5334000"/>
              <a:gd name="connsiteY2" fmla="*/ 0 h 2082800"/>
              <a:gd name="connisteX3" fmla="*/ 5334000 w 5334000"/>
              <a:gd name="connsiteY3" fmla="*/ 203200 h 2082800"/>
              <a:gd name="connisteX4" fmla="*/ 5334000 w 5334000"/>
              <a:gd name="connsiteY4" fmla="*/ 2082800 h 2082800"/>
              <a:gd name="connisteX5" fmla="*/ 0 w 5334000"/>
              <a:gd name="connsiteY5" fmla="*/ 2082800 h 2082800"/>
              <a:gd name="connisteX6" fmla="*/ 0 w 5334000"/>
              <a:gd name="connsiteY6" fmla="*/ 203200 h 208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082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82800"/>
                </a:lnTo>
                <a:lnTo>
                  <a:pt x="0" y="20828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>
                <a:latin typeface="+mn-lt"/>
                <a:ea typeface="+mn-ea"/>
                <a:cs typeface="+mn-cs"/>
              </a:defRPr>
            </a:lvl2pPr>
            <a:lvl3pPr marL="914400" indent="0">
              <a:buNone/>
              <a:defRPr sz="1200"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sz="1000"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sz="1000">
                <a:latin typeface="+mn-lt"/>
                <a:ea typeface="+mn-ea"/>
                <a:cs typeface="+mn-cs"/>
              </a:defRPr>
            </a:lvl5pPr>
            <a:lvl6pPr marL="2286000" indent="0">
              <a:buNone/>
              <a:defRPr sz="1000">
                <a:latin typeface="+mn-lt"/>
                <a:ea typeface="+mn-ea"/>
                <a:cs typeface="+mn-cs"/>
              </a:defRPr>
            </a:lvl6pPr>
            <a:lvl7pPr marL="2743200" indent="0">
              <a:buNone/>
              <a:defRPr sz="1000">
                <a:latin typeface="+mn-lt"/>
                <a:ea typeface="+mn-ea"/>
                <a:cs typeface="+mn-cs"/>
              </a:defRPr>
            </a:lvl7pPr>
            <a:lvl8pPr marL="3200400" indent="0">
              <a:buNone/>
              <a:defRPr sz="1000">
                <a:latin typeface="+mn-lt"/>
                <a:ea typeface="+mn-ea"/>
                <a:cs typeface="+mn-cs"/>
              </a:defRPr>
            </a:lvl8pPr>
            <a:lvl9pPr marL="3657600" indent="0">
              <a:buNone/>
              <a:defRPr sz="1000"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6553200" y="39116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6553200" y="4419600"/>
            <a:ext cx="47244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12_10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>
                <a:latin typeface="+mn-lt"/>
                <a:ea typeface="+mn-ea"/>
                <a:cs typeface="+mn-cs"/>
              </a:rPr>
            </a:fld>
            <a:endParaRPr lang="zh-CN" altLang="en-US">
              <a:latin typeface="+mn-lt"/>
              <a:ea typeface="+mn-ea"/>
              <a:cs typeface="+mn-cs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latin typeface="+mn-lt"/>
              <a:ea typeface="+mn-ea"/>
              <a:cs typeface="+mn-cs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>
                <a:latin typeface="+mn-lt"/>
                <a:ea typeface="+mn-ea"/>
                <a:cs typeface="+mn-cs"/>
              </a:rPr>
            </a:fld>
            <a:endParaRPr lang="zh-CN" altLang="en-US">
              <a:latin typeface="+mn-lt"/>
              <a:ea typeface="+mn-ea"/>
              <a:cs typeface="+mn-cs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0" hasCustomPrompt="1"/>
            <p:custDataLst>
              <p:tags r:id="rId6"/>
            </p:custDataLst>
          </p:nvPr>
        </p:nvSpPr>
        <p:spPr>
          <a:xfrm>
            <a:off x="609600" y="1524000"/>
            <a:ext cx="5486400" cy="4724400"/>
          </a:xfrm>
          <a:custGeom>
            <a:avLst/>
            <a:gdLst>
              <a:gd name="connisteX0" fmla="*/ 0 w 5486400"/>
              <a:gd name="connsiteY0" fmla="*/ 203200 h 4724400"/>
              <a:gd name="connisteX1" fmla="*/ 203200 w 5486400"/>
              <a:gd name="connsiteY1" fmla="*/ 0 h 4724400"/>
              <a:gd name="connisteX2" fmla="*/ 5283200 w 5486400"/>
              <a:gd name="connsiteY2" fmla="*/ 0 h 4724400"/>
              <a:gd name="connisteX3" fmla="*/ 5486400 w 5486400"/>
              <a:gd name="connsiteY3" fmla="*/ 203200 h 4724400"/>
              <a:gd name="connisteX4" fmla="*/ 5486400 w 5486400"/>
              <a:gd name="connsiteY4" fmla="*/ 4521200 h 4724400"/>
              <a:gd name="connisteX5" fmla="*/ 5283200 w 5486400"/>
              <a:gd name="connsiteY5" fmla="*/ 4724400 h 4724400"/>
              <a:gd name="connisteX6" fmla="*/ 203200 w 5486400"/>
              <a:gd name="connsiteY6" fmla="*/ 4724400 h 4724400"/>
              <a:gd name="connisteX7" fmla="*/ 0 w 5486400"/>
              <a:gd name="connsiteY7" fmla="*/ 4521200 h 4724400"/>
              <a:gd name="connisteX8" fmla="*/ 0 w 5486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486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283200" y="0"/>
                </a:lnTo>
                <a:cubicBezTo>
                  <a:pt x="5395424" y="0"/>
                  <a:pt x="5486400" y="90976"/>
                  <a:pt x="5486400" y="203200"/>
                </a:cubicBezTo>
                <a:lnTo>
                  <a:pt x="5486400" y="4521200"/>
                </a:lnTo>
                <a:cubicBezTo>
                  <a:pt x="5486400" y="4633424"/>
                  <a:pt x="5395424" y="4724400"/>
                  <a:pt x="5283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>
                <a:latin typeface="+mn-lt"/>
                <a:ea typeface="+mn-ea"/>
                <a:cs typeface="+mn-cs"/>
              </a:defRPr>
            </a:lvl1pPr>
            <a:lvl2pPr>
              <a:buNone/>
              <a:defRPr>
                <a:latin typeface="+mn-lt"/>
                <a:ea typeface="+mn-ea"/>
                <a:cs typeface="+mn-cs"/>
              </a:defRPr>
            </a:lvl2pPr>
            <a:lvl3pPr>
              <a:buNone/>
              <a:defRPr>
                <a:latin typeface="+mn-lt"/>
                <a:ea typeface="+mn-ea"/>
                <a:cs typeface="+mn-cs"/>
              </a:defRPr>
            </a:lvl3pPr>
            <a:lvl4pPr>
              <a:buNone/>
              <a:defRPr>
                <a:latin typeface="+mn-lt"/>
                <a:ea typeface="+mn-ea"/>
                <a:cs typeface="+mn-cs"/>
              </a:defRPr>
            </a:lvl4pPr>
            <a:lvl5pPr>
              <a:buNone/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6553200" y="18034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6553200" y="2362200"/>
            <a:ext cx="5029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6553200" y="41910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6553200" y="4749800"/>
            <a:ext cx="5029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27_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>
                <a:latin typeface="+mn-lt"/>
                <a:ea typeface="+mn-ea"/>
                <a:cs typeface="+mn-cs"/>
              </a:rPr>
            </a:fld>
            <a:endParaRPr lang="zh-CN" altLang="en-US">
              <a:latin typeface="+mn-lt"/>
              <a:ea typeface="+mn-ea"/>
              <a:cs typeface="+mn-cs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latin typeface="+mn-lt"/>
              <a:ea typeface="+mn-ea"/>
              <a:cs typeface="+mn-cs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>
                <a:latin typeface="+mn-lt"/>
                <a:ea typeface="+mn-ea"/>
                <a:cs typeface="+mn-cs"/>
              </a:rPr>
            </a:fld>
            <a:endParaRPr lang="zh-CN" altLang="en-US">
              <a:latin typeface="+mn-lt"/>
              <a:ea typeface="+mn-ea"/>
              <a:cs typeface="+mn-cs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2" hasCustomPrompt="1"/>
            <p:custDataLst>
              <p:tags r:id="rId6"/>
            </p:custDataLst>
          </p:nvPr>
        </p:nvSpPr>
        <p:spPr>
          <a:xfrm>
            <a:off x="609600" y="2413000"/>
            <a:ext cx="1524000" cy="1524000"/>
          </a:xfrm>
          <a:custGeom>
            <a:avLst/>
            <a:gdLst>
              <a:gd name="connisteX0" fmla="*/ 0 w 1524000"/>
              <a:gd name="connsiteY0" fmla="*/ 304800 h 1524000"/>
              <a:gd name="connisteX1" fmla="*/ 304800 w 1524000"/>
              <a:gd name="connsiteY1" fmla="*/ 0 h 1524000"/>
              <a:gd name="connisteX2" fmla="*/ 1219200 w 1524000"/>
              <a:gd name="connsiteY2" fmla="*/ 0 h 1524000"/>
              <a:gd name="connisteX3" fmla="*/ 1524000 w 1524000"/>
              <a:gd name="connsiteY3" fmla="*/ 304800 h 1524000"/>
              <a:gd name="connisteX4" fmla="*/ 1524000 w 1524000"/>
              <a:gd name="connsiteY4" fmla="*/ 1219200 h 1524000"/>
              <a:gd name="connisteX5" fmla="*/ 1219200 w 1524000"/>
              <a:gd name="connsiteY5" fmla="*/ 1524000 h 1524000"/>
              <a:gd name="connisteX6" fmla="*/ 304800 w 1524000"/>
              <a:gd name="connsiteY6" fmla="*/ 1524000 h 1524000"/>
              <a:gd name="connisteX7" fmla="*/ 0 w 1524000"/>
              <a:gd name="connsiteY7" fmla="*/ 1219200 h 1524000"/>
              <a:gd name="connisteX8" fmla="*/ 0 w 1524000"/>
              <a:gd name="connsiteY8" fmla="*/ 3048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304800"/>
                </a:moveTo>
                <a:cubicBezTo>
                  <a:pt x="0" y="136464"/>
                  <a:pt x="136464" y="0"/>
                  <a:pt x="304800" y="0"/>
                </a:cubicBezTo>
                <a:lnTo>
                  <a:pt x="1219200" y="0"/>
                </a:lnTo>
                <a:cubicBezTo>
                  <a:pt x="1387536" y="0"/>
                  <a:pt x="1524000" y="136464"/>
                  <a:pt x="1524000" y="304800"/>
                </a:cubicBezTo>
                <a:lnTo>
                  <a:pt x="1524000" y="1219200"/>
                </a:lnTo>
                <a:cubicBezTo>
                  <a:pt x="1524000" y="1387536"/>
                  <a:pt x="1387536" y="1524000"/>
                  <a:pt x="1219200" y="1524000"/>
                </a:cubicBezTo>
                <a:lnTo>
                  <a:pt x="304800" y="1524000"/>
                </a:lnTo>
                <a:cubicBezTo>
                  <a:pt x="136464" y="1524000"/>
                  <a:pt x="0" y="1387536"/>
                  <a:pt x="0" y="1219200"/>
                </a:cubicBezTo>
                <a:lnTo>
                  <a:pt x="0" y="3048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>
                <a:latin typeface="+mn-lt"/>
                <a:ea typeface="+mn-ea"/>
                <a:cs typeface="+mn-cs"/>
              </a:defRPr>
            </a:lvl1pPr>
            <a:lvl2pPr>
              <a:buNone/>
              <a:defRPr>
                <a:latin typeface="+mn-lt"/>
                <a:ea typeface="+mn-ea"/>
                <a:cs typeface="+mn-cs"/>
              </a:defRPr>
            </a:lvl2pPr>
            <a:lvl3pPr>
              <a:buNone/>
              <a:defRPr>
                <a:latin typeface="+mn-lt"/>
                <a:ea typeface="+mn-ea"/>
                <a:cs typeface="+mn-cs"/>
              </a:defRPr>
            </a:lvl3pPr>
            <a:lvl4pPr>
              <a:buNone/>
              <a:defRPr>
                <a:latin typeface="+mn-lt"/>
                <a:ea typeface="+mn-ea"/>
                <a:cs typeface="+mn-cs"/>
              </a:defRPr>
            </a:lvl4pPr>
            <a:lvl5pPr>
              <a:buNone/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920750" y="2794000"/>
            <a:ext cx="901700" cy="762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6000" b="0" spc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609600" y="4191000"/>
            <a:ext cx="518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609600" y="4749800"/>
            <a:ext cx="5181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3" hasCustomPrompt="1"/>
            <p:custDataLst>
              <p:tags r:id="rId10"/>
            </p:custDataLst>
          </p:nvPr>
        </p:nvSpPr>
        <p:spPr>
          <a:xfrm>
            <a:off x="6400800" y="2413000"/>
            <a:ext cx="1524000" cy="1524000"/>
          </a:xfrm>
          <a:custGeom>
            <a:avLst/>
            <a:gdLst>
              <a:gd name="connisteX0" fmla="*/ 0 w 1524000"/>
              <a:gd name="connsiteY0" fmla="*/ 304800 h 1524000"/>
              <a:gd name="connisteX1" fmla="*/ 304800 w 1524000"/>
              <a:gd name="connsiteY1" fmla="*/ 0 h 1524000"/>
              <a:gd name="connisteX2" fmla="*/ 1219200 w 1524000"/>
              <a:gd name="connsiteY2" fmla="*/ 0 h 1524000"/>
              <a:gd name="connisteX3" fmla="*/ 1524000 w 1524000"/>
              <a:gd name="connsiteY3" fmla="*/ 304800 h 1524000"/>
              <a:gd name="connisteX4" fmla="*/ 1524000 w 1524000"/>
              <a:gd name="connsiteY4" fmla="*/ 1219200 h 1524000"/>
              <a:gd name="connisteX5" fmla="*/ 1219200 w 1524000"/>
              <a:gd name="connsiteY5" fmla="*/ 1524000 h 1524000"/>
              <a:gd name="connisteX6" fmla="*/ 304800 w 1524000"/>
              <a:gd name="connsiteY6" fmla="*/ 1524000 h 1524000"/>
              <a:gd name="connisteX7" fmla="*/ 0 w 1524000"/>
              <a:gd name="connsiteY7" fmla="*/ 1219200 h 1524000"/>
              <a:gd name="connisteX8" fmla="*/ 0 w 1524000"/>
              <a:gd name="connsiteY8" fmla="*/ 3048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304800"/>
                </a:moveTo>
                <a:cubicBezTo>
                  <a:pt x="0" y="136464"/>
                  <a:pt x="136464" y="0"/>
                  <a:pt x="304800" y="0"/>
                </a:cubicBezTo>
                <a:lnTo>
                  <a:pt x="1219200" y="0"/>
                </a:lnTo>
                <a:cubicBezTo>
                  <a:pt x="1387536" y="0"/>
                  <a:pt x="1524000" y="136464"/>
                  <a:pt x="1524000" y="304800"/>
                </a:cubicBezTo>
                <a:lnTo>
                  <a:pt x="1524000" y="1219200"/>
                </a:lnTo>
                <a:cubicBezTo>
                  <a:pt x="1524000" y="1387536"/>
                  <a:pt x="1387536" y="1524000"/>
                  <a:pt x="1219200" y="1524000"/>
                </a:cubicBezTo>
                <a:lnTo>
                  <a:pt x="304800" y="1524000"/>
                </a:lnTo>
                <a:cubicBezTo>
                  <a:pt x="136464" y="1524000"/>
                  <a:pt x="0" y="1387536"/>
                  <a:pt x="0" y="1219200"/>
                </a:cubicBezTo>
                <a:lnTo>
                  <a:pt x="0" y="3048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>
                <a:latin typeface="+mn-lt"/>
                <a:ea typeface="+mn-ea"/>
                <a:cs typeface="+mn-cs"/>
              </a:defRPr>
            </a:lvl1pPr>
            <a:lvl2pPr>
              <a:buNone/>
              <a:defRPr>
                <a:latin typeface="+mn-lt"/>
                <a:ea typeface="+mn-ea"/>
                <a:cs typeface="+mn-cs"/>
              </a:defRPr>
            </a:lvl2pPr>
            <a:lvl3pPr>
              <a:buNone/>
              <a:defRPr>
                <a:latin typeface="+mn-lt"/>
                <a:ea typeface="+mn-ea"/>
                <a:cs typeface="+mn-cs"/>
              </a:defRPr>
            </a:lvl3pPr>
            <a:lvl4pPr>
              <a:buNone/>
              <a:defRPr>
                <a:latin typeface="+mn-lt"/>
                <a:ea typeface="+mn-ea"/>
                <a:cs typeface="+mn-cs"/>
              </a:defRPr>
            </a:lvl4pPr>
            <a:lvl5pPr>
              <a:buNone/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1" hasCustomPrompt="1"/>
            <p:custDataLst>
              <p:tags r:id="rId11"/>
            </p:custDataLst>
          </p:nvPr>
        </p:nvSpPr>
        <p:spPr>
          <a:xfrm>
            <a:off x="6711950" y="2794000"/>
            <a:ext cx="901700" cy="762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6000" b="0" spc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6400800" y="4191000"/>
            <a:ext cx="518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6400800" y="4749800"/>
            <a:ext cx="5181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4_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>
                <a:latin typeface="+mn-lt"/>
                <a:ea typeface="+mn-ea"/>
                <a:cs typeface="+mn-cs"/>
              </a:rPr>
            </a:fld>
            <a:endParaRPr lang="zh-CN" altLang="en-US">
              <a:latin typeface="+mn-lt"/>
              <a:ea typeface="+mn-ea"/>
              <a:cs typeface="+mn-cs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latin typeface="+mn-lt"/>
              <a:ea typeface="+mn-ea"/>
              <a:cs typeface="+mn-cs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>
                <a:latin typeface="+mn-lt"/>
                <a:ea typeface="+mn-ea"/>
                <a:cs typeface="+mn-cs"/>
              </a:rPr>
            </a:fld>
            <a:endParaRPr lang="zh-CN" altLang="en-US">
              <a:latin typeface="+mn-lt"/>
              <a:ea typeface="+mn-ea"/>
              <a:cs typeface="+mn-cs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图片占位符 11"/>
          <p:cNvSpPr>
            <a:spLocks noGrp="1"/>
          </p:cNvSpPr>
          <p:nvPr>
            <p:ph type="pic" idx="16390" hasCustomPrompt="1"/>
            <p:custDataLst>
              <p:tags r:id="rId6"/>
            </p:custDataLst>
          </p:nvPr>
        </p:nvSpPr>
        <p:spPr>
          <a:xfrm>
            <a:off x="2032000" y="1803400"/>
            <a:ext cx="2336800" cy="2336800"/>
          </a:xfrm>
          <a:custGeom>
            <a:avLst/>
            <a:gdLst>
              <a:gd name="connisteX0" fmla="*/ 0 w 2336800"/>
              <a:gd name="connsiteY0" fmla="*/ 1168400 h 2336800"/>
              <a:gd name="connisteX1" fmla="*/ 1168400 w 2336800"/>
              <a:gd name="connsiteY1" fmla="*/ 0 h 2336800"/>
              <a:gd name="connisteX2" fmla="*/ 1168400 w 2336800"/>
              <a:gd name="connsiteY2" fmla="*/ 0 h 2336800"/>
              <a:gd name="connisteX3" fmla="*/ 2336800 w 2336800"/>
              <a:gd name="connsiteY3" fmla="*/ 1168400 h 2336800"/>
              <a:gd name="connisteX4" fmla="*/ 2336800 w 2336800"/>
              <a:gd name="connsiteY4" fmla="*/ 1168400 h 2336800"/>
              <a:gd name="connisteX5" fmla="*/ 1168400 w 2336800"/>
              <a:gd name="connsiteY5" fmla="*/ 2336800 h 2336800"/>
              <a:gd name="connisteX6" fmla="*/ 1168400 w 2336800"/>
              <a:gd name="connsiteY6" fmla="*/ 2336800 h 2336800"/>
              <a:gd name="connisteX7" fmla="*/ 0 w 2336800"/>
              <a:gd name="connsiteY7" fmla="*/ 1168400 h 2336800"/>
              <a:gd name="connisteX8" fmla="*/ 0 w 2336800"/>
              <a:gd name="connsiteY8" fmla="*/ 11684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336800" h="2336800">
                <a:moveTo>
                  <a:pt x="0" y="1168400"/>
                </a:moveTo>
                <a:cubicBezTo>
                  <a:pt x="0" y="523110"/>
                  <a:pt x="523110" y="0"/>
                  <a:pt x="1168400" y="0"/>
                </a:cubicBezTo>
                <a:lnTo>
                  <a:pt x="1168400" y="0"/>
                </a:lnTo>
                <a:cubicBezTo>
                  <a:pt x="1813690" y="0"/>
                  <a:pt x="2336800" y="523110"/>
                  <a:pt x="2336800" y="1168400"/>
                </a:cubicBezTo>
                <a:lnTo>
                  <a:pt x="2336800" y="1168400"/>
                </a:lnTo>
                <a:cubicBezTo>
                  <a:pt x="2336800" y="1813690"/>
                  <a:pt x="1813690" y="2336800"/>
                  <a:pt x="1168400" y="2336800"/>
                </a:cubicBezTo>
                <a:lnTo>
                  <a:pt x="1168400" y="2336800"/>
                </a:lnTo>
                <a:cubicBezTo>
                  <a:pt x="523110" y="2336800"/>
                  <a:pt x="0" y="1813690"/>
                  <a:pt x="0" y="1168400"/>
                </a:cubicBezTo>
                <a:lnTo>
                  <a:pt x="0" y="11684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>
                <a:latin typeface="+mn-lt"/>
                <a:ea typeface="+mn-ea"/>
                <a:cs typeface="+mn-cs"/>
              </a:defRPr>
            </a:lvl2pPr>
            <a:lvl3pPr marL="914400" indent="0">
              <a:buNone/>
              <a:defRPr sz="1200"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sz="1000"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sz="1000">
                <a:latin typeface="+mn-lt"/>
                <a:ea typeface="+mn-ea"/>
                <a:cs typeface="+mn-cs"/>
              </a:defRPr>
            </a:lvl5pPr>
            <a:lvl6pPr marL="2286000" indent="0">
              <a:buNone/>
              <a:defRPr sz="1000">
                <a:latin typeface="+mn-lt"/>
                <a:ea typeface="+mn-ea"/>
                <a:cs typeface="+mn-cs"/>
              </a:defRPr>
            </a:lvl6pPr>
            <a:lvl7pPr marL="2743200" indent="0">
              <a:buNone/>
              <a:defRPr sz="1000">
                <a:latin typeface="+mn-lt"/>
                <a:ea typeface="+mn-ea"/>
                <a:cs typeface="+mn-cs"/>
              </a:defRPr>
            </a:lvl7pPr>
            <a:lvl8pPr marL="3200400" indent="0">
              <a:buNone/>
              <a:defRPr sz="1000">
                <a:latin typeface="+mn-lt"/>
                <a:ea typeface="+mn-ea"/>
                <a:cs typeface="+mn-cs"/>
              </a:defRPr>
            </a:lvl8pPr>
            <a:lvl9pPr marL="3657600" indent="0">
              <a:buNone/>
              <a:defRPr sz="1000"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609600" y="4495800"/>
            <a:ext cx="518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609600" y="5054600"/>
            <a:ext cx="51816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图片占位符 14"/>
          <p:cNvSpPr>
            <a:spLocks noGrp="1"/>
          </p:cNvSpPr>
          <p:nvPr>
            <p:ph type="pic" idx="16391" hasCustomPrompt="1"/>
            <p:custDataLst>
              <p:tags r:id="rId9"/>
            </p:custDataLst>
          </p:nvPr>
        </p:nvSpPr>
        <p:spPr>
          <a:xfrm>
            <a:off x="7823200" y="1803400"/>
            <a:ext cx="2336800" cy="2336800"/>
          </a:xfrm>
          <a:custGeom>
            <a:avLst/>
            <a:gdLst>
              <a:gd name="connisteX0" fmla="*/ 0 w 2336800"/>
              <a:gd name="connsiteY0" fmla="*/ 1168400 h 2336800"/>
              <a:gd name="connisteX1" fmla="*/ 1168400 w 2336800"/>
              <a:gd name="connsiteY1" fmla="*/ 0 h 2336800"/>
              <a:gd name="connisteX2" fmla="*/ 1168400 w 2336800"/>
              <a:gd name="connsiteY2" fmla="*/ 0 h 2336800"/>
              <a:gd name="connisteX3" fmla="*/ 2336800 w 2336800"/>
              <a:gd name="connsiteY3" fmla="*/ 1168400 h 2336800"/>
              <a:gd name="connisteX4" fmla="*/ 2336800 w 2336800"/>
              <a:gd name="connsiteY4" fmla="*/ 1168400 h 2336800"/>
              <a:gd name="connisteX5" fmla="*/ 1168400 w 2336800"/>
              <a:gd name="connsiteY5" fmla="*/ 2336800 h 2336800"/>
              <a:gd name="connisteX6" fmla="*/ 1168400 w 2336800"/>
              <a:gd name="connsiteY6" fmla="*/ 2336800 h 2336800"/>
              <a:gd name="connisteX7" fmla="*/ 0 w 2336800"/>
              <a:gd name="connsiteY7" fmla="*/ 1168400 h 2336800"/>
              <a:gd name="connisteX8" fmla="*/ 0 w 2336800"/>
              <a:gd name="connsiteY8" fmla="*/ 11684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336800" h="2336800">
                <a:moveTo>
                  <a:pt x="0" y="1168400"/>
                </a:moveTo>
                <a:cubicBezTo>
                  <a:pt x="0" y="523110"/>
                  <a:pt x="523110" y="0"/>
                  <a:pt x="1168400" y="0"/>
                </a:cubicBezTo>
                <a:lnTo>
                  <a:pt x="1168400" y="0"/>
                </a:lnTo>
                <a:cubicBezTo>
                  <a:pt x="1813690" y="0"/>
                  <a:pt x="2336800" y="523110"/>
                  <a:pt x="2336800" y="1168400"/>
                </a:cubicBezTo>
                <a:lnTo>
                  <a:pt x="2336800" y="1168400"/>
                </a:lnTo>
                <a:cubicBezTo>
                  <a:pt x="2336800" y="1813690"/>
                  <a:pt x="1813690" y="2336800"/>
                  <a:pt x="1168400" y="2336800"/>
                </a:cubicBezTo>
                <a:lnTo>
                  <a:pt x="1168400" y="2336800"/>
                </a:lnTo>
                <a:cubicBezTo>
                  <a:pt x="523110" y="2336800"/>
                  <a:pt x="0" y="1813690"/>
                  <a:pt x="0" y="1168400"/>
                </a:cubicBezTo>
                <a:lnTo>
                  <a:pt x="0" y="11684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>
                <a:latin typeface="+mn-lt"/>
                <a:ea typeface="+mn-ea"/>
                <a:cs typeface="+mn-cs"/>
              </a:defRPr>
            </a:lvl2pPr>
            <a:lvl3pPr marL="914400" indent="0">
              <a:buNone/>
              <a:defRPr sz="1200"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sz="1000"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sz="1000">
                <a:latin typeface="+mn-lt"/>
                <a:ea typeface="+mn-ea"/>
                <a:cs typeface="+mn-cs"/>
              </a:defRPr>
            </a:lvl5pPr>
            <a:lvl6pPr marL="2286000" indent="0">
              <a:buNone/>
              <a:defRPr sz="1000">
                <a:latin typeface="+mn-lt"/>
                <a:ea typeface="+mn-ea"/>
                <a:cs typeface="+mn-cs"/>
              </a:defRPr>
            </a:lvl6pPr>
            <a:lvl7pPr marL="2743200" indent="0">
              <a:buNone/>
              <a:defRPr sz="1000">
                <a:latin typeface="+mn-lt"/>
                <a:ea typeface="+mn-ea"/>
                <a:cs typeface="+mn-cs"/>
              </a:defRPr>
            </a:lvl7pPr>
            <a:lvl8pPr marL="3200400" indent="0">
              <a:buNone/>
              <a:defRPr sz="1000">
                <a:latin typeface="+mn-lt"/>
                <a:ea typeface="+mn-ea"/>
                <a:cs typeface="+mn-cs"/>
              </a:defRPr>
            </a:lvl8pPr>
            <a:lvl9pPr marL="3657600" indent="0">
              <a:buNone/>
              <a:defRPr sz="1000"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8" hasCustomPrompt="1"/>
            <p:custDataLst>
              <p:tags r:id="rId10"/>
            </p:custDataLst>
          </p:nvPr>
        </p:nvSpPr>
        <p:spPr>
          <a:xfrm>
            <a:off x="6400800" y="4495800"/>
            <a:ext cx="518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9" hasCustomPrompt="1"/>
            <p:custDataLst>
              <p:tags r:id="rId11"/>
            </p:custDataLst>
          </p:nvPr>
        </p:nvSpPr>
        <p:spPr>
          <a:xfrm>
            <a:off x="6400800" y="5054600"/>
            <a:ext cx="51816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53_6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>
                <a:latin typeface="+mn-lt"/>
                <a:ea typeface="+mn-ea"/>
                <a:cs typeface="+mn-cs"/>
              </a:rPr>
            </a:fld>
            <a:endParaRPr lang="zh-CN" altLang="en-US">
              <a:latin typeface="+mn-lt"/>
              <a:ea typeface="+mn-ea"/>
              <a:cs typeface="+mn-cs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latin typeface="+mn-lt"/>
              <a:ea typeface="+mn-ea"/>
              <a:cs typeface="+mn-cs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>
                <a:latin typeface="+mn-lt"/>
                <a:ea typeface="+mn-ea"/>
                <a:cs typeface="+mn-cs"/>
              </a:rPr>
            </a:fld>
            <a:endParaRPr lang="zh-CN" altLang="en-US">
              <a:latin typeface="+mn-lt"/>
              <a:ea typeface="+mn-ea"/>
              <a:cs typeface="+mn-cs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0" hasCustomPrompt="1"/>
            <p:custDataLst>
              <p:tags r:id="rId6"/>
            </p:custDataLst>
          </p:nvPr>
        </p:nvSpPr>
        <p:spPr>
          <a:xfrm>
            <a:off x="609600" y="3556000"/>
            <a:ext cx="5334000" cy="2692400"/>
          </a:xfrm>
          <a:custGeom>
            <a:avLst/>
            <a:gdLst>
              <a:gd name="connisteX0" fmla="*/ 0 w 5334000"/>
              <a:gd name="connsiteY0" fmla="*/ 0 h 2692400"/>
              <a:gd name="connisteX1" fmla="*/ 5334000 w 5334000"/>
              <a:gd name="connsiteY1" fmla="*/ 0 h 2692400"/>
              <a:gd name="connisteX2" fmla="*/ 5334000 w 5334000"/>
              <a:gd name="connsiteY2" fmla="*/ 2489200 h 2692400"/>
              <a:gd name="connisteX3" fmla="*/ 5130800 w 5334000"/>
              <a:gd name="connsiteY3" fmla="*/ 2692400 h 2692400"/>
              <a:gd name="connisteX4" fmla="*/ 203200 w 5334000"/>
              <a:gd name="connsiteY4" fmla="*/ 2692400 h 2692400"/>
              <a:gd name="connisteX5" fmla="*/ 0 w 5334000"/>
              <a:gd name="connsiteY5" fmla="*/ 2489200 h 2692400"/>
              <a:gd name="connisteX6" fmla="*/ 0 w 53340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692400">
                <a:moveTo>
                  <a:pt x="0" y="0"/>
                </a:moveTo>
                <a:lnTo>
                  <a:pt x="5334000" y="0"/>
                </a:lnTo>
                <a:lnTo>
                  <a:pt x="5334000" y="2489200"/>
                </a:lnTo>
                <a:cubicBezTo>
                  <a:pt x="5334000" y="2601424"/>
                  <a:pt x="5243024" y="2692400"/>
                  <a:pt x="51308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>
                <a:latin typeface="+mn-lt"/>
                <a:ea typeface="+mn-ea"/>
                <a:cs typeface="+mn-cs"/>
              </a:defRPr>
            </a:lvl1pPr>
            <a:lvl2pPr>
              <a:buNone/>
              <a:defRPr>
                <a:latin typeface="+mn-lt"/>
                <a:ea typeface="+mn-ea"/>
                <a:cs typeface="+mn-cs"/>
              </a:defRPr>
            </a:lvl2pPr>
            <a:lvl3pPr>
              <a:buNone/>
              <a:defRPr>
                <a:latin typeface="+mn-lt"/>
                <a:ea typeface="+mn-ea"/>
                <a:cs typeface="+mn-cs"/>
              </a:defRPr>
            </a:lvl3pPr>
            <a:lvl4pPr>
              <a:buNone/>
              <a:defRPr>
                <a:latin typeface="+mn-lt"/>
                <a:ea typeface="+mn-ea"/>
                <a:cs typeface="+mn-cs"/>
              </a:defRPr>
            </a:lvl4pPr>
            <a:lvl5pPr>
              <a:buNone/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图片占位符 12"/>
          <p:cNvSpPr>
            <a:spLocks noGrp="1"/>
          </p:cNvSpPr>
          <p:nvPr>
            <p:ph type="pic" idx="16391" hasCustomPrompt="1"/>
            <p:custDataLst>
              <p:tags r:id="rId7"/>
            </p:custDataLst>
          </p:nvPr>
        </p:nvSpPr>
        <p:spPr>
          <a:xfrm>
            <a:off x="609600" y="1524000"/>
            <a:ext cx="5334000" cy="2032000"/>
          </a:xfrm>
          <a:custGeom>
            <a:avLst/>
            <a:gdLst>
              <a:gd name="connisteX0" fmla="*/ 0 w 5334000"/>
              <a:gd name="connsiteY0" fmla="*/ 203200 h 2032000"/>
              <a:gd name="connisteX1" fmla="*/ 203200 w 5334000"/>
              <a:gd name="connsiteY1" fmla="*/ 0 h 2032000"/>
              <a:gd name="connisteX2" fmla="*/ 5130800 w 5334000"/>
              <a:gd name="connsiteY2" fmla="*/ 0 h 2032000"/>
              <a:gd name="connisteX3" fmla="*/ 5334000 w 5334000"/>
              <a:gd name="connsiteY3" fmla="*/ 203200 h 2032000"/>
              <a:gd name="connisteX4" fmla="*/ 5334000 w 5334000"/>
              <a:gd name="connsiteY4" fmla="*/ 2032000 h 2032000"/>
              <a:gd name="connisteX5" fmla="*/ 0 w 5334000"/>
              <a:gd name="connsiteY5" fmla="*/ 2032000 h 2032000"/>
              <a:gd name="connisteX6" fmla="*/ 0 w 53340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>
                <a:latin typeface="+mn-lt"/>
                <a:ea typeface="+mn-ea"/>
                <a:cs typeface="+mn-cs"/>
              </a:defRPr>
            </a:lvl2pPr>
            <a:lvl3pPr marL="914400" indent="0">
              <a:buNone/>
              <a:defRPr sz="1200"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sz="1000"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sz="1000">
                <a:latin typeface="+mn-lt"/>
                <a:ea typeface="+mn-ea"/>
                <a:cs typeface="+mn-cs"/>
              </a:defRPr>
            </a:lvl5pPr>
            <a:lvl6pPr marL="2286000" indent="0">
              <a:buNone/>
              <a:defRPr sz="1000">
                <a:latin typeface="+mn-lt"/>
                <a:ea typeface="+mn-ea"/>
                <a:cs typeface="+mn-cs"/>
              </a:defRPr>
            </a:lvl6pPr>
            <a:lvl7pPr marL="2743200" indent="0">
              <a:buNone/>
              <a:defRPr sz="1000">
                <a:latin typeface="+mn-lt"/>
                <a:ea typeface="+mn-ea"/>
                <a:cs typeface="+mn-cs"/>
              </a:defRPr>
            </a:lvl7pPr>
            <a:lvl8pPr marL="3200400" indent="0">
              <a:buNone/>
              <a:defRPr sz="1000">
                <a:latin typeface="+mn-lt"/>
                <a:ea typeface="+mn-ea"/>
                <a:cs typeface="+mn-cs"/>
              </a:defRPr>
            </a:lvl8pPr>
            <a:lvl9pPr marL="3657600" indent="0">
              <a:buNone/>
              <a:defRPr sz="1000"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914400" y="37592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914400" y="4216400"/>
            <a:ext cx="47244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6248400" y="3556000"/>
            <a:ext cx="5334000" cy="2692400"/>
          </a:xfrm>
          <a:custGeom>
            <a:avLst/>
            <a:gdLst>
              <a:gd name="connisteX0" fmla="*/ 0 w 5334000"/>
              <a:gd name="connsiteY0" fmla="*/ 0 h 2692400"/>
              <a:gd name="connisteX1" fmla="*/ 5334000 w 5334000"/>
              <a:gd name="connsiteY1" fmla="*/ 0 h 2692400"/>
              <a:gd name="connisteX2" fmla="*/ 5334000 w 5334000"/>
              <a:gd name="connsiteY2" fmla="*/ 2489200 h 2692400"/>
              <a:gd name="connisteX3" fmla="*/ 5130800 w 5334000"/>
              <a:gd name="connsiteY3" fmla="*/ 2692400 h 2692400"/>
              <a:gd name="connisteX4" fmla="*/ 203200 w 5334000"/>
              <a:gd name="connsiteY4" fmla="*/ 2692400 h 2692400"/>
              <a:gd name="connisteX5" fmla="*/ 0 w 5334000"/>
              <a:gd name="connsiteY5" fmla="*/ 2489200 h 2692400"/>
              <a:gd name="connisteX6" fmla="*/ 0 w 53340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692400">
                <a:moveTo>
                  <a:pt x="0" y="0"/>
                </a:moveTo>
                <a:lnTo>
                  <a:pt x="5334000" y="0"/>
                </a:lnTo>
                <a:lnTo>
                  <a:pt x="5334000" y="2489200"/>
                </a:lnTo>
                <a:cubicBezTo>
                  <a:pt x="5334000" y="2601424"/>
                  <a:pt x="5243024" y="2692400"/>
                  <a:pt x="51308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>
                <a:latin typeface="+mn-lt"/>
                <a:ea typeface="+mn-ea"/>
                <a:cs typeface="+mn-cs"/>
              </a:defRPr>
            </a:lvl1pPr>
            <a:lvl2pPr>
              <a:buNone/>
              <a:defRPr>
                <a:latin typeface="+mn-lt"/>
                <a:ea typeface="+mn-ea"/>
                <a:cs typeface="+mn-cs"/>
              </a:defRPr>
            </a:lvl2pPr>
            <a:lvl3pPr>
              <a:buNone/>
              <a:defRPr>
                <a:latin typeface="+mn-lt"/>
                <a:ea typeface="+mn-ea"/>
                <a:cs typeface="+mn-cs"/>
              </a:defRPr>
            </a:lvl3pPr>
            <a:lvl4pPr>
              <a:buNone/>
              <a:defRPr>
                <a:latin typeface="+mn-lt"/>
                <a:ea typeface="+mn-ea"/>
                <a:cs typeface="+mn-cs"/>
              </a:defRPr>
            </a:lvl4pPr>
            <a:lvl5pPr>
              <a:buNone/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3" hasCustomPrompt="1"/>
            <p:custDataLst>
              <p:tags r:id="rId11"/>
            </p:custDataLst>
          </p:nvPr>
        </p:nvSpPr>
        <p:spPr>
          <a:xfrm>
            <a:off x="6248400" y="1524000"/>
            <a:ext cx="5334000" cy="2032000"/>
          </a:xfrm>
          <a:custGeom>
            <a:avLst/>
            <a:gdLst>
              <a:gd name="connisteX0" fmla="*/ 0 w 5334000"/>
              <a:gd name="connsiteY0" fmla="*/ 203200 h 2032000"/>
              <a:gd name="connisteX1" fmla="*/ 203200 w 5334000"/>
              <a:gd name="connsiteY1" fmla="*/ 0 h 2032000"/>
              <a:gd name="connisteX2" fmla="*/ 5130800 w 5334000"/>
              <a:gd name="connsiteY2" fmla="*/ 0 h 2032000"/>
              <a:gd name="connisteX3" fmla="*/ 5334000 w 5334000"/>
              <a:gd name="connsiteY3" fmla="*/ 203200 h 2032000"/>
              <a:gd name="connisteX4" fmla="*/ 5334000 w 5334000"/>
              <a:gd name="connsiteY4" fmla="*/ 2032000 h 2032000"/>
              <a:gd name="connisteX5" fmla="*/ 0 w 5334000"/>
              <a:gd name="connsiteY5" fmla="*/ 2032000 h 2032000"/>
              <a:gd name="connisteX6" fmla="*/ 0 w 53340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>
                <a:latin typeface="+mn-lt"/>
                <a:ea typeface="+mn-ea"/>
                <a:cs typeface="+mn-cs"/>
              </a:defRPr>
            </a:lvl2pPr>
            <a:lvl3pPr marL="914400" indent="0">
              <a:buNone/>
              <a:defRPr sz="1200"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sz="1000"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sz="1000">
                <a:latin typeface="+mn-lt"/>
                <a:ea typeface="+mn-ea"/>
                <a:cs typeface="+mn-cs"/>
              </a:defRPr>
            </a:lvl5pPr>
            <a:lvl6pPr marL="2286000" indent="0">
              <a:buNone/>
              <a:defRPr sz="1000">
                <a:latin typeface="+mn-lt"/>
                <a:ea typeface="+mn-ea"/>
                <a:cs typeface="+mn-cs"/>
              </a:defRPr>
            </a:lvl6pPr>
            <a:lvl7pPr marL="2743200" indent="0">
              <a:buNone/>
              <a:defRPr sz="1000">
                <a:latin typeface="+mn-lt"/>
                <a:ea typeface="+mn-ea"/>
                <a:cs typeface="+mn-cs"/>
              </a:defRPr>
            </a:lvl7pPr>
            <a:lvl8pPr marL="3200400" indent="0">
              <a:buNone/>
              <a:defRPr sz="1000">
                <a:latin typeface="+mn-lt"/>
                <a:ea typeface="+mn-ea"/>
                <a:cs typeface="+mn-cs"/>
              </a:defRPr>
            </a:lvl8pPr>
            <a:lvl9pPr marL="3657600" indent="0">
              <a:buNone/>
              <a:defRPr sz="1000"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6553200" y="37592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6553200" y="4216400"/>
            <a:ext cx="47244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57_15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>
                <a:latin typeface="+mn-lt"/>
                <a:ea typeface="+mn-ea"/>
                <a:cs typeface="+mn-cs"/>
              </a:rPr>
            </a:fld>
            <a:endParaRPr lang="zh-CN" altLang="en-US">
              <a:latin typeface="+mn-lt"/>
              <a:ea typeface="+mn-ea"/>
              <a:cs typeface="+mn-cs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latin typeface="+mn-lt"/>
              <a:ea typeface="+mn-ea"/>
              <a:cs typeface="+mn-cs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>
                <a:latin typeface="+mn-lt"/>
                <a:ea typeface="+mn-ea"/>
                <a:cs typeface="+mn-cs"/>
              </a:rPr>
            </a:fld>
            <a:endParaRPr lang="zh-CN" altLang="en-US">
              <a:latin typeface="+mn-lt"/>
              <a:ea typeface="+mn-ea"/>
              <a:cs typeface="+mn-cs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2" hasCustomPrompt="1"/>
            <p:custDataLst>
              <p:tags r:id="rId6"/>
            </p:custDataLst>
          </p:nvPr>
        </p:nvSpPr>
        <p:spPr>
          <a:xfrm>
            <a:off x="609600" y="4165600"/>
            <a:ext cx="3454400" cy="2082800"/>
          </a:xfrm>
          <a:custGeom>
            <a:avLst/>
            <a:gdLst>
              <a:gd name="connisteX0" fmla="*/ 0 w 3454400"/>
              <a:gd name="connsiteY0" fmla="*/ 0 h 2082800"/>
              <a:gd name="connisteX1" fmla="*/ 3454400 w 3454400"/>
              <a:gd name="connsiteY1" fmla="*/ 0 h 2082800"/>
              <a:gd name="connisteX2" fmla="*/ 3454400 w 3454400"/>
              <a:gd name="connsiteY2" fmla="*/ 1879600 h 2082800"/>
              <a:gd name="connisteX3" fmla="*/ 3251200 w 3454400"/>
              <a:gd name="connsiteY3" fmla="*/ 2082800 h 2082800"/>
              <a:gd name="connisteX4" fmla="*/ 203200 w 3454400"/>
              <a:gd name="connsiteY4" fmla="*/ 2082800 h 2082800"/>
              <a:gd name="connisteX5" fmla="*/ 0 w 3454400"/>
              <a:gd name="connsiteY5" fmla="*/ 1879600 h 2082800"/>
              <a:gd name="connisteX6" fmla="*/ 0 w 3454400"/>
              <a:gd name="connsiteY6" fmla="*/ 0 h 208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82800">
                <a:moveTo>
                  <a:pt x="0" y="0"/>
                </a:moveTo>
                <a:lnTo>
                  <a:pt x="3454400" y="0"/>
                </a:lnTo>
                <a:lnTo>
                  <a:pt x="3454400" y="1879600"/>
                </a:lnTo>
                <a:cubicBezTo>
                  <a:pt x="3454400" y="1991824"/>
                  <a:pt x="3363424" y="2082800"/>
                  <a:pt x="3251200" y="2082800"/>
                </a:cubicBezTo>
                <a:lnTo>
                  <a:pt x="203200" y="2082800"/>
                </a:lnTo>
                <a:cubicBezTo>
                  <a:pt x="90976" y="2082800"/>
                  <a:pt x="0" y="1991824"/>
                  <a:pt x="0" y="187960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>
                <a:latin typeface="+mn-lt"/>
                <a:ea typeface="+mn-ea"/>
                <a:cs typeface="+mn-cs"/>
              </a:defRPr>
            </a:lvl1pPr>
            <a:lvl2pPr>
              <a:buNone/>
              <a:defRPr>
                <a:latin typeface="+mn-lt"/>
                <a:ea typeface="+mn-ea"/>
                <a:cs typeface="+mn-cs"/>
              </a:defRPr>
            </a:lvl2pPr>
            <a:lvl3pPr>
              <a:buNone/>
              <a:defRPr>
                <a:latin typeface="+mn-lt"/>
                <a:ea typeface="+mn-ea"/>
                <a:cs typeface="+mn-cs"/>
              </a:defRPr>
            </a:lvl3pPr>
            <a:lvl4pPr>
              <a:buNone/>
              <a:defRPr>
                <a:latin typeface="+mn-lt"/>
                <a:ea typeface="+mn-ea"/>
                <a:cs typeface="+mn-cs"/>
              </a:defRPr>
            </a:lvl4pPr>
            <a:lvl5pPr>
              <a:buNone/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图片占位符 12"/>
          <p:cNvSpPr>
            <a:spLocks noGrp="1"/>
          </p:cNvSpPr>
          <p:nvPr>
            <p:ph type="pic" idx="16393" hasCustomPrompt="1"/>
            <p:custDataLst>
              <p:tags r:id="rId7"/>
            </p:custDataLst>
          </p:nvPr>
        </p:nvSpPr>
        <p:spPr>
          <a:xfrm>
            <a:off x="609600" y="1524000"/>
            <a:ext cx="3454400" cy="2641600"/>
          </a:xfrm>
          <a:custGeom>
            <a:avLst/>
            <a:gdLst>
              <a:gd name="connisteX0" fmla="*/ 0 w 3454400"/>
              <a:gd name="connsiteY0" fmla="*/ 203200 h 2641600"/>
              <a:gd name="connisteX1" fmla="*/ 203200 w 3454400"/>
              <a:gd name="connsiteY1" fmla="*/ 0 h 2641600"/>
              <a:gd name="connisteX2" fmla="*/ 3251200 w 3454400"/>
              <a:gd name="connsiteY2" fmla="*/ 0 h 2641600"/>
              <a:gd name="connisteX3" fmla="*/ 3454400 w 3454400"/>
              <a:gd name="connsiteY3" fmla="*/ 203200 h 2641600"/>
              <a:gd name="connisteX4" fmla="*/ 3454400 w 3454400"/>
              <a:gd name="connsiteY4" fmla="*/ 2641600 h 2641600"/>
              <a:gd name="connisteX5" fmla="*/ 0 w 3454400"/>
              <a:gd name="connsiteY5" fmla="*/ 2641600 h 2641600"/>
              <a:gd name="connisteX6" fmla="*/ 0 w 3454400"/>
              <a:gd name="connsiteY6" fmla="*/ 203200 h 2641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641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641600"/>
                </a:lnTo>
                <a:lnTo>
                  <a:pt x="0" y="26416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>
                <a:latin typeface="+mn-lt"/>
                <a:ea typeface="+mn-ea"/>
                <a:cs typeface="+mn-cs"/>
              </a:defRPr>
            </a:lvl2pPr>
            <a:lvl3pPr marL="914400" indent="0">
              <a:buNone/>
              <a:defRPr sz="1200"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sz="1000"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sz="1000">
                <a:latin typeface="+mn-lt"/>
                <a:ea typeface="+mn-ea"/>
                <a:cs typeface="+mn-cs"/>
              </a:defRPr>
            </a:lvl5pPr>
            <a:lvl6pPr marL="2286000" indent="0">
              <a:buNone/>
              <a:defRPr sz="1000">
                <a:latin typeface="+mn-lt"/>
                <a:ea typeface="+mn-ea"/>
                <a:cs typeface="+mn-cs"/>
              </a:defRPr>
            </a:lvl6pPr>
            <a:lvl7pPr marL="2743200" indent="0">
              <a:buNone/>
              <a:defRPr sz="1000">
                <a:latin typeface="+mn-lt"/>
                <a:ea typeface="+mn-ea"/>
                <a:cs typeface="+mn-cs"/>
              </a:defRPr>
            </a:lvl7pPr>
            <a:lvl8pPr marL="3200400" indent="0">
              <a:buNone/>
              <a:defRPr sz="1000">
                <a:latin typeface="+mn-lt"/>
                <a:ea typeface="+mn-ea"/>
                <a:cs typeface="+mn-cs"/>
              </a:defRPr>
            </a:lvl8pPr>
            <a:lvl9pPr marL="3657600" indent="0">
              <a:buNone/>
              <a:defRPr sz="1000"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914400" y="44704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914400" y="5029200"/>
            <a:ext cx="28448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4" hasCustomPrompt="1"/>
            <p:custDataLst>
              <p:tags r:id="rId10"/>
            </p:custDataLst>
          </p:nvPr>
        </p:nvSpPr>
        <p:spPr>
          <a:xfrm>
            <a:off x="4368800" y="4165600"/>
            <a:ext cx="3454400" cy="2082800"/>
          </a:xfrm>
          <a:custGeom>
            <a:avLst/>
            <a:gdLst>
              <a:gd name="connisteX0" fmla="*/ 0 w 3454400"/>
              <a:gd name="connsiteY0" fmla="*/ 0 h 2082800"/>
              <a:gd name="connisteX1" fmla="*/ 3454400 w 3454400"/>
              <a:gd name="connsiteY1" fmla="*/ 0 h 2082800"/>
              <a:gd name="connisteX2" fmla="*/ 3454400 w 3454400"/>
              <a:gd name="connsiteY2" fmla="*/ 1879600 h 2082800"/>
              <a:gd name="connisteX3" fmla="*/ 3251200 w 3454400"/>
              <a:gd name="connsiteY3" fmla="*/ 2082800 h 2082800"/>
              <a:gd name="connisteX4" fmla="*/ 203200 w 3454400"/>
              <a:gd name="connsiteY4" fmla="*/ 2082800 h 2082800"/>
              <a:gd name="connisteX5" fmla="*/ 0 w 3454400"/>
              <a:gd name="connsiteY5" fmla="*/ 1879600 h 2082800"/>
              <a:gd name="connisteX6" fmla="*/ 0 w 3454400"/>
              <a:gd name="connsiteY6" fmla="*/ 0 h 208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82800">
                <a:moveTo>
                  <a:pt x="0" y="0"/>
                </a:moveTo>
                <a:lnTo>
                  <a:pt x="3454400" y="0"/>
                </a:lnTo>
                <a:lnTo>
                  <a:pt x="3454400" y="1879600"/>
                </a:lnTo>
                <a:cubicBezTo>
                  <a:pt x="3454400" y="1991824"/>
                  <a:pt x="3363424" y="2082800"/>
                  <a:pt x="3251200" y="2082800"/>
                </a:cubicBezTo>
                <a:lnTo>
                  <a:pt x="203200" y="2082800"/>
                </a:lnTo>
                <a:cubicBezTo>
                  <a:pt x="90976" y="2082800"/>
                  <a:pt x="0" y="1991824"/>
                  <a:pt x="0" y="187960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>
                <a:latin typeface="+mn-lt"/>
                <a:ea typeface="+mn-ea"/>
                <a:cs typeface="+mn-cs"/>
              </a:defRPr>
            </a:lvl1pPr>
            <a:lvl2pPr>
              <a:buNone/>
              <a:defRPr>
                <a:latin typeface="+mn-lt"/>
                <a:ea typeface="+mn-ea"/>
                <a:cs typeface="+mn-cs"/>
              </a:defRPr>
            </a:lvl2pPr>
            <a:lvl3pPr>
              <a:buNone/>
              <a:defRPr>
                <a:latin typeface="+mn-lt"/>
                <a:ea typeface="+mn-ea"/>
                <a:cs typeface="+mn-cs"/>
              </a:defRPr>
            </a:lvl3pPr>
            <a:lvl4pPr>
              <a:buNone/>
              <a:defRPr>
                <a:latin typeface="+mn-lt"/>
                <a:ea typeface="+mn-ea"/>
                <a:cs typeface="+mn-cs"/>
              </a:defRPr>
            </a:lvl4pPr>
            <a:lvl5pPr>
              <a:buNone/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5" hasCustomPrompt="1"/>
            <p:custDataLst>
              <p:tags r:id="rId11"/>
            </p:custDataLst>
          </p:nvPr>
        </p:nvSpPr>
        <p:spPr>
          <a:xfrm>
            <a:off x="4368800" y="1524000"/>
            <a:ext cx="3454400" cy="2641600"/>
          </a:xfrm>
          <a:custGeom>
            <a:avLst/>
            <a:gdLst>
              <a:gd name="connisteX0" fmla="*/ 0 w 3454400"/>
              <a:gd name="connsiteY0" fmla="*/ 203200 h 2641600"/>
              <a:gd name="connisteX1" fmla="*/ 203200 w 3454400"/>
              <a:gd name="connsiteY1" fmla="*/ 0 h 2641600"/>
              <a:gd name="connisteX2" fmla="*/ 3251200 w 3454400"/>
              <a:gd name="connsiteY2" fmla="*/ 0 h 2641600"/>
              <a:gd name="connisteX3" fmla="*/ 3454400 w 3454400"/>
              <a:gd name="connsiteY3" fmla="*/ 203200 h 2641600"/>
              <a:gd name="connisteX4" fmla="*/ 3454400 w 3454400"/>
              <a:gd name="connsiteY4" fmla="*/ 2641600 h 2641600"/>
              <a:gd name="connisteX5" fmla="*/ 0 w 3454400"/>
              <a:gd name="connsiteY5" fmla="*/ 2641600 h 2641600"/>
              <a:gd name="connisteX6" fmla="*/ 0 w 3454400"/>
              <a:gd name="connsiteY6" fmla="*/ 203200 h 2641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641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641600"/>
                </a:lnTo>
                <a:lnTo>
                  <a:pt x="0" y="26416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>
                <a:latin typeface="+mn-lt"/>
                <a:ea typeface="+mn-ea"/>
                <a:cs typeface="+mn-cs"/>
              </a:defRPr>
            </a:lvl2pPr>
            <a:lvl3pPr marL="914400" indent="0">
              <a:buNone/>
              <a:defRPr sz="1200"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sz="1000"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sz="1000">
                <a:latin typeface="+mn-lt"/>
                <a:ea typeface="+mn-ea"/>
                <a:cs typeface="+mn-cs"/>
              </a:defRPr>
            </a:lvl5pPr>
            <a:lvl6pPr marL="2286000" indent="0">
              <a:buNone/>
              <a:defRPr sz="1000">
                <a:latin typeface="+mn-lt"/>
                <a:ea typeface="+mn-ea"/>
                <a:cs typeface="+mn-cs"/>
              </a:defRPr>
            </a:lvl6pPr>
            <a:lvl7pPr marL="2743200" indent="0">
              <a:buNone/>
              <a:defRPr sz="1000">
                <a:latin typeface="+mn-lt"/>
                <a:ea typeface="+mn-ea"/>
                <a:cs typeface="+mn-cs"/>
              </a:defRPr>
            </a:lvl7pPr>
            <a:lvl8pPr marL="3200400" indent="0">
              <a:buNone/>
              <a:defRPr sz="1000">
                <a:latin typeface="+mn-lt"/>
                <a:ea typeface="+mn-ea"/>
                <a:cs typeface="+mn-cs"/>
              </a:defRPr>
            </a:lvl8pPr>
            <a:lvl9pPr marL="3657600" indent="0">
              <a:buNone/>
              <a:defRPr sz="1000"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4673600" y="44704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4673600" y="5029200"/>
            <a:ext cx="28448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6" hasCustomPrompt="1"/>
            <p:custDataLst>
              <p:tags r:id="rId14"/>
            </p:custDataLst>
          </p:nvPr>
        </p:nvSpPr>
        <p:spPr>
          <a:xfrm>
            <a:off x="8128000" y="4165600"/>
            <a:ext cx="3454400" cy="2082800"/>
          </a:xfrm>
          <a:custGeom>
            <a:avLst/>
            <a:gdLst>
              <a:gd name="connisteX0" fmla="*/ 0 w 3454400"/>
              <a:gd name="connsiteY0" fmla="*/ 0 h 2082800"/>
              <a:gd name="connisteX1" fmla="*/ 3454400 w 3454400"/>
              <a:gd name="connsiteY1" fmla="*/ 0 h 2082800"/>
              <a:gd name="connisteX2" fmla="*/ 3454400 w 3454400"/>
              <a:gd name="connsiteY2" fmla="*/ 1879600 h 2082800"/>
              <a:gd name="connisteX3" fmla="*/ 3251200 w 3454400"/>
              <a:gd name="connsiteY3" fmla="*/ 2082800 h 2082800"/>
              <a:gd name="connisteX4" fmla="*/ 203200 w 3454400"/>
              <a:gd name="connsiteY4" fmla="*/ 2082800 h 2082800"/>
              <a:gd name="connisteX5" fmla="*/ 0 w 3454400"/>
              <a:gd name="connsiteY5" fmla="*/ 1879600 h 2082800"/>
              <a:gd name="connisteX6" fmla="*/ 0 w 3454400"/>
              <a:gd name="connsiteY6" fmla="*/ 0 h 208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82800">
                <a:moveTo>
                  <a:pt x="0" y="0"/>
                </a:moveTo>
                <a:lnTo>
                  <a:pt x="3454400" y="0"/>
                </a:lnTo>
                <a:lnTo>
                  <a:pt x="3454400" y="1879600"/>
                </a:lnTo>
                <a:cubicBezTo>
                  <a:pt x="3454400" y="1991824"/>
                  <a:pt x="3363424" y="2082800"/>
                  <a:pt x="3251200" y="2082800"/>
                </a:cubicBezTo>
                <a:lnTo>
                  <a:pt x="203200" y="2082800"/>
                </a:lnTo>
                <a:cubicBezTo>
                  <a:pt x="90976" y="2082800"/>
                  <a:pt x="0" y="1991824"/>
                  <a:pt x="0" y="187960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>
                <a:latin typeface="+mn-lt"/>
                <a:ea typeface="+mn-ea"/>
                <a:cs typeface="+mn-cs"/>
              </a:defRPr>
            </a:lvl1pPr>
            <a:lvl2pPr>
              <a:buNone/>
              <a:defRPr>
                <a:latin typeface="+mn-lt"/>
                <a:ea typeface="+mn-ea"/>
                <a:cs typeface="+mn-cs"/>
              </a:defRPr>
            </a:lvl2pPr>
            <a:lvl3pPr>
              <a:buNone/>
              <a:defRPr>
                <a:latin typeface="+mn-lt"/>
                <a:ea typeface="+mn-ea"/>
                <a:cs typeface="+mn-cs"/>
              </a:defRPr>
            </a:lvl3pPr>
            <a:lvl4pPr>
              <a:buNone/>
              <a:defRPr>
                <a:latin typeface="+mn-lt"/>
                <a:ea typeface="+mn-ea"/>
                <a:cs typeface="+mn-cs"/>
              </a:defRPr>
            </a:lvl4pPr>
            <a:lvl5pPr>
              <a:buNone/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图片占位符 20"/>
          <p:cNvSpPr>
            <a:spLocks noGrp="1"/>
          </p:cNvSpPr>
          <p:nvPr>
            <p:ph type="pic" idx="16397" hasCustomPrompt="1"/>
            <p:custDataLst>
              <p:tags r:id="rId15"/>
            </p:custDataLst>
          </p:nvPr>
        </p:nvSpPr>
        <p:spPr>
          <a:xfrm>
            <a:off x="8128000" y="1524000"/>
            <a:ext cx="3454400" cy="2641600"/>
          </a:xfrm>
          <a:custGeom>
            <a:avLst/>
            <a:gdLst>
              <a:gd name="connisteX0" fmla="*/ 0 w 3454400"/>
              <a:gd name="connsiteY0" fmla="*/ 203200 h 2641600"/>
              <a:gd name="connisteX1" fmla="*/ 203200 w 3454400"/>
              <a:gd name="connsiteY1" fmla="*/ 0 h 2641600"/>
              <a:gd name="connisteX2" fmla="*/ 3251200 w 3454400"/>
              <a:gd name="connsiteY2" fmla="*/ 0 h 2641600"/>
              <a:gd name="connisteX3" fmla="*/ 3454400 w 3454400"/>
              <a:gd name="connsiteY3" fmla="*/ 203200 h 2641600"/>
              <a:gd name="connisteX4" fmla="*/ 3454400 w 3454400"/>
              <a:gd name="connsiteY4" fmla="*/ 2641600 h 2641600"/>
              <a:gd name="connisteX5" fmla="*/ 0 w 3454400"/>
              <a:gd name="connsiteY5" fmla="*/ 2641600 h 2641600"/>
              <a:gd name="connisteX6" fmla="*/ 0 w 3454400"/>
              <a:gd name="connsiteY6" fmla="*/ 203200 h 2641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641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641600"/>
                </a:lnTo>
                <a:lnTo>
                  <a:pt x="0" y="26416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>
                <a:latin typeface="+mn-lt"/>
                <a:ea typeface="+mn-ea"/>
                <a:cs typeface="+mn-cs"/>
              </a:defRPr>
            </a:lvl2pPr>
            <a:lvl3pPr marL="914400" indent="0">
              <a:buNone/>
              <a:defRPr sz="1200"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sz="1000"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sz="1000">
                <a:latin typeface="+mn-lt"/>
                <a:ea typeface="+mn-ea"/>
                <a:cs typeface="+mn-cs"/>
              </a:defRPr>
            </a:lvl5pPr>
            <a:lvl6pPr marL="2286000" indent="0">
              <a:buNone/>
              <a:defRPr sz="1000">
                <a:latin typeface="+mn-lt"/>
                <a:ea typeface="+mn-ea"/>
                <a:cs typeface="+mn-cs"/>
              </a:defRPr>
            </a:lvl6pPr>
            <a:lvl7pPr marL="2743200" indent="0">
              <a:buNone/>
              <a:defRPr sz="1000">
                <a:latin typeface="+mn-lt"/>
                <a:ea typeface="+mn-ea"/>
                <a:cs typeface="+mn-cs"/>
              </a:defRPr>
            </a:lvl7pPr>
            <a:lvl8pPr marL="3200400" indent="0">
              <a:buNone/>
              <a:defRPr sz="1000">
                <a:latin typeface="+mn-lt"/>
                <a:ea typeface="+mn-ea"/>
                <a:cs typeface="+mn-cs"/>
              </a:defRPr>
            </a:lvl8pPr>
            <a:lvl9pPr marL="3657600" indent="0">
              <a:buNone/>
              <a:defRPr sz="1000"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0" hasCustomPrompt="1"/>
            <p:custDataLst>
              <p:tags r:id="rId16"/>
            </p:custDataLst>
          </p:nvPr>
        </p:nvSpPr>
        <p:spPr>
          <a:xfrm>
            <a:off x="8432800" y="44704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1" hasCustomPrompt="1"/>
            <p:custDataLst>
              <p:tags r:id="rId17"/>
            </p:custDataLst>
          </p:nvPr>
        </p:nvSpPr>
        <p:spPr>
          <a:xfrm>
            <a:off x="8432800" y="5029200"/>
            <a:ext cx="28448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2_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>
                <a:latin typeface="+mn-lt"/>
                <a:ea typeface="+mn-ea"/>
                <a:cs typeface="+mn-cs"/>
              </a:rPr>
            </a:fld>
            <a:endParaRPr lang="zh-CN" altLang="en-US">
              <a:latin typeface="+mn-lt"/>
              <a:ea typeface="+mn-ea"/>
              <a:cs typeface="+mn-cs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latin typeface="+mn-lt"/>
              <a:ea typeface="+mn-ea"/>
              <a:cs typeface="+mn-cs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>
                <a:latin typeface="+mn-lt"/>
                <a:ea typeface="+mn-ea"/>
                <a:cs typeface="+mn-cs"/>
              </a:rPr>
            </a:fld>
            <a:endParaRPr lang="zh-CN" altLang="en-US">
              <a:latin typeface="+mn-lt"/>
              <a:ea typeface="+mn-ea"/>
              <a:cs typeface="+mn-cs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0" hasCustomPrompt="1"/>
            <p:custDataLst>
              <p:tags r:id="rId6"/>
            </p:custDataLst>
          </p:nvPr>
        </p:nvSpPr>
        <p:spPr>
          <a:xfrm>
            <a:off x="609600" y="4165600"/>
            <a:ext cx="5334000" cy="2082800"/>
          </a:xfrm>
          <a:custGeom>
            <a:avLst/>
            <a:gdLst>
              <a:gd name="connisteX0" fmla="*/ 0 w 5334000"/>
              <a:gd name="connsiteY0" fmla="*/ 0 h 2082800"/>
              <a:gd name="connisteX1" fmla="*/ 5334000 w 5334000"/>
              <a:gd name="connsiteY1" fmla="*/ 0 h 2082800"/>
              <a:gd name="connisteX2" fmla="*/ 5334000 w 5334000"/>
              <a:gd name="connsiteY2" fmla="*/ 1879600 h 2082800"/>
              <a:gd name="connisteX3" fmla="*/ 5130800 w 5334000"/>
              <a:gd name="connsiteY3" fmla="*/ 2082800 h 2082800"/>
              <a:gd name="connisteX4" fmla="*/ 203200 w 5334000"/>
              <a:gd name="connsiteY4" fmla="*/ 2082800 h 2082800"/>
              <a:gd name="connisteX5" fmla="*/ 0 w 5334000"/>
              <a:gd name="connsiteY5" fmla="*/ 1879600 h 2082800"/>
              <a:gd name="connisteX6" fmla="*/ 0 w 5334000"/>
              <a:gd name="connsiteY6" fmla="*/ 0 h 208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082800">
                <a:moveTo>
                  <a:pt x="0" y="0"/>
                </a:moveTo>
                <a:lnTo>
                  <a:pt x="5334000" y="0"/>
                </a:lnTo>
                <a:lnTo>
                  <a:pt x="5334000" y="1879600"/>
                </a:lnTo>
                <a:cubicBezTo>
                  <a:pt x="5334000" y="1991824"/>
                  <a:pt x="5243024" y="2082800"/>
                  <a:pt x="5130800" y="2082800"/>
                </a:cubicBezTo>
                <a:lnTo>
                  <a:pt x="203200" y="2082800"/>
                </a:lnTo>
                <a:cubicBezTo>
                  <a:pt x="90976" y="2082800"/>
                  <a:pt x="0" y="1991824"/>
                  <a:pt x="0" y="18796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>
                <a:latin typeface="+mn-lt"/>
                <a:ea typeface="+mn-ea"/>
                <a:cs typeface="+mn-cs"/>
              </a:defRPr>
            </a:lvl1pPr>
            <a:lvl2pPr>
              <a:buNone/>
              <a:defRPr>
                <a:latin typeface="+mn-lt"/>
                <a:ea typeface="+mn-ea"/>
                <a:cs typeface="+mn-cs"/>
              </a:defRPr>
            </a:lvl2pPr>
            <a:lvl3pPr>
              <a:buNone/>
              <a:defRPr>
                <a:latin typeface="+mn-lt"/>
                <a:ea typeface="+mn-ea"/>
                <a:cs typeface="+mn-cs"/>
              </a:defRPr>
            </a:lvl3pPr>
            <a:lvl4pPr>
              <a:buNone/>
              <a:defRPr>
                <a:latin typeface="+mn-lt"/>
                <a:ea typeface="+mn-ea"/>
                <a:cs typeface="+mn-cs"/>
              </a:defRPr>
            </a:lvl4pPr>
            <a:lvl5pPr>
              <a:buNone/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图片占位符 12"/>
          <p:cNvSpPr>
            <a:spLocks noGrp="1"/>
          </p:cNvSpPr>
          <p:nvPr>
            <p:ph type="pic" idx="16391" hasCustomPrompt="1"/>
            <p:custDataLst>
              <p:tags r:id="rId7"/>
            </p:custDataLst>
          </p:nvPr>
        </p:nvSpPr>
        <p:spPr>
          <a:xfrm>
            <a:off x="609600" y="1524000"/>
            <a:ext cx="5334000" cy="2641600"/>
          </a:xfrm>
          <a:custGeom>
            <a:avLst/>
            <a:gdLst>
              <a:gd name="connisteX0" fmla="*/ 0 w 5334000"/>
              <a:gd name="connsiteY0" fmla="*/ 203200 h 2641600"/>
              <a:gd name="connisteX1" fmla="*/ 203200 w 5334000"/>
              <a:gd name="connsiteY1" fmla="*/ 0 h 2641600"/>
              <a:gd name="connisteX2" fmla="*/ 5130800 w 5334000"/>
              <a:gd name="connsiteY2" fmla="*/ 0 h 2641600"/>
              <a:gd name="connisteX3" fmla="*/ 5334000 w 5334000"/>
              <a:gd name="connsiteY3" fmla="*/ 203200 h 2641600"/>
              <a:gd name="connisteX4" fmla="*/ 5334000 w 5334000"/>
              <a:gd name="connsiteY4" fmla="*/ 2641600 h 2641600"/>
              <a:gd name="connisteX5" fmla="*/ 0 w 5334000"/>
              <a:gd name="connsiteY5" fmla="*/ 2641600 h 2641600"/>
              <a:gd name="connisteX6" fmla="*/ 0 w 5334000"/>
              <a:gd name="connsiteY6" fmla="*/ 203200 h 2641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641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641600"/>
                </a:lnTo>
                <a:lnTo>
                  <a:pt x="0" y="26416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>
                <a:latin typeface="+mn-lt"/>
                <a:ea typeface="+mn-ea"/>
                <a:cs typeface="+mn-cs"/>
              </a:defRPr>
            </a:lvl2pPr>
            <a:lvl3pPr marL="914400" indent="0">
              <a:buNone/>
              <a:defRPr sz="1200"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sz="1000"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sz="1000">
                <a:latin typeface="+mn-lt"/>
                <a:ea typeface="+mn-ea"/>
                <a:cs typeface="+mn-cs"/>
              </a:defRPr>
            </a:lvl5pPr>
            <a:lvl6pPr marL="2286000" indent="0">
              <a:buNone/>
              <a:defRPr sz="1000">
                <a:latin typeface="+mn-lt"/>
                <a:ea typeface="+mn-ea"/>
                <a:cs typeface="+mn-cs"/>
              </a:defRPr>
            </a:lvl6pPr>
            <a:lvl7pPr marL="2743200" indent="0">
              <a:buNone/>
              <a:defRPr sz="1000">
                <a:latin typeface="+mn-lt"/>
                <a:ea typeface="+mn-ea"/>
                <a:cs typeface="+mn-cs"/>
              </a:defRPr>
            </a:lvl7pPr>
            <a:lvl8pPr marL="3200400" indent="0">
              <a:buNone/>
              <a:defRPr sz="1000">
                <a:latin typeface="+mn-lt"/>
                <a:ea typeface="+mn-ea"/>
                <a:cs typeface="+mn-cs"/>
              </a:defRPr>
            </a:lvl8pPr>
            <a:lvl9pPr marL="3657600" indent="0">
              <a:buNone/>
              <a:defRPr sz="1000"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914400" y="44704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914400" y="5029200"/>
            <a:ext cx="47244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6248400" y="4165600"/>
            <a:ext cx="5334000" cy="2082800"/>
          </a:xfrm>
          <a:custGeom>
            <a:avLst/>
            <a:gdLst>
              <a:gd name="connisteX0" fmla="*/ 0 w 5334000"/>
              <a:gd name="connsiteY0" fmla="*/ 0 h 2082800"/>
              <a:gd name="connisteX1" fmla="*/ 5334000 w 5334000"/>
              <a:gd name="connsiteY1" fmla="*/ 0 h 2082800"/>
              <a:gd name="connisteX2" fmla="*/ 5334000 w 5334000"/>
              <a:gd name="connsiteY2" fmla="*/ 1879600 h 2082800"/>
              <a:gd name="connisteX3" fmla="*/ 5130800 w 5334000"/>
              <a:gd name="connsiteY3" fmla="*/ 2082800 h 2082800"/>
              <a:gd name="connisteX4" fmla="*/ 203200 w 5334000"/>
              <a:gd name="connsiteY4" fmla="*/ 2082800 h 2082800"/>
              <a:gd name="connisteX5" fmla="*/ 0 w 5334000"/>
              <a:gd name="connsiteY5" fmla="*/ 1879600 h 2082800"/>
              <a:gd name="connisteX6" fmla="*/ 0 w 5334000"/>
              <a:gd name="connsiteY6" fmla="*/ 0 h 208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082800">
                <a:moveTo>
                  <a:pt x="0" y="0"/>
                </a:moveTo>
                <a:lnTo>
                  <a:pt x="5334000" y="0"/>
                </a:lnTo>
                <a:lnTo>
                  <a:pt x="5334000" y="1879600"/>
                </a:lnTo>
                <a:cubicBezTo>
                  <a:pt x="5334000" y="1991824"/>
                  <a:pt x="5243024" y="2082800"/>
                  <a:pt x="5130800" y="2082800"/>
                </a:cubicBezTo>
                <a:lnTo>
                  <a:pt x="203200" y="2082800"/>
                </a:lnTo>
                <a:cubicBezTo>
                  <a:pt x="90976" y="2082800"/>
                  <a:pt x="0" y="1991824"/>
                  <a:pt x="0" y="187960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>
                <a:latin typeface="+mn-lt"/>
                <a:ea typeface="+mn-ea"/>
                <a:cs typeface="+mn-cs"/>
              </a:defRPr>
            </a:lvl1pPr>
            <a:lvl2pPr>
              <a:buNone/>
              <a:defRPr>
                <a:latin typeface="+mn-lt"/>
                <a:ea typeface="+mn-ea"/>
                <a:cs typeface="+mn-cs"/>
              </a:defRPr>
            </a:lvl2pPr>
            <a:lvl3pPr>
              <a:buNone/>
              <a:defRPr>
                <a:latin typeface="+mn-lt"/>
                <a:ea typeface="+mn-ea"/>
                <a:cs typeface="+mn-cs"/>
              </a:defRPr>
            </a:lvl3pPr>
            <a:lvl4pPr>
              <a:buNone/>
              <a:defRPr>
                <a:latin typeface="+mn-lt"/>
                <a:ea typeface="+mn-ea"/>
                <a:cs typeface="+mn-cs"/>
              </a:defRPr>
            </a:lvl4pPr>
            <a:lvl5pPr>
              <a:buNone/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3" hasCustomPrompt="1"/>
            <p:custDataLst>
              <p:tags r:id="rId11"/>
            </p:custDataLst>
          </p:nvPr>
        </p:nvSpPr>
        <p:spPr>
          <a:xfrm>
            <a:off x="6248400" y="1524000"/>
            <a:ext cx="5334000" cy="2641600"/>
          </a:xfrm>
          <a:custGeom>
            <a:avLst/>
            <a:gdLst>
              <a:gd name="connisteX0" fmla="*/ 0 w 5334000"/>
              <a:gd name="connsiteY0" fmla="*/ 203200 h 2641600"/>
              <a:gd name="connisteX1" fmla="*/ 203200 w 5334000"/>
              <a:gd name="connsiteY1" fmla="*/ 0 h 2641600"/>
              <a:gd name="connisteX2" fmla="*/ 5130800 w 5334000"/>
              <a:gd name="connsiteY2" fmla="*/ 0 h 2641600"/>
              <a:gd name="connisteX3" fmla="*/ 5334000 w 5334000"/>
              <a:gd name="connsiteY3" fmla="*/ 203200 h 2641600"/>
              <a:gd name="connisteX4" fmla="*/ 5334000 w 5334000"/>
              <a:gd name="connsiteY4" fmla="*/ 2641600 h 2641600"/>
              <a:gd name="connisteX5" fmla="*/ 0 w 5334000"/>
              <a:gd name="connsiteY5" fmla="*/ 2641600 h 2641600"/>
              <a:gd name="connisteX6" fmla="*/ 0 w 5334000"/>
              <a:gd name="connsiteY6" fmla="*/ 203200 h 2641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641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641600"/>
                </a:lnTo>
                <a:lnTo>
                  <a:pt x="0" y="26416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>
                <a:latin typeface="+mn-lt"/>
                <a:ea typeface="+mn-ea"/>
                <a:cs typeface="+mn-cs"/>
              </a:defRPr>
            </a:lvl2pPr>
            <a:lvl3pPr marL="914400" indent="0">
              <a:buNone/>
              <a:defRPr sz="1200"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sz="1000"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sz="1000">
                <a:latin typeface="+mn-lt"/>
                <a:ea typeface="+mn-ea"/>
                <a:cs typeface="+mn-cs"/>
              </a:defRPr>
            </a:lvl5pPr>
            <a:lvl6pPr marL="2286000" indent="0">
              <a:buNone/>
              <a:defRPr sz="1000">
                <a:latin typeface="+mn-lt"/>
                <a:ea typeface="+mn-ea"/>
                <a:cs typeface="+mn-cs"/>
              </a:defRPr>
            </a:lvl6pPr>
            <a:lvl7pPr marL="2743200" indent="0">
              <a:buNone/>
              <a:defRPr sz="1000">
                <a:latin typeface="+mn-lt"/>
                <a:ea typeface="+mn-ea"/>
                <a:cs typeface="+mn-cs"/>
              </a:defRPr>
            </a:lvl7pPr>
            <a:lvl8pPr marL="3200400" indent="0">
              <a:buNone/>
              <a:defRPr sz="1000">
                <a:latin typeface="+mn-lt"/>
                <a:ea typeface="+mn-ea"/>
                <a:cs typeface="+mn-cs"/>
              </a:defRPr>
            </a:lvl8pPr>
            <a:lvl9pPr marL="3657600" indent="0">
              <a:buNone/>
              <a:defRPr sz="1000"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6553200" y="44704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6553200" y="5029200"/>
            <a:ext cx="47244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26_17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>
                <a:latin typeface="+mn-lt"/>
                <a:ea typeface="+mn-ea"/>
                <a:cs typeface="+mn-cs"/>
              </a:rPr>
            </a:fld>
            <a:endParaRPr lang="zh-CN" altLang="en-US">
              <a:latin typeface="+mn-lt"/>
              <a:ea typeface="+mn-ea"/>
              <a:cs typeface="+mn-cs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latin typeface="+mn-lt"/>
              <a:ea typeface="+mn-ea"/>
              <a:cs typeface="+mn-cs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>
                <a:latin typeface="+mn-lt"/>
                <a:ea typeface="+mn-ea"/>
                <a:cs typeface="+mn-cs"/>
              </a:rPr>
            </a:fld>
            <a:endParaRPr lang="zh-CN" altLang="en-US">
              <a:latin typeface="+mn-lt"/>
              <a:ea typeface="+mn-ea"/>
              <a:cs typeface="+mn-cs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2" hasCustomPrompt="1"/>
            <p:custDataLst>
              <p:tags r:id="rId6"/>
            </p:custDataLst>
          </p:nvPr>
        </p:nvSpPr>
        <p:spPr>
          <a:xfrm>
            <a:off x="609600" y="3860800"/>
            <a:ext cx="3454400" cy="2387600"/>
          </a:xfrm>
          <a:custGeom>
            <a:avLst/>
            <a:gdLst>
              <a:gd name="connisteX0" fmla="*/ 0 w 3454400"/>
              <a:gd name="connsiteY0" fmla="*/ 0 h 2387600"/>
              <a:gd name="connisteX1" fmla="*/ 3454400 w 3454400"/>
              <a:gd name="connsiteY1" fmla="*/ 0 h 2387600"/>
              <a:gd name="connisteX2" fmla="*/ 3454400 w 3454400"/>
              <a:gd name="connsiteY2" fmla="*/ 2184400 h 2387600"/>
              <a:gd name="connisteX3" fmla="*/ 3251200 w 3454400"/>
              <a:gd name="connsiteY3" fmla="*/ 2387600 h 2387600"/>
              <a:gd name="connisteX4" fmla="*/ 203200 w 3454400"/>
              <a:gd name="connsiteY4" fmla="*/ 2387600 h 2387600"/>
              <a:gd name="connisteX5" fmla="*/ 0 w 3454400"/>
              <a:gd name="connsiteY5" fmla="*/ 2184400 h 2387600"/>
              <a:gd name="connisteX6" fmla="*/ 0 w 3454400"/>
              <a:gd name="connsiteY6" fmla="*/ 0 h 238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387600">
                <a:moveTo>
                  <a:pt x="0" y="0"/>
                </a:moveTo>
                <a:lnTo>
                  <a:pt x="3454400" y="0"/>
                </a:lnTo>
                <a:lnTo>
                  <a:pt x="3454400" y="2184400"/>
                </a:lnTo>
                <a:cubicBezTo>
                  <a:pt x="3454400" y="2296624"/>
                  <a:pt x="3363424" y="2387600"/>
                  <a:pt x="3251200" y="2387600"/>
                </a:cubicBezTo>
                <a:lnTo>
                  <a:pt x="203200" y="2387600"/>
                </a:lnTo>
                <a:cubicBezTo>
                  <a:pt x="90976" y="2387600"/>
                  <a:pt x="0" y="2296624"/>
                  <a:pt x="0" y="21844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>
                <a:latin typeface="+mn-lt"/>
                <a:ea typeface="+mn-ea"/>
                <a:cs typeface="+mn-cs"/>
              </a:defRPr>
            </a:lvl1pPr>
            <a:lvl2pPr>
              <a:buNone/>
              <a:defRPr>
                <a:latin typeface="+mn-lt"/>
                <a:ea typeface="+mn-ea"/>
                <a:cs typeface="+mn-cs"/>
              </a:defRPr>
            </a:lvl2pPr>
            <a:lvl3pPr>
              <a:buNone/>
              <a:defRPr>
                <a:latin typeface="+mn-lt"/>
                <a:ea typeface="+mn-ea"/>
                <a:cs typeface="+mn-cs"/>
              </a:defRPr>
            </a:lvl3pPr>
            <a:lvl4pPr>
              <a:buNone/>
              <a:defRPr>
                <a:latin typeface="+mn-lt"/>
                <a:ea typeface="+mn-ea"/>
                <a:cs typeface="+mn-cs"/>
              </a:defRPr>
            </a:lvl4pPr>
            <a:lvl5pPr>
              <a:buNone/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图片占位符 12"/>
          <p:cNvSpPr>
            <a:spLocks noGrp="1"/>
          </p:cNvSpPr>
          <p:nvPr>
            <p:ph type="pic" idx="16393" hasCustomPrompt="1"/>
            <p:custDataLst>
              <p:tags r:id="rId7"/>
            </p:custDataLst>
          </p:nvPr>
        </p:nvSpPr>
        <p:spPr>
          <a:xfrm>
            <a:off x="609600" y="1524000"/>
            <a:ext cx="3454400" cy="2336800"/>
          </a:xfrm>
          <a:custGeom>
            <a:avLst/>
            <a:gdLst>
              <a:gd name="connisteX0" fmla="*/ 0 w 3454400"/>
              <a:gd name="connsiteY0" fmla="*/ 203200 h 2336800"/>
              <a:gd name="connisteX1" fmla="*/ 203200 w 3454400"/>
              <a:gd name="connsiteY1" fmla="*/ 0 h 2336800"/>
              <a:gd name="connisteX2" fmla="*/ 3251200 w 3454400"/>
              <a:gd name="connsiteY2" fmla="*/ 0 h 2336800"/>
              <a:gd name="connisteX3" fmla="*/ 3454400 w 3454400"/>
              <a:gd name="connsiteY3" fmla="*/ 203200 h 2336800"/>
              <a:gd name="connisteX4" fmla="*/ 3454400 w 3454400"/>
              <a:gd name="connsiteY4" fmla="*/ 2336800 h 2336800"/>
              <a:gd name="connisteX5" fmla="*/ 0 w 3454400"/>
              <a:gd name="connsiteY5" fmla="*/ 2336800 h 2336800"/>
              <a:gd name="connisteX6" fmla="*/ 0 w 3454400"/>
              <a:gd name="connsiteY6" fmla="*/ 2032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336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336800"/>
                </a:lnTo>
                <a:lnTo>
                  <a:pt x="0" y="23368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>
                <a:latin typeface="+mn-lt"/>
                <a:ea typeface="+mn-ea"/>
                <a:cs typeface="+mn-cs"/>
              </a:defRPr>
            </a:lvl2pPr>
            <a:lvl3pPr marL="914400" indent="0">
              <a:buNone/>
              <a:defRPr sz="1200"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sz="1000"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sz="1000">
                <a:latin typeface="+mn-lt"/>
                <a:ea typeface="+mn-ea"/>
                <a:cs typeface="+mn-cs"/>
              </a:defRPr>
            </a:lvl5pPr>
            <a:lvl6pPr marL="2286000" indent="0">
              <a:buNone/>
              <a:defRPr sz="1000">
                <a:latin typeface="+mn-lt"/>
                <a:ea typeface="+mn-ea"/>
                <a:cs typeface="+mn-cs"/>
              </a:defRPr>
            </a:lvl6pPr>
            <a:lvl7pPr marL="2743200" indent="0">
              <a:buNone/>
              <a:defRPr sz="1000">
                <a:latin typeface="+mn-lt"/>
                <a:ea typeface="+mn-ea"/>
                <a:cs typeface="+mn-cs"/>
              </a:defRPr>
            </a:lvl7pPr>
            <a:lvl8pPr marL="3200400" indent="0">
              <a:buNone/>
              <a:defRPr sz="1000">
                <a:latin typeface="+mn-lt"/>
                <a:ea typeface="+mn-ea"/>
                <a:cs typeface="+mn-cs"/>
              </a:defRPr>
            </a:lvl8pPr>
            <a:lvl9pPr marL="3657600" indent="0">
              <a:buNone/>
              <a:defRPr sz="1000"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914400" y="40640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914400" y="4521200"/>
            <a:ext cx="2844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4" hasCustomPrompt="1"/>
            <p:custDataLst>
              <p:tags r:id="rId10"/>
            </p:custDataLst>
          </p:nvPr>
        </p:nvSpPr>
        <p:spPr>
          <a:xfrm>
            <a:off x="4368800" y="1524000"/>
            <a:ext cx="3454400" cy="2387600"/>
          </a:xfrm>
          <a:custGeom>
            <a:avLst/>
            <a:gdLst>
              <a:gd name="connisteX0" fmla="*/ 0 w 3454400"/>
              <a:gd name="connsiteY0" fmla="*/ 203200 h 2387600"/>
              <a:gd name="connisteX1" fmla="*/ 203200 w 3454400"/>
              <a:gd name="connsiteY1" fmla="*/ 0 h 2387600"/>
              <a:gd name="connisteX2" fmla="*/ 3251200 w 3454400"/>
              <a:gd name="connsiteY2" fmla="*/ 0 h 2387600"/>
              <a:gd name="connisteX3" fmla="*/ 3454400 w 3454400"/>
              <a:gd name="connsiteY3" fmla="*/ 203200 h 2387600"/>
              <a:gd name="connisteX4" fmla="*/ 3454400 w 3454400"/>
              <a:gd name="connsiteY4" fmla="*/ 2387600 h 2387600"/>
              <a:gd name="connisteX5" fmla="*/ 0 w 3454400"/>
              <a:gd name="connsiteY5" fmla="*/ 2387600 h 2387600"/>
              <a:gd name="connisteX6" fmla="*/ 0 w 3454400"/>
              <a:gd name="connsiteY6" fmla="*/ 203200 h 238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387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387600"/>
                </a:lnTo>
                <a:lnTo>
                  <a:pt x="0" y="2387600"/>
                </a:ln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>
                <a:latin typeface="+mn-lt"/>
                <a:ea typeface="+mn-ea"/>
                <a:cs typeface="+mn-cs"/>
              </a:defRPr>
            </a:lvl1pPr>
            <a:lvl2pPr>
              <a:buNone/>
              <a:defRPr>
                <a:latin typeface="+mn-lt"/>
                <a:ea typeface="+mn-ea"/>
                <a:cs typeface="+mn-cs"/>
              </a:defRPr>
            </a:lvl2pPr>
            <a:lvl3pPr>
              <a:buNone/>
              <a:defRPr>
                <a:latin typeface="+mn-lt"/>
                <a:ea typeface="+mn-ea"/>
                <a:cs typeface="+mn-cs"/>
              </a:defRPr>
            </a:lvl3pPr>
            <a:lvl4pPr>
              <a:buNone/>
              <a:defRPr>
                <a:latin typeface="+mn-lt"/>
                <a:ea typeface="+mn-ea"/>
                <a:cs typeface="+mn-cs"/>
              </a:defRPr>
            </a:lvl4pPr>
            <a:lvl5pPr>
              <a:buNone/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5" hasCustomPrompt="1"/>
            <p:custDataLst>
              <p:tags r:id="rId11"/>
            </p:custDataLst>
          </p:nvPr>
        </p:nvSpPr>
        <p:spPr>
          <a:xfrm>
            <a:off x="4368800" y="3911600"/>
            <a:ext cx="3454400" cy="2336800"/>
          </a:xfrm>
          <a:custGeom>
            <a:avLst/>
            <a:gdLst>
              <a:gd name="connisteX0" fmla="*/ 0 w 3454400"/>
              <a:gd name="connsiteY0" fmla="*/ 0 h 2336800"/>
              <a:gd name="connisteX1" fmla="*/ 3454400 w 3454400"/>
              <a:gd name="connsiteY1" fmla="*/ 0 h 2336800"/>
              <a:gd name="connisteX2" fmla="*/ 3454400 w 3454400"/>
              <a:gd name="connsiteY2" fmla="*/ 2133600 h 2336800"/>
              <a:gd name="connisteX3" fmla="*/ 3251200 w 3454400"/>
              <a:gd name="connsiteY3" fmla="*/ 2336800 h 2336800"/>
              <a:gd name="connisteX4" fmla="*/ 203200 w 3454400"/>
              <a:gd name="connsiteY4" fmla="*/ 2336800 h 2336800"/>
              <a:gd name="connisteX5" fmla="*/ 0 w 3454400"/>
              <a:gd name="connsiteY5" fmla="*/ 2133600 h 2336800"/>
              <a:gd name="connisteX6" fmla="*/ 0 w 3454400"/>
              <a:gd name="connsiteY6" fmla="*/ 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336800">
                <a:moveTo>
                  <a:pt x="0" y="0"/>
                </a:moveTo>
                <a:lnTo>
                  <a:pt x="3454400" y="0"/>
                </a:lnTo>
                <a:lnTo>
                  <a:pt x="3454400" y="2133600"/>
                </a:lnTo>
                <a:cubicBezTo>
                  <a:pt x="3454400" y="2245824"/>
                  <a:pt x="3363424" y="2336800"/>
                  <a:pt x="3251200" y="2336800"/>
                </a:cubicBezTo>
                <a:lnTo>
                  <a:pt x="203200" y="2336800"/>
                </a:lnTo>
                <a:cubicBezTo>
                  <a:pt x="90976" y="2336800"/>
                  <a:pt x="0" y="2245824"/>
                  <a:pt x="0" y="2133600"/>
                </a:cubicBez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>
                <a:latin typeface="+mn-lt"/>
                <a:ea typeface="+mn-ea"/>
                <a:cs typeface="+mn-cs"/>
              </a:defRPr>
            </a:lvl2pPr>
            <a:lvl3pPr marL="914400" indent="0">
              <a:buNone/>
              <a:defRPr sz="1200"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sz="1000"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sz="1000">
                <a:latin typeface="+mn-lt"/>
                <a:ea typeface="+mn-ea"/>
                <a:cs typeface="+mn-cs"/>
              </a:defRPr>
            </a:lvl5pPr>
            <a:lvl6pPr marL="2286000" indent="0">
              <a:buNone/>
              <a:defRPr sz="1000">
                <a:latin typeface="+mn-lt"/>
                <a:ea typeface="+mn-ea"/>
                <a:cs typeface="+mn-cs"/>
              </a:defRPr>
            </a:lvl6pPr>
            <a:lvl7pPr marL="2743200" indent="0">
              <a:buNone/>
              <a:defRPr sz="1000">
                <a:latin typeface="+mn-lt"/>
                <a:ea typeface="+mn-ea"/>
                <a:cs typeface="+mn-cs"/>
              </a:defRPr>
            </a:lvl7pPr>
            <a:lvl8pPr marL="3200400" indent="0">
              <a:buNone/>
              <a:defRPr sz="1000">
                <a:latin typeface="+mn-lt"/>
                <a:ea typeface="+mn-ea"/>
                <a:cs typeface="+mn-cs"/>
              </a:defRPr>
            </a:lvl8pPr>
            <a:lvl9pPr marL="3657600" indent="0">
              <a:buNone/>
              <a:defRPr sz="1000"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4673600" y="17272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4673600" y="2184400"/>
            <a:ext cx="2844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6" hasCustomPrompt="1"/>
            <p:custDataLst>
              <p:tags r:id="rId14"/>
            </p:custDataLst>
          </p:nvPr>
        </p:nvSpPr>
        <p:spPr>
          <a:xfrm>
            <a:off x="8128000" y="3860800"/>
            <a:ext cx="3454400" cy="2387600"/>
          </a:xfrm>
          <a:custGeom>
            <a:avLst/>
            <a:gdLst>
              <a:gd name="connisteX0" fmla="*/ 0 w 3454400"/>
              <a:gd name="connsiteY0" fmla="*/ 0 h 2387600"/>
              <a:gd name="connisteX1" fmla="*/ 3454400 w 3454400"/>
              <a:gd name="connsiteY1" fmla="*/ 0 h 2387600"/>
              <a:gd name="connisteX2" fmla="*/ 3454400 w 3454400"/>
              <a:gd name="connsiteY2" fmla="*/ 2184400 h 2387600"/>
              <a:gd name="connisteX3" fmla="*/ 3251200 w 3454400"/>
              <a:gd name="connsiteY3" fmla="*/ 2387600 h 2387600"/>
              <a:gd name="connisteX4" fmla="*/ 203200 w 3454400"/>
              <a:gd name="connsiteY4" fmla="*/ 2387600 h 2387600"/>
              <a:gd name="connisteX5" fmla="*/ 0 w 3454400"/>
              <a:gd name="connsiteY5" fmla="*/ 2184400 h 2387600"/>
              <a:gd name="connisteX6" fmla="*/ 0 w 3454400"/>
              <a:gd name="connsiteY6" fmla="*/ 0 h 238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387600">
                <a:moveTo>
                  <a:pt x="0" y="0"/>
                </a:moveTo>
                <a:lnTo>
                  <a:pt x="3454400" y="0"/>
                </a:lnTo>
                <a:lnTo>
                  <a:pt x="3454400" y="2184400"/>
                </a:lnTo>
                <a:cubicBezTo>
                  <a:pt x="3454400" y="2296624"/>
                  <a:pt x="3363424" y="2387600"/>
                  <a:pt x="3251200" y="2387600"/>
                </a:cubicBezTo>
                <a:lnTo>
                  <a:pt x="203200" y="2387600"/>
                </a:lnTo>
                <a:cubicBezTo>
                  <a:pt x="90976" y="2387600"/>
                  <a:pt x="0" y="2296624"/>
                  <a:pt x="0" y="21844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>
                <a:latin typeface="+mn-lt"/>
                <a:ea typeface="+mn-ea"/>
                <a:cs typeface="+mn-cs"/>
              </a:defRPr>
            </a:lvl1pPr>
            <a:lvl2pPr>
              <a:buNone/>
              <a:defRPr>
                <a:latin typeface="+mn-lt"/>
                <a:ea typeface="+mn-ea"/>
                <a:cs typeface="+mn-cs"/>
              </a:defRPr>
            </a:lvl2pPr>
            <a:lvl3pPr>
              <a:buNone/>
              <a:defRPr>
                <a:latin typeface="+mn-lt"/>
                <a:ea typeface="+mn-ea"/>
                <a:cs typeface="+mn-cs"/>
              </a:defRPr>
            </a:lvl3pPr>
            <a:lvl4pPr>
              <a:buNone/>
              <a:defRPr>
                <a:latin typeface="+mn-lt"/>
                <a:ea typeface="+mn-ea"/>
                <a:cs typeface="+mn-cs"/>
              </a:defRPr>
            </a:lvl4pPr>
            <a:lvl5pPr>
              <a:buNone/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图片占位符 20"/>
          <p:cNvSpPr>
            <a:spLocks noGrp="1"/>
          </p:cNvSpPr>
          <p:nvPr>
            <p:ph type="pic" idx="16397" hasCustomPrompt="1"/>
            <p:custDataLst>
              <p:tags r:id="rId15"/>
            </p:custDataLst>
          </p:nvPr>
        </p:nvSpPr>
        <p:spPr>
          <a:xfrm>
            <a:off x="8128000" y="1524000"/>
            <a:ext cx="3454400" cy="2336800"/>
          </a:xfrm>
          <a:custGeom>
            <a:avLst/>
            <a:gdLst>
              <a:gd name="connisteX0" fmla="*/ 0 w 3454400"/>
              <a:gd name="connsiteY0" fmla="*/ 203200 h 2336800"/>
              <a:gd name="connisteX1" fmla="*/ 203200 w 3454400"/>
              <a:gd name="connsiteY1" fmla="*/ 0 h 2336800"/>
              <a:gd name="connisteX2" fmla="*/ 3251200 w 3454400"/>
              <a:gd name="connsiteY2" fmla="*/ 0 h 2336800"/>
              <a:gd name="connisteX3" fmla="*/ 3454400 w 3454400"/>
              <a:gd name="connsiteY3" fmla="*/ 203200 h 2336800"/>
              <a:gd name="connisteX4" fmla="*/ 3454400 w 3454400"/>
              <a:gd name="connsiteY4" fmla="*/ 2336800 h 2336800"/>
              <a:gd name="connisteX5" fmla="*/ 0 w 3454400"/>
              <a:gd name="connsiteY5" fmla="*/ 2336800 h 2336800"/>
              <a:gd name="connisteX6" fmla="*/ 0 w 3454400"/>
              <a:gd name="connsiteY6" fmla="*/ 2032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336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336800"/>
                </a:lnTo>
                <a:lnTo>
                  <a:pt x="0" y="23368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>
                <a:latin typeface="+mn-lt"/>
                <a:ea typeface="+mn-ea"/>
                <a:cs typeface="+mn-cs"/>
              </a:defRPr>
            </a:lvl2pPr>
            <a:lvl3pPr marL="914400" indent="0">
              <a:buNone/>
              <a:defRPr sz="1200"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sz="1000"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sz="1000">
                <a:latin typeface="+mn-lt"/>
                <a:ea typeface="+mn-ea"/>
                <a:cs typeface="+mn-cs"/>
              </a:defRPr>
            </a:lvl5pPr>
            <a:lvl6pPr marL="2286000" indent="0">
              <a:buNone/>
              <a:defRPr sz="1000">
                <a:latin typeface="+mn-lt"/>
                <a:ea typeface="+mn-ea"/>
                <a:cs typeface="+mn-cs"/>
              </a:defRPr>
            </a:lvl6pPr>
            <a:lvl7pPr marL="2743200" indent="0">
              <a:buNone/>
              <a:defRPr sz="1000">
                <a:latin typeface="+mn-lt"/>
                <a:ea typeface="+mn-ea"/>
                <a:cs typeface="+mn-cs"/>
              </a:defRPr>
            </a:lvl7pPr>
            <a:lvl8pPr marL="3200400" indent="0">
              <a:buNone/>
              <a:defRPr sz="1000">
                <a:latin typeface="+mn-lt"/>
                <a:ea typeface="+mn-ea"/>
                <a:cs typeface="+mn-cs"/>
              </a:defRPr>
            </a:lvl8pPr>
            <a:lvl9pPr marL="3657600" indent="0">
              <a:buNone/>
              <a:defRPr sz="1000"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0" hasCustomPrompt="1"/>
            <p:custDataLst>
              <p:tags r:id="rId16"/>
            </p:custDataLst>
          </p:nvPr>
        </p:nvSpPr>
        <p:spPr>
          <a:xfrm>
            <a:off x="8432800" y="40640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1" hasCustomPrompt="1"/>
            <p:custDataLst>
              <p:tags r:id="rId17"/>
            </p:custDataLst>
          </p:nvPr>
        </p:nvSpPr>
        <p:spPr>
          <a:xfrm>
            <a:off x="8432800" y="4521200"/>
            <a:ext cx="2844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59_17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>
                <a:latin typeface="+mn-lt"/>
                <a:ea typeface="+mn-ea"/>
                <a:cs typeface="+mn-cs"/>
              </a:rPr>
            </a:fld>
            <a:endParaRPr lang="zh-CN" altLang="en-US">
              <a:latin typeface="+mn-lt"/>
              <a:ea typeface="+mn-ea"/>
              <a:cs typeface="+mn-cs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latin typeface="+mn-lt"/>
              <a:ea typeface="+mn-ea"/>
              <a:cs typeface="+mn-cs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>
                <a:latin typeface="+mn-lt"/>
                <a:ea typeface="+mn-ea"/>
                <a:cs typeface="+mn-cs"/>
              </a:rPr>
            </a:fld>
            <a:endParaRPr lang="zh-CN" altLang="en-US">
              <a:latin typeface="+mn-lt"/>
              <a:ea typeface="+mn-ea"/>
              <a:cs typeface="+mn-cs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2" hasCustomPrompt="1"/>
            <p:custDataLst>
              <p:tags r:id="rId6"/>
            </p:custDataLst>
          </p:nvPr>
        </p:nvSpPr>
        <p:spPr>
          <a:xfrm>
            <a:off x="609600" y="4013200"/>
            <a:ext cx="10972800" cy="2235200"/>
          </a:xfrm>
          <a:custGeom>
            <a:avLst/>
            <a:gdLst>
              <a:gd name="connisteX0" fmla="*/ 0 w 10972800"/>
              <a:gd name="connsiteY0" fmla="*/ 203200 h 2235200"/>
              <a:gd name="connisteX1" fmla="*/ 203200 w 10972800"/>
              <a:gd name="connsiteY1" fmla="*/ 0 h 2235200"/>
              <a:gd name="connisteX2" fmla="*/ 10769600 w 10972800"/>
              <a:gd name="connsiteY2" fmla="*/ 0 h 2235200"/>
              <a:gd name="connisteX3" fmla="*/ 10972800 w 10972800"/>
              <a:gd name="connsiteY3" fmla="*/ 203200 h 2235200"/>
              <a:gd name="connisteX4" fmla="*/ 10972800 w 10972800"/>
              <a:gd name="connsiteY4" fmla="*/ 2032000 h 2235200"/>
              <a:gd name="connisteX5" fmla="*/ 10769600 w 10972800"/>
              <a:gd name="connsiteY5" fmla="*/ 2235200 h 2235200"/>
              <a:gd name="connisteX6" fmla="*/ 203200 w 10972800"/>
              <a:gd name="connsiteY6" fmla="*/ 2235200 h 2235200"/>
              <a:gd name="connisteX7" fmla="*/ 0 w 10972800"/>
              <a:gd name="connsiteY7" fmla="*/ 2032000 h 2235200"/>
              <a:gd name="connisteX8" fmla="*/ 0 w 10972800"/>
              <a:gd name="connsiteY8" fmla="*/ 203200 h 2235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235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032000"/>
                </a:lnTo>
                <a:cubicBezTo>
                  <a:pt x="10972800" y="2144224"/>
                  <a:pt x="10881824" y="2235200"/>
                  <a:pt x="10769600" y="2235200"/>
                </a:cubicBezTo>
                <a:lnTo>
                  <a:pt x="203200" y="2235200"/>
                </a:lnTo>
                <a:cubicBezTo>
                  <a:pt x="90976" y="2235200"/>
                  <a:pt x="0" y="2144224"/>
                  <a:pt x="0" y="20320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>
                <a:latin typeface="+mn-lt"/>
                <a:ea typeface="+mn-ea"/>
                <a:cs typeface="+mn-cs"/>
              </a:defRPr>
            </a:lvl1pPr>
            <a:lvl2pPr>
              <a:buNone/>
              <a:defRPr>
                <a:latin typeface="+mn-lt"/>
                <a:ea typeface="+mn-ea"/>
                <a:cs typeface="+mn-cs"/>
              </a:defRPr>
            </a:lvl2pPr>
            <a:lvl3pPr>
              <a:buNone/>
              <a:defRPr>
                <a:latin typeface="+mn-lt"/>
                <a:ea typeface="+mn-ea"/>
                <a:cs typeface="+mn-cs"/>
              </a:defRPr>
            </a:lvl3pPr>
            <a:lvl4pPr>
              <a:buNone/>
              <a:defRPr>
                <a:latin typeface="+mn-lt"/>
                <a:ea typeface="+mn-ea"/>
                <a:cs typeface="+mn-cs"/>
              </a:defRPr>
            </a:lvl4pPr>
            <a:lvl5pPr>
              <a:buNone/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3" hasCustomPrompt="1"/>
            <p:custDataLst>
              <p:tags r:id="rId7"/>
            </p:custDataLst>
          </p:nvPr>
        </p:nvSpPr>
        <p:spPr>
          <a:xfrm>
            <a:off x="609600" y="1524000"/>
            <a:ext cx="50800" cy="2032000"/>
          </a:xfrm>
          <a:custGeom>
            <a:avLst/>
            <a:gdLst>
              <a:gd name="connisteX0" fmla="*/ 0 w 50800"/>
              <a:gd name="connsiteY0" fmla="*/ 25400 h 2032000"/>
              <a:gd name="connisteX1" fmla="*/ 25400 w 50800"/>
              <a:gd name="connsiteY1" fmla="*/ 0 h 2032000"/>
              <a:gd name="connisteX2" fmla="*/ 25400 w 50800"/>
              <a:gd name="connsiteY2" fmla="*/ 0 h 2032000"/>
              <a:gd name="connisteX3" fmla="*/ 50800 w 50800"/>
              <a:gd name="connsiteY3" fmla="*/ 25400 h 2032000"/>
              <a:gd name="connisteX4" fmla="*/ 50800 w 50800"/>
              <a:gd name="connsiteY4" fmla="*/ 2006600 h 2032000"/>
              <a:gd name="connisteX5" fmla="*/ 25400 w 50800"/>
              <a:gd name="connsiteY5" fmla="*/ 2032000 h 2032000"/>
              <a:gd name="connisteX6" fmla="*/ 25400 w 50800"/>
              <a:gd name="connsiteY6" fmla="*/ 2032000 h 2032000"/>
              <a:gd name="connisteX7" fmla="*/ 0 w 50800"/>
              <a:gd name="connsiteY7" fmla="*/ 2006600 h 2032000"/>
              <a:gd name="connisteX8" fmla="*/ 0 w 50800"/>
              <a:gd name="connsiteY8" fmla="*/ 254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20320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006600"/>
                </a:lnTo>
                <a:cubicBezTo>
                  <a:pt x="50800" y="2020628"/>
                  <a:pt x="39428" y="2032000"/>
                  <a:pt x="25400" y="2032000"/>
                </a:cubicBezTo>
                <a:lnTo>
                  <a:pt x="25400" y="2032000"/>
                </a:lnTo>
                <a:cubicBezTo>
                  <a:pt x="11372" y="2032000"/>
                  <a:pt x="0" y="2020628"/>
                  <a:pt x="0" y="20066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>
                <a:latin typeface="+mn-lt"/>
                <a:ea typeface="+mn-ea"/>
                <a:cs typeface="+mn-cs"/>
              </a:defRPr>
            </a:lvl1pPr>
            <a:lvl2pPr>
              <a:buNone/>
              <a:defRPr>
                <a:latin typeface="+mn-lt"/>
                <a:ea typeface="+mn-ea"/>
                <a:cs typeface="+mn-cs"/>
              </a:defRPr>
            </a:lvl2pPr>
            <a:lvl3pPr>
              <a:buNone/>
              <a:defRPr>
                <a:latin typeface="+mn-lt"/>
                <a:ea typeface="+mn-ea"/>
                <a:cs typeface="+mn-cs"/>
              </a:defRPr>
            </a:lvl3pPr>
            <a:lvl4pPr>
              <a:buNone/>
              <a:defRPr>
                <a:latin typeface="+mn-lt"/>
                <a:ea typeface="+mn-ea"/>
                <a:cs typeface="+mn-cs"/>
              </a:defRPr>
            </a:lvl4pPr>
            <a:lvl5pPr>
              <a:buNone/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762000" y="1524000"/>
            <a:ext cx="309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762000" y="2032000"/>
            <a:ext cx="3098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4" hasCustomPrompt="1"/>
            <p:custDataLst>
              <p:tags r:id="rId10"/>
            </p:custDataLst>
          </p:nvPr>
        </p:nvSpPr>
        <p:spPr>
          <a:xfrm>
            <a:off x="4470400" y="1524000"/>
            <a:ext cx="50800" cy="2032000"/>
          </a:xfrm>
          <a:custGeom>
            <a:avLst/>
            <a:gdLst>
              <a:gd name="connisteX0" fmla="*/ 0 w 50800"/>
              <a:gd name="connsiteY0" fmla="*/ 25400 h 2032000"/>
              <a:gd name="connisteX1" fmla="*/ 25400 w 50800"/>
              <a:gd name="connsiteY1" fmla="*/ 0 h 2032000"/>
              <a:gd name="connisteX2" fmla="*/ 25400 w 50800"/>
              <a:gd name="connsiteY2" fmla="*/ 0 h 2032000"/>
              <a:gd name="connisteX3" fmla="*/ 50800 w 50800"/>
              <a:gd name="connsiteY3" fmla="*/ 25400 h 2032000"/>
              <a:gd name="connisteX4" fmla="*/ 50800 w 50800"/>
              <a:gd name="connsiteY4" fmla="*/ 2006600 h 2032000"/>
              <a:gd name="connisteX5" fmla="*/ 25400 w 50800"/>
              <a:gd name="connsiteY5" fmla="*/ 2032000 h 2032000"/>
              <a:gd name="connisteX6" fmla="*/ 25400 w 50800"/>
              <a:gd name="connsiteY6" fmla="*/ 2032000 h 2032000"/>
              <a:gd name="connisteX7" fmla="*/ 0 w 50800"/>
              <a:gd name="connsiteY7" fmla="*/ 2006600 h 2032000"/>
              <a:gd name="connisteX8" fmla="*/ 0 w 50800"/>
              <a:gd name="connsiteY8" fmla="*/ 254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20320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006600"/>
                </a:lnTo>
                <a:cubicBezTo>
                  <a:pt x="50800" y="2020628"/>
                  <a:pt x="39428" y="2032000"/>
                  <a:pt x="25400" y="2032000"/>
                </a:cubicBezTo>
                <a:lnTo>
                  <a:pt x="25400" y="2032000"/>
                </a:lnTo>
                <a:cubicBezTo>
                  <a:pt x="11372" y="2032000"/>
                  <a:pt x="0" y="2020628"/>
                  <a:pt x="0" y="20066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>
                <a:latin typeface="+mn-lt"/>
                <a:ea typeface="+mn-ea"/>
                <a:cs typeface="+mn-cs"/>
              </a:defRPr>
            </a:lvl1pPr>
            <a:lvl2pPr>
              <a:buNone/>
              <a:defRPr>
                <a:latin typeface="+mn-lt"/>
                <a:ea typeface="+mn-ea"/>
                <a:cs typeface="+mn-cs"/>
              </a:defRPr>
            </a:lvl2pPr>
            <a:lvl3pPr>
              <a:buNone/>
              <a:defRPr>
                <a:latin typeface="+mn-lt"/>
                <a:ea typeface="+mn-ea"/>
                <a:cs typeface="+mn-cs"/>
              </a:defRPr>
            </a:lvl3pPr>
            <a:lvl4pPr>
              <a:buNone/>
              <a:defRPr>
                <a:latin typeface="+mn-lt"/>
                <a:ea typeface="+mn-ea"/>
                <a:cs typeface="+mn-cs"/>
              </a:defRPr>
            </a:lvl4pPr>
            <a:lvl5pPr>
              <a:buNone/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4622800" y="1524000"/>
            <a:ext cx="309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4622800" y="2032000"/>
            <a:ext cx="3098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9" name="装饰  8"/>
          <p:cNvSpPr>
            <a:spLocks noGrp="1"/>
          </p:cNvSpPr>
          <p:nvPr>
            <p:ph type="body" idx="16395" hasCustomPrompt="1"/>
            <p:custDataLst>
              <p:tags r:id="rId13"/>
            </p:custDataLst>
          </p:nvPr>
        </p:nvSpPr>
        <p:spPr>
          <a:xfrm>
            <a:off x="8331200" y="1524000"/>
            <a:ext cx="50800" cy="2032000"/>
          </a:xfrm>
          <a:custGeom>
            <a:avLst/>
            <a:gdLst>
              <a:gd name="connisteX0" fmla="*/ 0 w 50800"/>
              <a:gd name="connsiteY0" fmla="*/ 25400 h 2032000"/>
              <a:gd name="connisteX1" fmla="*/ 25400 w 50800"/>
              <a:gd name="connsiteY1" fmla="*/ 0 h 2032000"/>
              <a:gd name="connisteX2" fmla="*/ 25400 w 50800"/>
              <a:gd name="connsiteY2" fmla="*/ 0 h 2032000"/>
              <a:gd name="connisteX3" fmla="*/ 50800 w 50800"/>
              <a:gd name="connsiteY3" fmla="*/ 25400 h 2032000"/>
              <a:gd name="connisteX4" fmla="*/ 50800 w 50800"/>
              <a:gd name="connsiteY4" fmla="*/ 2006600 h 2032000"/>
              <a:gd name="connisteX5" fmla="*/ 25400 w 50800"/>
              <a:gd name="connsiteY5" fmla="*/ 2032000 h 2032000"/>
              <a:gd name="connisteX6" fmla="*/ 25400 w 50800"/>
              <a:gd name="connsiteY6" fmla="*/ 2032000 h 2032000"/>
              <a:gd name="connisteX7" fmla="*/ 0 w 50800"/>
              <a:gd name="connsiteY7" fmla="*/ 2006600 h 2032000"/>
              <a:gd name="connisteX8" fmla="*/ 0 w 50800"/>
              <a:gd name="connsiteY8" fmla="*/ 254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20320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006600"/>
                </a:lnTo>
                <a:cubicBezTo>
                  <a:pt x="50800" y="2020628"/>
                  <a:pt x="39428" y="2032000"/>
                  <a:pt x="25400" y="2032000"/>
                </a:cubicBezTo>
                <a:lnTo>
                  <a:pt x="25400" y="2032000"/>
                </a:lnTo>
                <a:cubicBezTo>
                  <a:pt x="11372" y="2032000"/>
                  <a:pt x="0" y="2020628"/>
                  <a:pt x="0" y="20066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>
                <a:latin typeface="+mn-lt"/>
                <a:ea typeface="+mn-ea"/>
                <a:cs typeface="+mn-cs"/>
              </a:defRPr>
            </a:lvl1pPr>
            <a:lvl2pPr>
              <a:buNone/>
              <a:defRPr>
                <a:latin typeface="+mn-lt"/>
                <a:ea typeface="+mn-ea"/>
                <a:cs typeface="+mn-cs"/>
              </a:defRPr>
            </a:lvl2pPr>
            <a:lvl3pPr>
              <a:buNone/>
              <a:defRPr>
                <a:latin typeface="+mn-lt"/>
                <a:ea typeface="+mn-ea"/>
                <a:cs typeface="+mn-cs"/>
              </a:defRPr>
            </a:lvl3pPr>
            <a:lvl4pPr>
              <a:buNone/>
              <a:defRPr>
                <a:latin typeface="+mn-lt"/>
                <a:ea typeface="+mn-ea"/>
                <a:cs typeface="+mn-cs"/>
              </a:defRPr>
            </a:lvl4pPr>
            <a:lvl5pPr>
              <a:buNone/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0" hasCustomPrompt="1"/>
            <p:custDataLst>
              <p:tags r:id="rId14"/>
            </p:custDataLst>
          </p:nvPr>
        </p:nvSpPr>
        <p:spPr>
          <a:xfrm>
            <a:off x="8483600" y="1524000"/>
            <a:ext cx="309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15"/>
            </p:custDataLst>
          </p:nvPr>
        </p:nvSpPr>
        <p:spPr>
          <a:xfrm>
            <a:off x="8483600" y="2032000"/>
            <a:ext cx="3098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_8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>
                <a:latin typeface="+mn-lt"/>
                <a:ea typeface="+mn-ea"/>
                <a:cs typeface="+mn-cs"/>
              </a:rPr>
            </a:fld>
            <a:endParaRPr lang="zh-CN" altLang="en-US">
              <a:latin typeface="+mn-lt"/>
              <a:ea typeface="+mn-ea"/>
              <a:cs typeface="+mn-cs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latin typeface="+mn-lt"/>
              <a:ea typeface="+mn-ea"/>
              <a:cs typeface="+mn-cs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>
                <a:latin typeface="+mn-lt"/>
                <a:ea typeface="+mn-ea"/>
                <a:cs typeface="+mn-cs"/>
              </a:rPr>
            </a:fld>
            <a:endParaRPr lang="zh-CN" altLang="en-US">
              <a:latin typeface="+mn-lt"/>
              <a:ea typeface="+mn-ea"/>
              <a:cs typeface="+mn-cs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6324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2" hasCustomPrompt="1"/>
            <p:custDataLst>
              <p:tags r:id="rId6"/>
            </p:custDataLst>
          </p:nvPr>
        </p:nvSpPr>
        <p:spPr>
          <a:xfrm>
            <a:off x="7543800" y="609600"/>
            <a:ext cx="4038600" cy="5638800"/>
          </a:xfrm>
          <a:custGeom>
            <a:avLst/>
            <a:gdLst>
              <a:gd name="connisteX0" fmla="*/ 0 w 4038600"/>
              <a:gd name="connsiteY0" fmla="*/ 0 h 5638800"/>
              <a:gd name="connisteX1" fmla="*/ 4038600 w 4038600"/>
              <a:gd name="connsiteY1" fmla="*/ 0 h 5638800"/>
              <a:gd name="connisteX2" fmla="*/ 4038600 w 4038600"/>
              <a:gd name="connsiteY2" fmla="*/ 5638800 h 5638800"/>
              <a:gd name="connisteX3" fmla="*/ 0 w 4038600"/>
              <a:gd name="connsiteY3" fmla="*/ 5638800 h 5638800"/>
              <a:gd name="connisteX4" fmla="*/ 0 w 4038600"/>
              <a:gd name="connsiteY4" fmla="*/ 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4038600" h="5638800">
                <a:moveTo>
                  <a:pt x="0" y="0"/>
                </a:moveTo>
                <a:lnTo>
                  <a:pt x="4038600" y="0"/>
                </a:lnTo>
                <a:lnTo>
                  <a:pt x="4038600" y="5638800"/>
                </a:lnTo>
                <a:lnTo>
                  <a:pt x="0" y="56388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>
                <a:latin typeface="+mn-lt"/>
                <a:ea typeface="+mn-ea"/>
                <a:cs typeface="+mn-cs"/>
              </a:defRPr>
            </a:lvl1pPr>
            <a:lvl2pPr>
              <a:buNone/>
              <a:defRPr>
                <a:latin typeface="+mn-lt"/>
                <a:ea typeface="+mn-ea"/>
                <a:cs typeface="+mn-cs"/>
              </a:defRPr>
            </a:lvl2pPr>
            <a:lvl3pPr>
              <a:buNone/>
              <a:defRPr>
                <a:latin typeface="+mn-lt"/>
                <a:ea typeface="+mn-ea"/>
                <a:cs typeface="+mn-cs"/>
              </a:defRPr>
            </a:lvl3pPr>
            <a:lvl4pPr>
              <a:buNone/>
              <a:defRPr>
                <a:latin typeface="+mn-lt"/>
                <a:ea typeface="+mn-ea"/>
                <a:cs typeface="+mn-cs"/>
              </a:defRPr>
            </a:lvl4pPr>
            <a:lvl5pPr>
              <a:buNone/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3" hasCustomPrompt="1"/>
            <p:custDataLst>
              <p:tags r:id="rId7"/>
            </p:custDataLst>
          </p:nvPr>
        </p:nvSpPr>
        <p:spPr>
          <a:xfrm>
            <a:off x="609600" y="16764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>
                <a:latin typeface="+mn-lt"/>
                <a:ea typeface="+mn-ea"/>
                <a:cs typeface="+mn-cs"/>
              </a:defRPr>
            </a:lvl1pPr>
            <a:lvl2pPr>
              <a:buNone/>
              <a:defRPr>
                <a:latin typeface="+mn-lt"/>
                <a:ea typeface="+mn-ea"/>
                <a:cs typeface="+mn-cs"/>
              </a:defRPr>
            </a:lvl2pPr>
            <a:lvl3pPr>
              <a:buNone/>
              <a:defRPr>
                <a:latin typeface="+mn-lt"/>
                <a:ea typeface="+mn-ea"/>
                <a:cs typeface="+mn-cs"/>
              </a:defRPr>
            </a:lvl3pPr>
            <a:lvl4pPr>
              <a:buNone/>
              <a:defRPr>
                <a:latin typeface="+mn-lt"/>
                <a:ea typeface="+mn-ea"/>
                <a:cs typeface="+mn-cs"/>
              </a:defRPr>
            </a:lvl4pPr>
            <a:lvl5pPr>
              <a:buNone/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762000" y="1676400"/>
            <a:ext cx="6172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762000" y="2184400"/>
            <a:ext cx="6172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4" hasCustomPrompt="1"/>
            <p:custDataLst>
              <p:tags r:id="rId10"/>
            </p:custDataLst>
          </p:nvPr>
        </p:nvSpPr>
        <p:spPr>
          <a:xfrm>
            <a:off x="609600" y="34036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>
                <a:latin typeface="+mn-lt"/>
                <a:ea typeface="+mn-ea"/>
                <a:cs typeface="+mn-cs"/>
              </a:defRPr>
            </a:lvl1pPr>
            <a:lvl2pPr>
              <a:buNone/>
              <a:defRPr>
                <a:latin typeface="+mn-lt"/>
                <a:ea typeface="+mn-ea"/>
                <a:cs typeface="+mn-cs"/>
              </a:defRPr>
            </a:lvl2pPr>
            <a:lvl3pPr>
              <a:buNone/>
              <a:defRPr>
                <a:latin typeface="+mn-lt"/>
                <a:ea typeface="+mn-ea"/>
                <a:cs typeface="+mn-cs"/>
              </a:defRPr>
            </a:lvl3pPr>
            <a:lvl4pPr>
              <a:buNone/>
              <a:defRPr>
                <a:latin typeface="+mn-lt"/>
                <a:ea typeface="+mn-ea"/>
                <a:cs typeface="+mn-cs"/>
              </a:defRPr>
            </a:lvl4pPr>
            <a:lvl5pPr>
              <a:buNone/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762000" y="3403600"/>
            <a:ext cx="6172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762000" y="3911600"/>
            <a:ext cx="6172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9" name="装饰  8"/>
          <p:cNvSpPr>
            <a:spLocks noGrp="1"/>
          </p:cNvSpPr>
          <p:nvPr>
            <p:ph type="body" idx="16395" hasCustomPrompt="1"/>
            <p:custDataLst>
              <p:tags r:id="rId13"/>
            </p:custDataLst>
          </p:nvPr>
        </p:nvSpPr>
        <p:spPr>
          <a:xfrm>
            <a:off x="609600" y="51308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>
                <a:latin typeface="+mn-lt"/>
                <a:ea typeface="+mn-ea"/>
                <a:cs typeface="+mn-cs"/>
              </a:defRPr>
            </a:lvl1pPr>
            <a:lvl2pPr>
              <a:buNone/>
              <a:defRPr>
                <a:latin typeface="+mn-lt"/>
                <a:ea typeface="+mn-ea"/>
                <a:cs typeface="+mn-cs"/>
              </a:defRPr>
            </a:lvl2pPr>
            <a:lvl3pPr>
              <a:buNone/>
              <a:defRPr>
                <a:latin typeface="+mn-lt"/>
                <a:ea typeface="+mn-ea"/>
                <a:cs typeface="+mn-cs"/>
              </a:defRPr>
            </a:lvl3pPr>
            <a:lvl4pPr>
              <a:buNone/>
              <a:defRPr>
                <a:latin typeface="+mn-lt"/>
                <a:ea typeface="+mn-ea"/>
                <a:cs typeface="+mn-cs"/>
              </a:defRPr>
            </a:lvl4pPr>
            <a:lvl5pPr>
              <a:buNone/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0" hasCustomPrompt="1"/>
            <p:custDataLst>
              <p:tags r:id="rId14"/>
            </p:custDataLst>
          </p:nvPr>
        </p:nvSpPr>
        <p:spPr>
          <a:xfrm>
            <a:off x="762000" y="5130800"/>
            <a:ext cx="6172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15"/>
            </p:custDataLst>
          </p:nvPr>
        </p:nvSpPr>
        <p:spPr>
          <a:xfrm>
            <a:off x="762000" y="5638800"/>
            <a:ext cx="6172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9_18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>
                <a:latin typeface="+mn-lt"/>
                <a:ea typeface="+mn-ea"/>
                <a:cs typeface="+mn-cs"/>
              </a:rPr>
            </a:fld>
            <a:endParaRPr lang="zh-CN" altLang="en-US">
              <a:latin typeface="+mn-lt"/>
              <a:ea typeface="+mn-ea"/>
              <a:cs typeface="+mn-cs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latin typeface="+mn-lt"/>
              <a:ea typeface="+mn-ea"/>
              <a:cs typeface="+mn-cs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>
                <a:latin typeface="+mn-lt"/>
                <a:ea typeface="+mn-ea"/>
                <a:cs typeface="+mn-cs"/>
              </a:rPr>
            </a:fld>
            <a:endParaRPr lang="zh-CN" altLang="en-US">
              <a:latin typeface="+mn-lt"/>
              <a:ea typeface="+mn-ea"/>
              <a:cs typeface="+mn-cs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2" hasCustomPrompt="1"/>
            <p:custDataLst>
              <p:tags r:id="rId6"/>
            </p:custDataLst>
          </p:nvPr>
        </p:nvSpPr>
        <p:spPr>
          <a:xfrm>
            <a:off x="6096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1828800 h 2032000"/>
              <a:gd name="connisteX5" fmla="*/ 3251200 w 3454400"/>
              <a:gd name="connsiteY5" fmla="*/ 2032000 h 2032000"/>
              <a:gd name="connisteX6" fmla="*/ 203200 w 3454400"/>
              <a:gd name="connsiteY6" fmla="*/ 2032000 h 2032000"/>
              <a:gd name="connisteX7" fmla="*/ 0 w 3454400"/>
              <a:gd name="connsiteY7" fmla="*/ 1828800 h 2032000"/>
              <a:gd name="connisteX8" fmla="*/ 0 w 3454400"/>
              <a:gd name="connsiteY8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1828800"/>
                </a:lnTo>
                <a:cubicBezTo>
                  <a:pt x="3454400" y="1941024"/>
                  <a:pt x="3363424" y="2032000"/>
                  <a:pt x="3251200" y="2032000"/>
                </a:cubicBezTo>
                <a:lnTo>
                  <a:pt x="203200" y="2032000"/>
                </a:lnTo>
                <a:cubicBezTo>
                  <a:pt x="90976" y="2032000"/>
                  <a:pt x="0" y="1941024"/>
                  <a:pt x="0" y="18288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>
                <a:latin typeface="+mn-lt"/>
                <a:ea typeface="+mn-ea"/>
                <a:cs typeface="+mn-cs"/>
              </a:defRPr>
            </a:lvl1pPr>
            <a:lvl2pPr>
              <a:buNone/>
              <a:defRPr>
                <a:latin typeface="+mn-lt"/>
                <a:ea typeface="+mn-ea"/>
                <a:cs typeface="+mn-cs"/>
              </a:defRPr>
            </a:lvl2pPr>
            <a:lvl3pPr>
              <a:buNone/>
              <a:defRPr>
                <a:latin typeface="+mn-lt"/>
                <a:ea typeface="+mn-ea"/>
                <a:cs typeface="+mn-cs"/>
              </a:defRPr>
            </a:lvl3pPr>
            <a:lvl4pPr>
              <a:buNone/>
              <a:defRPr>
                <a:latin typeface="+mn-lt"/>
                <a:ea typeface="+mn-ea"/>
                <a:cs typeface="+mn-cs"/>
              </a:defRPr>
            </a:lvl4pPr>
            <a:lvl5pPr>
              <a:buNone/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609600" y="38608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609600" y="4419600"/>
            <a:ext cx="34544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内容占位符 14"/>
          <p:cNvSpPr>
            <a:spLocks noGrp="1"/>
          </p:cNvSpPr>
          <p:nvPr>
            <p:ph idx="16393" hasCustomPrompt="1"/>
            <p:custDataLst>
              <p:tags r:id="rId9"/>
            </p:custDataLst>
          </p:nvPr>
        </p:nvSpPr>
        <p:spPr>
          <a:xfrm>
            <a:off x="43688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1828800 h 2032000"/>
              <a:gd name="connisteX5" fmla="*/ 3251200 w 3454400"/>
              <a:gd name="connsiteY5" fmla="*/ 2032000 h 2032000"/>
              <a:gd name="connisteX6" fmla="*/ 203200 w 3454400"/>
              <a:gd name="connsiteY6" fmla="*/ 2032000 h 2032000"/>
              <a:gd name="connisteX7" fmla="*/ 0 w 3454400"/>
              <a:gd name="connsiteY7" fmla="*/ 1828800 h 2032000"/>
              <a:gd name="connisteX8" fmla="*/ 0 w 3454400"/>
              <a:gd name="connsiteY8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1828800"/>
                </a:lnTo>
                <a:cubicBezTo>
                  <a:pt x="3454400" y="1941024"/>
                  <a:pt x="3363424" y="2032000"/>
                  <a:pt x="3251200" y="2032000"/>
                </a:cubicBezTo>
                <a:lnTo>
                  <a:pt x="203200" y="2032000"/>
                </a:lnTo>
                <a:cubicBezTo>
                  <a:pt x="90976" y="2032000"/>
                  <a:pt x="0" y="1941024"/>
                  <a:pt x="0" y="18288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>
                <a:latin typeface="+mn-lt"/>
                <a:ea typeface="+mn-ea"/>
                <a:cs typeface="+mn-cs"/>
              </a:defRPr>
            </a:lvl1pPr>
            <a:lvl2pPr>
              <a:buNone/>
              <a:defRPr>
                <a:latin typeface="+mn-lt"/>
                <a:ea typeface="+mn-ea"/>
                <a:cs typeface="+mn-cs"/>
              </a:defRPr>
            </a:lvl2pPr>
            <a:lvl3pPr>
              <a:buNone/>
              <a:defRPr>
                <a:latin typeface="+mn-lt"/>
                <a:ea typeface="+mn-ea"/>
                <a:cs typeface="+mn-cs"/>
              </a:defRPr>
            </a:lvl3pPr>
            <a:lvl4pPr>
              <a:buNone/>
              <a:defRPr>
                <a:latin typeface="+mn-lt"/>
                <a:ea typeface="+mn-ea"/>
                <a:cs typeface="+mn-cs"/>
              </a:defRPr>
            </a:lvl4pPr>
            <a:lvl5pPr>
              <a:buNone/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8" hasCustomPrompt="1"/>
            <p:custDataLst>
              <p:tags r:id="rId10"/>
            </p:custDataLst>
          </p:nvPr>
        </p:nvSpPr>
        <p:spPr>
          <a:xfrm>
            <a:off x="4368800" y="38608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9" hasCustomPrompt="1"/>
            <p:custDataLst>
              <p:tags r:id="rId11"/>
            </p:custDataLst>
          </p:nvPr>
        </p:nvSpPr>
        <p:spPr>
          <a:xfrm>
            <a:off x="4368800" y="4419600"/>
            <a:ext cx="34544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8" name="内容占位符 17"/>
          <p:cNvSpPr>
            <a:spLocks noGrp="1"/>
          </p:cNvSpPr>
          <p:nvPr>
            <p:ph idx="16394" hasCustomPrompt="1"/>
            <p:custDataLst>
              <p:tags r:id="rId12"/>
            </p:custDataLst>
          </p:nvPr>
        </p:nvSpPr>
        <p:spPr>
          <a:xfrm>
            <a:off x="81280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1828800 h 2032000"/>
              <a:gd name="connisteX5" fmla="*/ 3251200 w 3454400"/>
              <a:gd name="connsiteY5" fmla="*/ 2032000 h 2032000"/>
              <a:gd name="connisteX6" fmla="*/ 203200 w 3454400"/>
              <a:gd name="connsiteY6" fmla="*/ 2032000 h 2032000"/>
              <a:gd name="connisteX7" fmla="*/ 0 w 3454400"/>
              <a:gd name="connsiteY7" fmla="*/ 1828800 h 2032000"/>
              <a:gd name="connisteX8" fmla="*/ 0 w 3454400"/>
              <a:gd name="connsiteY8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1828800"/>
                </a:lnTo>
                <a:cubicBezTo>
                  <a:pt x="3454400" y="1941024"/>
                  <a:pt x="3363424" y="2032000"/>
                  <a:pt x="3251200" y="2032000"/>
                </a:cubicBezTo>
                <a:lnTo>
                  <a:pt x="203200" y="2032000"/>
                </a:lnTo>
                <a:cubicBezTo>
                  <a:pt x="90976" y="2032000"/>
                  <a:pt x="0" y="1941024"/>
                  <a:pt x="0" y="18288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>
                <a:latin typeface="+mn-lt"/>
                <a:ea typeface="+mn-ea"/>
                <a:cs typeface="+mn-cs"/>
              </a:defRPr>
            </a:lvl1pPr>
            <a:lvl2pPr>
              <a:buNone/>
              <a:defRPr>
                <a:latin typeface="+mn-lt"/>
                <a:ea typeface="+mn-ea"/>
                <a:cs typeface="+mn-cs"/>
              </a:defRPr>
            </a:lvl2pPr>
            <a:lvl3pPr>
              <a:buNone/>
              <a:defRPr>
                <a:latin typeface="+mn-lt"/>
                <a:ea typeface="+mn-ea"/>
                <a:cs typeface="+mn-cs"/>
              </a:defRPr>
            </a:lvl3pPr>
            <a:lvl4pPr>
              <a:buNone/>
              <a:defRPr>
                <a:latin typeface="+mn-lt"/>
                <a:ea typeface="+mn-ea"/>
                <a:cs typeface="+mn-cs"/>
              </a:defRPr>
            </a:lvl4pPr>
            <a:lvl5pPr>
              <a:buNone/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8128000" y="38608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1" hasCustomPrompt="1"/>
            <p:custDataLst>
              <p:tags r:id="rId14"/>
            </p:custDataLst>
          </p:nvPr>
        </p:nvSpPr>
        <p:spPr>
          <a:xfrm>
            <a:off x="8128000" y="4419600"/>
            <a:ext cx="34544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0_8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>
                <a:latin typeface="+mn-lt"/>
                <a:ea typeface="+mn-ea"/>
                <a:cs typeface="+mn-cs"/>
              </a:rPr>
            </a:fld>
            <a:endParaRPr lang="zh-CN" altLang="en-US">
              <a:latin typeface="+mn-lt"/>
              <a:ea typeface="+mn-ea"/>
              <a:cs typeface="+mn-cs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latin typeface="+mn-lt"/>
              <a:ea typeface="+mn-ea"/>
              <a:cs typeface="+mn-cs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>
                <a:latin typeface="+mn-lt"/>
                <a:ea typeface="+mn-ea"/>
                <a:cs typeface="+mn-cs"/>
              </a:rPr>
            </a:fld>
            <a:endParaRPr lang="zh-CN" altLang="en-US">
              <a:latin typeface="+mn-lt"/>
              <a:ea typeface="+mn-ea"/>
              <a:cs typeface="+mn-cs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705600" y="533400"/>
            <a:ext cx="4876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2" hasCustomPrompt="1"/>
            <p:custDataLst>
              <p:tags r:id="rId6"/>
            </p:custDataLst>
          </p:nvPr>
        </p:nvSpPr>
        <p:spPr>
          <a:xfrm>
            <a:off x="609600" y="609600"/>
            <a:ext cx="5486400" cy="5638800"/>
          </a:xfrm>
          <a:custGeom>
            <a:avLst/>
            <a:gdLst>
              <a:gd name="connisteX0" fmla="*/ 0 w 5486400"/>
              <a:gd name="connsiteY0" fmla="*/ 0 h 5638800"/>
              <a:gd name="connisteX1" fmla="*/ 5486400 w 5486400"/>
              <a:gd name="connsiteY1" fmla="*/ 0 h 5638800"/>
              <a:gd name="connisteX2" fmla="*/ 5486400 w 5486400"/>
              <a:gd name="connsiteY2" fmla="*/ 5638800 h 5638800"/>
              <a:gd name="connisteX3" fmla="*/ 0 w 5486400"/>
              <a:gd name="connsiteY3" fmla="*/ 5638800 h 5638800"/>
              <a:gd name="connisteX4" fmla="*/ 0 w 5486400"/>
              <a:gd name="connsiteY4" fmla="*/ 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5486400" h="5638800">
                <a:moveTo>
                  <a:pt x="0" y="0"/>
                </a:moveTo>
                <a:lnTo>
                  <a:pt x="5486400" y="0"/>
                </a:lnTo>
                <a:lnTo>
                  <a:pt x="5486400" y="5638800"/>
                </a:lnTo>
                <a:lnTo>
                  <a:pt x="0" y="56388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>
                <a:latin typeface="+mn-lt"/>
                <a:ea typeface="+mn-ea"/>
                <a:cs typeface="+mn-cs"/>
              </a:defRPr>
            </a:lvl1pPr>
            <a:lvl2pPr>
              <a:buNone/>
              <a:defRPr>
                <a:latin typeface="+mn-lt"/>
                <a:ea typeface="+mn-ea"/>
                <a:cs typeface="+mn-cs"/>
              </a:defRPr>
            </a:lvl2pPr>
            <a:lvl3pPr>
              <a:buNone/>
              <a:defRPr>
                <a:latin typeface="+mn-lt"/>
                <a:ea typeface="+mn-ea"/>
                <a:cs typeface="+mn-cs"/>
              </a:defRPr>
            </a:lvl3pPr>
            <a:lvl4pPr>
              <a:buNone/>
              <a:defRPr>
                <a:latin typeface="+mn-lt"/>
                <a:ea typeface="+mn-ea"/>
                <a:cs typeface="+mn-cs"/>
              </a:defRPr>
            </a:lvl4pPr>
            <a:lvl5pPr>
              <a:buNone/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3" hasCustomPrompt="1"/>
            <p:custDataLst>
              <p:tags r:id="rId7"/>
            </p:custDataLst>
          </p:nvPr>
        </p:nvSpPr>
        <p:spPr>
          <a:xfrm>
            <a:off x="6705600" y="22860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>
                <a:latin typeface="+mn-lt"/>
                <a:ea typeface="+mn-ea"/>
                <a:cs typeface="+mn-cs"/>
              </a:defRPr>
            </a:lvl1pPr>
            <a:lvl2pPr>
              <a:buNone/>
              <a:defRPr>
                <a:latin typeface="+mn-lt"/>
                <a:ea typeface="+mn-ea"/>
                <a:cs typeface="+mn-cs"/>
              </a:defRPr>
            </a:lvl2pPr>
            <a:lvl3pPr>
              <a:buNone/>
              <a:defRPr>
                <a:latin typeface="+mn-lt"/>
                <a:ea typeface="+mn-ea"/>
                <a:cs typeface="+mn-cs"/>
              </a:defRPr>
            </a:lvl3pPr>
            <a:lvl4pPr>
              <a:buNone/>
              <a:defRPr>
                <a:latin typeface="+mn-lt"/>
                <a:ea typeface="+mn-ea"/>
                <a:cs typeface="+mn-cs"/>
              </a:defRPr>
            </a:lvl4pPr>
            <a:lvl5pPr>
              <a:buNone/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6858000" y="22860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6858000" y="2794000"/>
            <a:ext cx="4724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4" hasCustomPrompt="1"/>
            <p:custDataLst>
              <p:tags r:id="rId10"/>
            </p:custDataLst>
          </p:nvPr>
        </p:nvSpPr>
        <p:spPr>
          <a:xfrm>
            <a:off x="6705600" y="37084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>
                <a:latin typeface="+mn-lt"/>
                <a:ea typeface="+mn-ea"/>
                <a:cs typeface="+mn-cs"/>
              </a:defRPr>
            </a:lvl1pPr>
            <a:lvl2pPr>
              <a:buNone/>
              <a:defRPr>
                <a:latin typeface="+mn-lt"/>
                <a:ea typeface="+mn-ea"/>
                <a:cs typeface="+mn-cs"/>
              </a:defRPr>
            </a:lvl2pPr>
            <a:lvl3pPr>
              <a:buNone/>
              <a:defRPr>
                <a:latin typeface="+mn-lt"/>
                <a:ea typeface="+mn-ea"/>
                <a:cs typeface="+mn-cs"/>
              </a:defRPr>
            </a:lvl3pPr>
            <a:lvl4pPr>
              <a:buNone/>
              <a:defRPr>
                <a:latin typeface="+mn-lt"/>
                <a:ea typeface="+mn-ea"/>
                <a:cs typeface="+mn-cs"/>
              </a:defRPr>
            </a:lvl4pPr>
            <a:lvl5pPr>
              <a:buNone/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6858000" y="37084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6858000" y="4216400"/>
            <a:ext cx="4724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9" name="装饰  8"/>
          <p:cNvSpPr>
            <a:spLocks noGrp="1"/>
          </p:cNvSpPr>
          <p:nvPr>
            <p:ph type="body" idx="16395" hasCustomPrompt="1"/>
            <p:custDataLst>
              <p:tags r:id="rId13"/>
            </p:custDataLst>
          </p:nvPr>
        </p:nvSpPr>
        <p:spPr>
          <a:xfrm>
            <a:off x="6705600" y="51308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>
                <a:latin typeface="+mn-lt"/>
                <a:ea typeface="+mn-ea"/>
                <a:cs typeface="+mn-cs"/>
              </a:defRPr>
            </a:lvl1pPr>
            <a:lvl2pPr>
              <a:buNone/>
              <a:defRPr>
                <a:latin typeface="+mn-lt"/>
                <a:ea typeface="+mn-ea"/>
                <a:cs typeface="+mn-cs"/>
              </a:defRPr>
            </a:lvl2pPr>
            <a:lvl3pPr>
              <a:buNone/>
              <a:defRPr>
                <a:latin typeface="+mn-lt"/>
                <a:ea typeface="+mn-ea"/>
                <a:cs typeface="+mn-cs"/>
              </a:defRPr>
            </a:lvl3pPr>
            <a:lvl4pPr>
              <a:buNone/>
              <a:defRPr>
                <a:latin typeface="+mn-lt"/>
                <a:ea typeface="+mn-ea"/>
                <a:cs typeface="+mn-cs"/>
              </a:defRPr>
            </a:lvl4pPr>
            <a:lvl5pPr>
              <a:buNone/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0" hasCustomPrompt="1"/>
            <p:custDataLst>
              <p:tags r:id="rId14"/>
            </p:custDataLst>
          </p:nvPr>
        </p:nvSpPr>
        <p:spPr>
          <a:xfrm>
            <a:off x="6858000" y="51308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15"/>
            </p:custDataLst>
          </p:nvPr>
        </p:nvSpPr>
        <p:spPr>
          <a:xfrm>
            <a:off x="6858000" y="5638800"/>
            <a:ext cx="4724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_5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>
                <a:latin typeface="+mn-lt"/>
                <a:ea typeface="+mn-ea"/>
                <a:cs typeface="+mn-cs"/>
              </a:rPr>
            </a:fld>
            <a:endParaRPr lang="zh-CN" altLang="en-US">
              <a:latin typeface="+mn-lt"/>
              <a:ea typeface="+mn-ea"/>
              <a:cs typeface="+mn-cs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latin typeface="+mn-lt"/>
              <a:ea typeface="+mn-ea"/>
              <a:cs typeface="+mn-cs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>
                <a:latin typeface="+mn-lt"/>
                <a:ea typeface="+mn-ea"/>
                <a:cs typeface="+mn-cs"/>
              </a:rPr>
            </a:fld>
            <a:endParaRPr lang="zh-CN" altLang="en-US">
              <a:latin typeface="+mn-lt"/>
              <a:ea typeface="+mn-ea"/>
              <a:cs typeface="+mn-cs"/>
            </a:endParaRPr>
          </a:p>
        </p:txBody>
      </p:sp>
      <p:sp>
        <p:nvSpPr>
          <p:cNvPr id="11" name="副标题 10"/>
          <p:cNvSpPr>
            <a:spLocks noGrp="1"/>
          </p:cNvSpPr>
          <p:nvPr>
            <p:ph type="subTitle" idx="16386" hasCustomPrompt="1"/>
            <p:custDataLst>
              <p:tags r:id="rId5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2000">
                <a:latin typeface="+mn-lt"/>
                <a:ea typeface="+mn-ea"/>
                <a:cs typeface="+mn-cs"/>
              </a:defRPr>
            </a:lvl2pPr>
            <a:lvl3pPr marL="914400" indent="0" algn="ctr">
              <a:buNone/>
              <a:defRPr sz="1800">
                <a:latin typeface="+mn-lt"/>
                <a:ea typeface="+mn-ea"/>
                <a:cs typeface="+mn-cs"/>
              </a:defRPr>
            </a:lvl3pPr>
            <a:lvl4pPr marL="1371600" indent="0" algn="ctr">
              <a:buNone/>
              <a:defRPr sz="1600">
                <a:latin typeface="+mn-lt"/>
                <a:ea typeface="+mn-ea"/>
                <a:cs typeface="+mn-cs"/>
              </a:defRPr>
            </a:lvl4pPr>
            <a:lvl5pPr marL="1828800" indent="0" algn="ctr">
              <a:buNone/>
              <a:defRPr sz="1600">
                <a:latin typeface="+mn-lt"/>
                <a:ea typeface="+mn-ea"/>
                <a:cs typeface="+mn-cs"/>
              </a:defRPr>
            </a:lvl5pPr>
            <a:lvl6pPr marL="2286000" indent="0" algn="ctr">
              <a:buNone/>
              <a:defRPr sz="1600">
                <a:latin typeface="+mn-lt"/>
                <a:ea typeface="+mn-ea"/>
                <a:cs typeface="+mn-cs"/>
              </a:defRPr>
            </a:lvl6pPr>
            <a:lvl7pPr marL="2743200" indent="0" algn="ctr">
              <a:buNone/>
              <a:defRPr sz="1600">
                <a:latin typeface="+mn-lt"/>
                <a:ea typeface="+mn-ea"/>
                <a:cs typeface="+mn-cs"/>
              </a:defRPr>
            </a:lvl7pPr>
            <a:lvl8pPr marL="3200400" indent="0" algn="ctr">
              <a:buNone/>
              <a:defRPr sz="1600">
                <a:latin typeface="+mn-lt"/>
                <a:ea typeface="+mn-ea"/>
                <a:cs typeface="+mn-cs"/>
              </a:defRPr>
            </a:lvl8pPr>
            <a:lvl9pPr marL="3657600" indent="0" algn="ctr">
              <a:buNone/>
              <a:defRPr sz="1600"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12" name="标题 11"/>
          <p:cNvSpPr>
            <a:spLocks noGrp="1"/>
          </p:cNvSpPr>
          <p:nvPr>
            <p:ph type="ctrTitle" idx="16385" hasCustomPrompt="1"/>
            <p:custDataLst>
              <p:tags r:id="rId6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4070350" y="14478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4" name="装饰  3"/>
          <p:cNvSpPr>
            <a:spLocks noGrp="1"/>
          </p:cNvSpPr>
          <p:nvPr>
            <p:ph type="body" idx="16397" hasCustomPrompt="1"/>
            <p:custDataLst>
              <p:tags r:id="rId8"/>
            </p:custDataLst>
          </p:nvPr>
        </p:nvSpPr>
        <p:spPr>
          <a:xfrm>
            <a:off x="4851400" y="13716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>
                <a:latin typeface="+mn-lt"/>
                <a:ea typeface="+mn-ea"/>
                <a:cs typeface="+mn-cs"/>
              </a:defRPr>
            </a:lvl1pPr>
            <a:lvl2pPr>
              <a:buNone/>
              <a:defRPr>
                <a:latin typeface="+mn-lt"/>
                <a:ea typeface="+mn-ea"/>
                <a:cs typeface="+mn-cs"/>
              </a:defRPr>
            </a:lvl2pPr>
            <a:lvl3pPr>
              <a:buNone/>
              <a:defRPr>
                <a:latin typeface="+mn-lt"/>
                <a:ea typeface="+mn-ea"/>
                <a:cs typeface="+mn-cs"/>
              </a:defRPr>
            </a:lvl3pPr>
            <a:lvl4pPr>
              <a:buNone/>
              <a:defRPr>
                <a:latin typeface="+mn-lt"/>
                <a:ea typeface="+mn-ea"/>
                <a:cs typeface="+mn-cs"/>
              </a:defRPr>
            </a:lvl4pPr>
            <a:lvl5pPr>
              <a:buNone/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5080000" y="12954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7994650" y="14478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16398" hasCustomPrompt="1"/>
            <p:custDataLst>
              <p:tags r:id="rId11"/>
            </p:custDataLst>
          </p:nvPr>
        </p:nvSpPr>
        <p:spPr>
          <a:xfrm>
            <a:off x="8775700" y="13716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>
                <a:latin typeface="+mn-lt"/>
                <a:ea typeface="+mn-ea"/>
                <a:cs typeface="+mn-cs"/>
              </a:defRPr>
            </a:lvl1pPr>
            <a:lvl2pPr>
              <a:buNone/>
              <a:defRPr>
                <a:latin typeface="+mn-lt"/>
                <a:ea typeface="+mn-ea"/>
                <a:cs typeface="+mn-cs"/>
              </a:defRPr>
            </a:lvl2pPr>
            <a:lvl3pPr>
              <a:buNone/>
              <a:defRPr>
                <a:latin typeface="+mn-lt"/>
                <a:ea typeface="+mn-ea"/>
                <a:cs typeface="+mn-cs"/>
              </a:defRPr>
            </a:lvl3pPr>
            <a:lvl4pPr>
              <a:buNone/>
              <a:defRPr>
                <a:latin typeface="+mn-lt"/>
                <a:ea typeface="+mn-ea"/>
                <a:cs typeface="+mn-cs"/>
              </a:defRPr>
            </a:lvl4pPr>
            <a:lvl5pPr>
              <a:buNone/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9004300" y="12954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2" hasCustomPrompt="1"/>
            <p:custDataLst>
              <p:tags r:id="rId13"/>
            </p:custDataLst>
          </p:nvPr>
        </p:nvSpPr>
        <p:spPr>
          <a:xfrm>
            <a:off x="4070350" y="31242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9" hasCustomPrompt="1"/>
            <p:custDataLst>
              <p:tags r:id="rId14"/>
            </p:custDataLst>
          </p:nvPr>
        </p:nvSpPr>
        <p:spPr>
          <a:xfrm>
            <a:off x="4851400" y="30480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>
                <a:latin typeface="+mn-lt"/>
                <a:ea typeface="+mn-ea"/>
                <a:cs typeface="+mn-cs"/>
              </a:defRPr>
            </a:lvl1pPr>
            <a:lvl2pPr>
              <a:buNone/>
              <a:defRPr>
                <a:latin typeface="+mn-lt"/>
                <a:ea typeface="+mn-ea"/>
                <a:cs typeface="+mn-cs"/>
              </a:defRPr>
            </a:lvl2pPr>
            <a:lvl3pPr>
              <a:buNone/>
              <a:defRPr>
                <a:latin typeface="+mn-lt"/>
                <a:ea typeface="+mn-ea"/>
                <a:cs typeface="+mn-cs"/>
              </a:defRPr>
            </a:lvl3pPr>
            <a:lvl4pPr>
              <a:buNone/>
              <a:defRPr>
                <a:latin typeface="+mn-lt"/>
                <a:ea typeface="+mn-ea"/>
                <a:cs typeface="+mn-cs"/>
              </a:defRPr>
            </a:lvl4pPr>
            <a:lvl5pPr>
              <a:buNone/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15"/>
            </p:custDataLst>
          </p:nvPr>
        </p:nvSpPr>
        <p:spPr>
          <a:xfrm>
            <a:off x="5080000" y="29718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4" hasCustomPrompt="1"/>
            <p:custDataLst>
              <p:tags r:id="rId16"/>
            </p:custDataLst>
          </p:nvPr>
        </p:nvSpPr>
        <p:spPr>
          <a:xfrm>
            <a:off x="7994650" y="31242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16400" hasCustomPrompt="1"/>
            <p:custDataLst>
              <p:tags r:id="rId17"/>
            </p:custDataLst>
          </p:nvPr>
        </p:nvSpPr>
        <p:spPr>
          <a:xfrm>
            <a:off x="8775700" y="30480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>
                <a:latin typeface="+mn-lt"/>
                <a:ea typeface="+mn-ea"/>
                <a:cs typeface="+mn-cs"/>
              </a:defRPr>
            </a:lvl1pPr>
            <a:lvl2pPr>
              <a:buNone/>
              <a:defRPr>
                <a:latin typeface="+mn-lt"/>
                <a:ea typeface="+mn-ea"/>
                <a:cs typeface="+mn-cs"/>
              </a:defRPr>
            </a:lvl2pPr>
            <a:lvl3pPr>
              <a:buNone/>
              <a:defRPr>
                <a:latin typeface="+mn-lt"/>
                <a:ea typeface="+mn-ea"/>
                <a:cs typeface="+mn-cs"/>
              </a:defRPr>
            </a:lvl3pPr>
            <a:lvl4pPr>
              <a:buNone/>
              <a:defRPr>
                <a:latin typeface="+mn-lt"/>
                <a:ea typeface="+mn-ea"/>
                <a:cs typeface="+mn-cs"/>
              </a:defRPr>
            </a:lvl4pPr>
            <a:lvl5pPr>
              <a:buNone/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文本占位符 23"/>
          <p:cNvSpPr>
            <a:spLocks noGrp="1"/>
          </p:cNvSpPr>
          <p:nvPr>
            <p:ph type="body" idx="16393" hasCustomPrompt="1"/>
            <p:custDataLst>
              <p:tags r:id="rId18"/>
            </p:custDataLst>
          </p:nvPr>
        </p:nvSpPr>
        <p:spPr>
          <a:xfrm>
            <a:off x="9004300" y="29718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5" name="文本占位符 24"/>
          <p:cNvSpPr>
            <a:spLocks noGrp="1"/>
          </p:cNvSpPr>
          <p:nvPr>
            <p:ph type="body" idx="16396" hasCustomPrompt="1"/>
            <p:custDataLst>
              <p:tags r:id="rId19"/>
            </p:custDataLst>
          </p:nvPr>
        </p:nvSpPr>
        <p:spPr>
          <a:xfrm>
            <a:off x="4070350" y="48006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smtClean="0"/>
              <a:t>05</a:t>
            </a:r>
            <a:endParaRPr lang="zh-CN" altLang="en-US" smtClean="0"/>
          </a:p>
        </p:txBody>
      </p:sp>
      <p:sp>
        <p:nvSpPr>
          <p:cNvPr id="26" name="装饰  5"/>
          <p:cNvSpPr>
            <a:spLocks noGrp="1"/>
          </p:cNvSpPr>
          <p:nvPr>
            <p:ph type="body" idx="16401" hasCustomPrompt="1"/>
            <p:custDataLst>
              <p:tags r:id="rId20"/>
            </p:custDataLst>
          </p:nvPr>
        </p:nvSpPr>
        <p:spPr>
          <a:xfrm>
            <a:off x="4851400" y="47244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>
                <a:latin typeface="+mn-lt"/>
                <a:ea typeface="+mn-ea"/>
                <a:cs typeface="+mn-cs"/>
              </a:defRPr>
            </a:lvl1pPr>
            <a:lvl2pPr>
              <a:buNone/>
              <a:defRPr>
                <a:latin typeface="+mn-lt"/>
                <a:ea typeface="+mn-ea"/>
                <a:cs typeface="+mn-cs"/>
              </a:defRPr>
            </a:lvl2pPr>
            <a:lvl3pPr>
              <a:buNone/>
              <a:defRPr>
                <a:latin typeface="+mn-lt"/>
                <a:ea typeface="+mn-ea"/>
                <a:cs typeface="+mn-cs"/>
              </a:defRPr>
            </a:lvl3pPr>
            <a:lvl4pPr>
              <a:buNone/>
              <a:defRPr>
                <a:latin typeface="+mn-lt"/>
                <a:ea typeface="+mn-ea"/>
                <a:cs typeface="+mn-cs"/>
              </a:defRPr>
            </a:lvl4pPr>
            <a:lvl5pPr>
              <a:buNone/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7" name="文本占位符 26"/>
          <p:cNvSpPr>
            <a:spLocks noGrp="1"/>
          </p:cNvSpPr>
          <p:nvPr>
            <p:ph type="body" idx="16395" hasCustomPrompt="1"/>
            <p:custDataLst>
              <p:tags r:id="rId21"/>
            </p:custDataLst>
          </p:nvPr>
        </p:nvSpPr>
        <p:spPr>
          <a:xfrm>
            <a:off x="5080000" y="46482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ea"/>
                <a:cs typeface="+mn-cs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 dirty="0">
                <a:latin typeface="+mn-lt"/>
                <a:ea typeface="+mn-ea"/>
                <a:cs typeface="+mn-cs"/>
              </a:rPr>
              <a:t>单击此处编辑母版文本样式</a:t>
            </a:r>
            <a:endParaRPr lang="zh-CN" altLang="en-US" dirty="0">
              <a:latin typeface="+mn-lt"/>
              <a:ea typeface="+mn-ea"/>
              <a:cs typeface="+mn-cs"/>
            </a:endParaRPr>
          </a:p>
          <a:p>
            <a:pPr lvl="1"/>
            <a:r>
              <a:rPr lang="zh-CN" altLang="en-US" dirty="0">
                <a:latin typeface="+mn-lt"/>
                <a:ea typeface="+mn-ea"/>
                <a:cs typeface="+mn-cs"/>
              </a:rPr>
              <a:t>第二级</a:t>
            </a:r>
            <a:endParaRPr lang="zh-CN" altLang="en-US" dirty="0">
              <a:latin typeface="+mn-lt"/>
              <a:ea typeface="+mn-ea"/>
              <a:cs typeface="+mn-cs"/>
            </a:endParaRPr>
          </a:p>
          <a:p>
            <a:pPr lvl="2"/>
            <a:r>
              <a:rPr lang="zh-CN" altLang="en-US" dirty="0">
                <a:latin typeface="+mn-lt"/>
                <a:ea typeface="+mn-ea"/>
                <a:cs typeface="+mn-cs"/>
              </a:rPr>
              <a:t>第三级</a:t>
            </a:r>
            <a:endParaRPr lang="zh-CN" altLang="en-US" dirty="0">
              <a:latin typeface="+mn-lt"/>
              <a:ea typeface="+mn-ea"/>
              <a:cs typeface="+mn-cs"/>
            </a:endParaRPr>
          </a:p>
          <a:p>
            <a:pPr lvl="3"/>
            <a:r>
              <a:rPr lang="zh-CN" altLang="en-US" dirty="0">
                <a:latin typeface="+mn-lt"/>
                <a:ea typeface="+mn-ea"/>
                <a:cs typeface="+mn-cs"/>
              </a:rPr>
              <a:t>第四级</a:t>
            </a:r>
            <a:endParaRPr lang="zh-CN" altLang="en-US" dirty="0">
              <a:latin typeface="+mn-lt"/>
              <a:ea typeface="+mn-ea"/>
              <a:cs typeface="+mn-cs"/>
            </a:endParaRPr>
          </a:p>
          <a:p>
            <a:pPr lvl="4"/>
            <a:r>
              <a:rPr lang="zh-CN" altLang="en-US" dirty="0">
                <a:latin typeface="+mn-lt"/>
                <a:ea typeface="+mn-ea"/>
                <a:cs typeface="+mn-cs"/>
              </a:rPr>
              <a:t>第五级</a:t>
            </a:r>
            <a:endParaRPr lang="zh-CN" altLang="en-US" dirty="0">
              <a:latin typeface="+mn-lt"/>
              <a:ea typeface="+mn-ea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>
                <a:latin typeface="+mn-lt"/>
                <a:ea typeface="+mn-ea"/>
                <a:cs typeface="+mn-cs"/>
              </a:rPr>
            </a:fld>
            <a:endParaRPr lang="zh-CN" altLang="en-US"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>
                <a:latin typeface="+mn-lt"/>
                <a:ea typeface="+mn-ea"/>
                <a:cs typeface="+mn-cs"/>
              </a:rPr>
            </a:fld>
            <a:endParaRPr lang="zh-CN" altLang="en-US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6730"/>
          </a:xfrm>
          <a:prstGeom prst="rect">
            <a:avLst/>
          </a:prstGeom>
          <a:gradFill>
            <a:gsLst>
              <a:gs pos="0">
                <a:schemeClr val="accent1"/>
              </a:gs>
              <a:gs pos="55000">
                <a:schemeClr val="accent1">
                  <a:lumMod val="75000"/>
                </a:schemeClr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831249" y="565200"/>
            <a:ext cx="2607911" cy="1081088"/>
          </a:xfrm>
        </p:spPr>
        <p:txBody>
          <a:bodyPr wrap="square" anchor="b">
            <a:normAutofit/>
          </a:bodyPr>
          <a:lstStyle>
            <a:lvl1pPr algn="l">
              <a:defRPr sz="60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>
                <a:latin typeface="+mn-lt"/>
                <a:ea typeface="+mn-ea"/>
                <a:cs typeface="+mn-cs"/>
              </a:rPr>
            </a:fld>
            <a:endParaRPr lang="zh-CN" altLang="en-US"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>
                <a:latin typeface="+mn-lt"/>
                <a:ea typeface="+mn-ea"/>
                <a:cs typeface="+mn-cs"/>
              </a:rPr>
            </a:fld>
            <a:endParaRPr lang="zh-CN" altLang="en-US">
              <a:latin typeface="+mn-lt"/>
              <a:ea typeface="+mn-ea"/>
              <a:cs typeface="+mn-cs"/>
            </a:endParaRPr>
          </a:p>
        </p:txBody>
      </p:sp>
      <p:sp>
        <p:nvSpPr>
          <p:cNvPr id="3" name="任意多边形: 形状 2"/>
          <p:cNvSpPr/>
          <p:nvPr userDrawn="1">
            <p:custDataLst>
              <p:tags r:id="rId7"/>
            </p:custDataLst>
          </p:nvPr>
        </p:nvSpPr>
        <p:spPr>
          <a:xfrm>
            <a:off x="0" y="4702175"/>
            <a:ext cx="4134485" cy="423545"/>
          </a:xfrm>
          <a:custGeom>
            <a:avLst/>
            <a:gdLst>
              <a:gd name="connsiteX0" fmla="*/ 0 w 1853850"/>
              <a:gd name="connsiteY0" fmla="*/ 189894 h 189894"/>
              <a:gd name="connsiteX1" fmla="*/ 0 w 1853850"/>
              <a:gd name="connsiteY1" fmla="*/ 82071 h 189894"/>
              <a:gd name="connsiteX2" fmla="*/ 1853851 w 1853850"/>
              <a:gd name="connsiteY2" fmla="*/ 251 h 189894"/>
              <a:gd name="connsiteX3" fmla="*/ 1853851 w 1853850"/>
              <a:gd name="connsiteY3" fmla="*/ 25302 h 189894"/>
              <a:gd name="connsiteX4" fmla="*/ 0 w 1853850"/>
              <a:gd name="connsiteY4" fmla="*/ 189894 h 1898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53850" h="189894">
                <a:moveTo>
                  <a:pt x="0" y="189894"/>
                </a:moveTo>
                <a:lnTo>
                  <a:pt x="0" y="82071"/>
                </a:lnTo>
                <a:cubicBezTo>
                  <a:pt x="0" y="82071"/>
                  <a:pt x="1262920" y="-5273"/>
                  <a:pt x="1853851" y="251"/>
                </a:cubicBezTo>
                <a:lnTo>
                  <a:pt x="1853851" y="25302"/>
                </a:lnTo>
                <a:cubicBezTo>
                  <a:pt x="1853946" y="25397"/>
                  <a:pt x="1162526" y="347"/>
                  <a:pt x="0" y="189894"/>
                </a:cubicBezTo>
                <a:close/>
              </a:path>
            </a:pathLst>
          </a:custGeom>
          <a:gradFill>
            <a:gsLst>
              <a:gs pos="0">
                <a:schemeClr val="accent2">
                  <a:alpha val="0"/>
                </a:schemeClr>
              </a:gs>
              <a:gs pos="100000">
                <a:schemeClr val="accent2">
                  <a:lumMod val="60000"/>
                  <a:lumOff val="40000"/>
                  <a:alpha val="10000"/>
                </a:schemeClr>
              </a:gs>
            </a:gsLst>
            <a:lin ang="10800000" scaled="0"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4" name="任意多边形: 形状 3"/>
          <p:cNvSpPr/>
          <p:nvPr userDrawn="1">
            <p:custDataLst>
              <p:tags r:id="rId8"/>
            </p:custDataLst>
          </p:nvPr>
        </p:nvSpPr>
        <p:spPr>
          <a:xfrm>
            <a:off x="0" y="5079365"/>
            <a:ext cx="5197475" cy="1267460"/>
          </a:xfrm>
          <a:custGeom>
            <a:avLst/>
            <a:gdLst>
              <a:gd name="connsiteX0" fmla="*/ 0 w 2330576"/>
              <a:gd name="connsiteY0" fmla="*/ 389950 h 568448"/>
              <a:gd name="connsiteX1" fmla="*/ 2330577 w 2330576"/>
              <a:gd name="connsiteY1" fmla="*/ 568 h 568448"/>
              <a:gd name="connsiteX2" fmla="*/ 2330577 w 2330576"/>
              <a:gd name="connsiteY2" fmla="*/ 30381 h 568448"/>
              <a:gd name="connsiteX3" fmla="*/ 0 w 2330576"/>
              <a:gd name="connsiteY3" fmla="*/ 568448 h 568448"/>
              <a:gd name="connsiteX4" fmla="*/ 0 w 2330576"/>
              <a:gd name="connsiteY4" fmla="*/ 389950 h 568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30576" h="568448">
                <a:moveTo>
                  <a:pt x="0" y="389950"/>
                </a:moveTo>
                <a:cubicBezTo>
                  <a:pt x="0" y="389950"/>
                  <a:pt x="841915" y="-17244"/>
                  <a:pt x="2330577" y="568"/>
                </a:cubicBezTo>
                <a:lnTo>
                  <a:pt x="2330577" y="30381"/>
                </a:lnTo>
                <a:cubicBezTo>
                  <a:pt x="2330577" y="30381"/>
                  <a:pt x="911543" y="-36484"/>
                  <a:pt x="0" y="568448"/>
                </a:cubicBezTo>
                <a:lnTo>
                  <a:pt x="0" y="389950"/>
                </a:lnTo>
                <a:close/>
              </a:path>
            </a:pathLst>
          </a:custGeom>
          <a:gradFill>
            <a:gsLst>
              <a:gs pos="0">
                <a:schemeClr val="accent2">
                  <a:alpha val="0"/>
                </a:schemeClr>
              </a:gs>
              <a:gs pos="100000">
                <a:schemeClr val="accent2">
                  <a:lumMod val="60000"/>
                  <a:lumOff val="40000"/>
                  <a:alpha val="20000"/>
                </a:schemeClr>
              </a:gs>
            </a:gsLst>
            <a:lin ang="10800000" scaled="0"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5" name="任意多边形: 形状 4"/>
          <p:cNvSpPr/>
          <p:nvPr userDrawn="1">
            <p:custDataLst>
              <p:tags r:id="rId9"/>
            </p:custDataLst>
          </p:nvPr>
        </p:nvSpPr>
        <p:spPr>
          <a:xfrm>
            <a:off x="458470" y="5686425"/>
            <a:ext cx="4066540" cy="1014730"/>
          </a:xfrm>
          <a:custGeom>
            <a:avLst/>
            <a:gdLst>
              <a:gd name="connsiteX0" fmla="*/ 191 w 1823370"/>
              <a:gd name="connsiteY0" fmla="*/ 413197 h 455106"/>
              <a:gd name="connsiteX1" fmla="*/ 88297 w 1823370"/>
              <a:gd name="connsiteY1" fmla="*/ 348808 h 455106"/>
              <a:gd name="connsiteX2" fmla="*/ 460915 w 1823370"/>
              <a:gd name="connsiteY2" fmla="*/ 134495 h 455106"/>
              <a:gd name="connsiteX3" fmla="*/ 876586 w 1823370"/>
              <a:gd name="connsiteY3" fmla="*/ 8575 h 455106"/>
              <a:gd name="connsiteX4" fmla="*/ 1006697 w 1823370"/>
              <a:gd name="connsiteY4" fmla="*/ 98 h 455106"/>
              <a:gd name="connsiteX5" fmla="*/ 1245013 w 1823370"/>
              <a:gd name="connsiteY5" fmla="*/ 574 h 455106"/>
              <a:gd name="connsiteX6" fmla="*/ 1516856 w 1823370"/>
              <a:gd name="connsiteY6" fmla="*/ 479 h 455106"/>
              <a:gd name="connsiteX7" fmla="*/ 1746218 w 1823370"/>
              <a:gd name="connsiteY7" fmla="*/ 383 h 455106"/>
              <a:gd name="connsiteX8" fmla="*/ 1823371 w 1823370"/>
              <a:gd name="connsiteY8" fmla="*/ 383 h 455106"/>
              <a:gd name="connsiteX9" fmla="*/ 1823371 w 1823370"/>
              <a:gd name="connsiteY9" fmla="*/ 14576 h 455106"/>
              <a:gd name="connsiteX10" fmla="*/ 1711071 w 1823370"/>
              <a:gd name="connsiteY10" fmla="*/ 16004 h 455106"/>
              <a:gd name="connsiteX11" fmla="*/ 1453896 w 1823370"/>
              <a:gd name="connsiteY11" fmla="*/ 19338 h 455106"/>
              <a:gd name="connsiteX12" fmla="*/ 1171099 w 1823370"/>
              <a:gd name="connsiteY12" fmla="*/ 22958 h 455106"/>
              <a:gd name="connsiteX13" fmla="*/ 945642 w 1823370"/>
              <a:gd name="connsiteY13" fmla="*/ 26482 h 455106"/>
              <a:gd name="connsiteX14" fmla="*/ 734473 w 1823370"/>
              <a:gd name="connsiteY14" fmla="*/ 65153 h 455106"/>
              <a:gd name="connsiteX15" fmla="*/ 336709 w 1823370"/>
              <a:gd name="connsiteY15" fmla="*/ 239651 h 455106"/>
              <a:gd name="connsiteX16" fmla="*/ 330898 w 1823370"/>
              <a:gd name="connsiteY16" fmla="*/ 242890 h 455106"/>
              <a:gd name="connsiteX17" fmla="*/ 0 w 1823370"/>
              <a:gd name="connsiteY17" fmla="*/ 455107 h 455106"/>
              <a:gd name="connsiteX18" fmla="*/ 191 w 1823370"/>
              <a:gd name="connsiteY18" fmla="*/ 413197 h 4551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823370" h="455106">
                <a:moveTo>
                  <a:pt x="191" y="413197"/>
                </a:moveTo>
                <a:cubicBezTo>
                  <a:pt x="28670" y="390527"/>
                  <a:pt x="58483" y="369477"/>
                  <a:pt x="88297" y="348808"/>
                </a:cubicBezTo>
                <a:cubicBezTo>
                  <a:pt x="206312" y="267083"/>
                  <a:pt x="330708" y="195074"/>
                  <a:pt x="460915" y="134495"/>
                </a:cubicBezTo>
                <a:cubicBezTo>
                  <a:pt x="592265" y="73345"/>
                  <a:pt x="732377" y="26672"/>
                  <a:pt x="876586" y="8575"/>
                </a:cubicBezTo>
                <a:cubicBezTo>
                  <a:pt x="919734" y="3241"/>
                  <a:pt x="963168" y="383"/>
                  <a:pt x="1006697" y="98"/>
                </a:cubicBezTo>
                <a:cubicBezTo>
                  <a:pt x="1086136" y="-283"/>
                  <a:pt x="1165574" y="574"/>
                  <a:pt x="1245013" y="574"/>
                </a:cubicBezTo>
                <a:cubicBezTo>
                  <a:pt x="1335596" y="574"/>
                  <a:pt x="1426274" y="479"/>
                  <a:pt x="1516856" y="479"/>
                </a:cubicBezTo>
                <a:cubicBezTo>
                  <a:pt x="1593342" y="479"/>
                  <a:pt x="1669828" y="479"/>
                  <a:pt x="1746218" y="383"/>
                </a:cubicBezTo>
                <a:cubicBezTo>
                  <a:pt x="1771936" y="383"/>
                  <a:pt x="1797653" y="383"/>
                  <a:pt x="1823371" y="383"/>
                </a:cubicBezTo>
                <a:cubicBezTo>
                  <a:pt x="1823371" y="383"/>
                  <a:pt x="1823371" y="14576"/>
                  <a:pt x="1823371" y="14576"/>
                </a:cubicBezTo>
                <a:cubicBezTo>
                  <a:pt x="1785938" y="15052"/>
                  <a:pt x="1748504" y="15528"/>
                  <a:pt x="1711071" y="16004"/>
                </a:cubicBezTo>
                <a:cubicBezTo>
                  <a:pt x="1625346" y="17147"/>
                  <a:pt x="1539621" y="18195"/>
                  <a:pt x="1453896" y="19338"/>
                </a:cubicBezTo>
                <a:cubicBezTo>
                  <a:pt x="1359599" y="20576"/>
                  <a:pt x="1265396" y="21815"/>
                  <a:pt x="1171099" y="22958"/>
                </a:cubicBezTo>
                <a:cubicBezTo>
                  <a:pt x="1095947" y="23910"/>
                  <a:pt x="1020699" y="22862"/>
                  <a:pt x="945642" y="26482"/>
                </a:cubicBezTo>
                <a:cubicBezTo>
                  <a:pt x="874776" y="29911"/>
                  <a:pt x="802481" y="45627"/>
                  <a:pt x="734473" y="65153"/>
                </a:cubicBezTo>
                <a:cubicBezTo>
                  <a:pt x="595789" y="105063"/>
                  <a:pt x="462534" y="169643"/>
                  <a:pt x="336709" y="239651"/>
                </a:cubicBezTo>
                <a:cubicBezTo>
                  <a:pt x="334804" y="240699"/>
                  <a:pt x="332899" y="241842"/>
                  <a:pt x="330898" y="242890"/>
                </a:cubicBezTo>
                <a:cubicBezTo>
                  <a:pt x="216503" y="306898"/>
                  <a:pt x="106394" y="378621"/>
                  <a:pt x="0" y="455107"/>
                </a:cubicBezTo>
                <a:cubicBezTo>
                  <a:pt x="191" y="455012"/>
                  <a:pt x="191" y="413197"/>
                  <a:pt x="191" y="413197"/>
                </a:cubicBezTo>
                <a:close/>
              </a:path>
            </a:pathLst>
          </a:custGeom>
          <a:gradFill>
            <a:gsLst>
              <a:gs pos="0">
                <a:schemeClr val="accent2">
                  <a:alpha val="0"/>
                </a:schemeClr>
              </a:gs>
              <a:gs pos="100000">
                <a:schemeClr val="accent2">
                  <a:lumMod val="60000"/>
                  <a:lumOff val="40000"/>
                  <a:alpha val="17000"/>
                </a:schemeClr>
              </a:gs>
            </a:gsLst>
            <a:lin ang="10800000" scaled="0"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6" name="任意多边形: 形状 5"/>
          <p:cNvSpPr/>
          <p:nvPr userDrawn="1">
            <p:custDataLst>
              <p:tags r:id="rId10"/>
            </p:custDataLst>
          </p:nvPr>
        </p:nvSpPr>
        <p:spPr>
          <a:xfrm>
            <a:off x="104140" y="5075555"/>
            <a:ext cx="4223385" cy="537845"/>
          </a:xfrm>
          <a:custGeom>
            <a:avLst/>
            <a:gdLst>
              <a:gd name="connsiteX0" fmla="*/ 0 w 1893855"/>
              <a:gd name="connsiteY0" fmla="*/ 241074 h 241074"/>
              <a:gd name="connsiteX1" fmla="*/ 0 w 1893855"/>
              <a:gd name="connsiteY1" fmla="*/ 164874 h 241074"/>
              <a:gd name="connsiteX2" fmla="*/ 1893856 w 1893855"/>
              <a:gd name="connsiteY2" fmla="*/ 1330 h 241074"/>
              <a:gd name="connsiteX3" fmla="*/ 1893856 w 1893855"/>
              <a:gd name="connsiteY3" fmla="*/ 37620 h 241074"/>
              <a:gd name="connsiteX4" fmla="*/ 0 w 1893855"/>
              <a:gd name="connsiteY4" fmla="*/ 241074 h 241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93855" h="241074">
                <a:moveTo>
                  <a:pt x="0" y="241074"/>
                </a:moveTo>
                <a:lnTo>
                  <a:pt x="0" y="164874"/>
                </a:lnTo>
                <a:cubicBezTo>
                  <a:pt x="0" y="164874"/>
                  <a:pt x="975741" y="-17244"/>
                  <a:pt x="1893856" y="1330"/>
                </a:cubicBezTo>
                <a:lnTo>
                  <a:pt x="1893856" y="37620"/>
                </a:lnTo>
                <a:cubicBezTo>
                  <a:pt x="1893856" y="37620"/>
                  <a:pt x="1086803" y="-11624"/>
                  <a:pt x="0" y="241074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  <a:alpha val="23000"/>
                </a:schemeClr>
              </a:gs>
              <a:gs pos="100000">
                <a:schemeClr val="accent2">
                  <a:lumMod val="60000"/>
                  <a:lumOff val="40000"/>
                  <a:alpha val="0"/>
                </a:schemeClr>
              </a:gs>
            </a:gsLst>
            <a:lin ang="18900000" scaled="0"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9" name="任意多边形: 形状 18"/>
          <p:cNvSpPr/>
          <p:nvPr userDrawn="1">
            <p:custDataLst>
              <p:tags r:id="rId11"/>
            </p:custDataLst>
          </p:nvPr>
        </p:nvSpPr>
        <p:spPr>
          <a:xfrm>
            <a:off x="6986905" y="5420995"/>
            <a:ext cx="4857752" cy="1435100"/>
          </a:xfrm>
          <a:custGeom>
            <a:avLst/>
            <a:gdLst>
              <a:gd name="connsiteX0" fmla="*/ 0 w 4857752"/>
              <a:gd name="connsiteY0" fmla="*/ 0 h 1435100"/>
              <a:gd name="connsiteX1" fmla="*/ 1728296 w 4857752"/>
              <a:gd name="connsiteY1" fmla="*/ 43553 h 1435100"/>
              <a:gd name="connsiteX2" fmla="*/ 1927127 w 4857752"/>
              <a:gd name="connsiteY2" fmla="*/ 57362 h 1435100"/>
              <a:gd name="connsiteX3" fmla="*/ 4857752 w 4857752"/>
              <a:gd name="connsiteY3" fmla="*/ 1314259 h 1435100"/>
              <a:gd name="connsiteX4" fmla="*/ 4857752 w 4857752"/>
              <a:gd name="connsiteY4" fmla="*/ 1435100 h 1435100"/>
              <a:gd name="connsiteX5" fmla="*/ 4541645 w 4857752"/>
              <a:gd name="connsiteY5" fmla="*/ 1435100 h 1435100"/>
              <a:gd name="connsiteX6" fmla="*/ 4430917 w 4857752"/>
              <a:gd name="connsiteY6" fmla="*/ 1346552 h 1435100"/>
              <a:gd name="connsiteX7" fmla="*/ 2434399 w 4857752"/>
              <a:gd name="connsiteY7" fmla="*/ 244113 h 1435100"/>
              <a:gd name="connsiteX8" fmla="*/ 1565791 w 4857752"/>
              <a:gd name="connsiteY8" fmla="*/ 100704 h 1435100"/>
              <a:gd name="connsiteX9" fmla="*/ 0 w 4857752"/>
              <a:gd name="connsiteY9" fmla="*/ 37393 h 1435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857752" h="1435100">
                <a:moveTo>
                  <a:pt x="0" y="0"/>
                </a:moveTo>
                <a:lnTo>
                  <a:pt x="1728296" y="43553"/>
                </a:lnTo>
                <a:cubicBezTo>
                  <a:pt x="1794785" y="45253"/>
                  <a:pt x="1861061" y="49714"/>
                  <a:pt x="1927127" y="57362"/>
                </a:cubicBezTo>
                <a:cubicBezTo>
                  <a:pt x="3458929" y="236890"/>
                  <a:pt x="4857752" y="1314259"/>
                  <a:pt x="4857752" y="1314259"/>
                </a:cubicBezTo>
                <a:lnTo>
                  <a:pt x="4857752" y="1435100"/>
                </a:lnTo>
                <a:lnTo>
                  <a:pt x="4541645" y="1435100"/>
                </a:lnTo>
                <a:lnTo>
                  <a:pt x="4430917" y="1346552"/>
                </a:lnTo>
                <a:cubicBezTo>
                  <a:pt x="3985339" y="997206"/>
                  <a:pt x="3240157" y="486049"/>
                  <a:pt x="2434399" y="244113"/>
                </a:cubicBezTo>
                <a:cubicBezTo>
                  <a:pt x="2152298" y="159344"/>
                  <a:pt x="1860212" y="112601"/>
                  <a:pt x="1565791" y="100704"/>
                </a:cubicBezTo>
                <a:lnTo>
                  <a:pt x="0" y="37393"/>
                </a:lnTo>
                <a:close/>
              </a:path>
            </a:pathLst>
          </a:custGeom>
          <a:gradFill>
            <a:gsLst>
              <a:gs pos="0">
                <a:schemeClr val="accent2">
                  <a:alpha val="0"/>
                </a:schemeClr>
              </a:gs>
              <a:gs pos="100000">
                <a:schemeClr val="accent2">
                  <a:alpha val="0"/>
                </a:schemeClr>
              </a:gs>
              <a:gs pos="87000">
                <a:schemeClr val="accent2">
                  <a:alpha val="13000"/>
                </a:schemeClr>
              </a:gs>
            </a:gsLst>
            <a:lin ang="0" scaled="0"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1" name="任意多边形: 形状 10"/>
          <p:cNvSpPr/>
          <p:nvPr userDrawn="1">
            <p:custDataLst>
              <p:tags r:id="rId12"/>
            </p:custDataLst>
          </p:nvPr>
        </p:nvSpPr>
        <p:spPr>
          <a:xfrm>
            <a:off x="6994525" y="5226044"/>
            <a:ext cx="5197475" cy="1455426"/>
          </a:xfrm>
          <a:custGeom>
            <a:avLst/>
            <a:gdLst>
              <a:gd name="connsiteX0" fmla="*/ 8185 w 8185"/>
              <a:gd name="connsiteY0" fmla="*/ 1289 h 2292"/>
              <a:gd name="connsiteX1" fmla="*/ 0 w 8185"/>
              <a:gd name="connsiteY1" fmla="*/ 2 h 2292"/>
              <a:gd name="connsiteX2" fmla="*/ 0 w 8185"/>
              <a:gd name="connsiteY2" fmla="*/ 106 h 2292"/>
              <a:gd name="connsiteX3" fmla="*/ 8185 w 8185"/>
              <a:gd name="connsiteY3" fmla="*/ 2292 h 2292"/>
              <a:gd name="connsiteX4" fmla="*/ 8185 w 8185"/>
              <a:gd name="connsiteY4" fmla="*/ 1289 h 22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85" h="2292">
                <a:moveTo>
                  <a:pt x="8185" y="1289"/>
                </a:moveTo>
                <a:cubicBezTo>
                  <a:pt x="8185" y="1289"/>
                  <a:pt x="5228" y="-59"/>
                  <a:pt x="0" y="2"/>
                </a:cubicBezTo>
                <a:lnTo>
                  <a:pt x="0" y="106"/>
                </a:lnTo>
                <a:cubicBezTo>
                  <a:pt x="0" y="106"/>
                  <a:pt x="6165" y="53"/>
                  <a:pt x="8185" y="2292"/>
                </a:cubicBezTo>
                <a:lnTo>
                  <a:pt x="8185" y="1289"/>
                </a:lnTo>
                <a:close/>
              </a:path>
            </a:pathLst>
          </a:custGeom>
          <a:gradFill>
            <a:gsLst>
              <a:gs pos="0">
                <a:schemeClr val="accent2">
                  <a:alpha val="0"/>
                </a:schemeClr>
              </a:gs>
              <a:gs pos="99000">
                <a:schemeClr val="accent2">
                  <a:alpha val="23000"/>
                </a:schemeClr>
              </a:gs>
            </a:gsLst>
            <a:lin ang="0" scaled="0"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2" name="任意多边形: 形状 122"/>
          <p:cNvSpPr/>
          <p:nvPr userDrawn="1">
            <p:custDataLst>
              <p:tags r:id="rId13"/>
            </p:custDataLst>
          </p:nvPr>
        </p:nvSpPr>
        <p:spPr>
          <a:xfrm rot="480000">
            <a:off x="10393680" y="1393825"/>
            <a:ext cx="1276350" cy="1276350"/>
          </a:xfrm>
          <a:custGeom>
            <a:avLst/>
            <a:gdLst>
              <a:gd name="connsiteX0" fmla="*/ 1582064 w 1582064"/>
              <a:gd name="connsiteY0" fmla="*/ 791032 h 1582064"/>
              <a:gd name="connsiteX1" fmla="*/ 791032 w 1582064"/>
              <a:gd name="connsiteY1" fmla="*/ 1582064 h 1582064"/>
              <a:gd name="connsiteX2" fmla="*/ 0 w 1582064"/>
              <a:gd name="connsiteY2" fmla="*/ 791032 h 1582064"/>
              <a:gd name="connsiteX3" fmla="*/ 791032 w 1582064"/>
              <a:gd name="connsiteY3" fmla="*/ 0 h 1582064"/>
              <a:gd name="connsiteX4" fmla="*/ 1582064 w 1582064"/>
              <a:gd name="connsiteY4" fmla="*/ 791032 h 1582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82064" h="1582064">
                <a:moveTo>
                  <a:pt x="1582064" y="791032"/>
                </a:moveTo>
                <a:cubicBezTo>
                  <a:pt x="1582064" y="1227907"/>
                  <a:pt x="1227907" y="1582064"/>
                  <a:pt x="791032" y="1582064"/>
                </a:cubicBezTo>
                <a:cubicBezTo>
                  <a:pt x="354157" y="1582064"/>
                  <a:pt x="0" y="1227907"/>
                  <a:pt x="0" y="791032"/>
                </a:cubicBezTo>
                <a:cubicBezTo>
                  <a:pt x="0" y="354157"/>
                  <a:pt x="354157" y="0"/>
                  <a:pt x="791032" y="0"/>
                </a:cubicBezTo>
                <a:cubicBezTo>
                  <a:pt x="1227907" y="0"/>
                  <a:pt x="1582064" y="354157"/>
                  <a:pt x="1582064" y="791032"/>
                </a:cubicBezTo>
                <a:close/>
              </a:path>
            </a:pathLst>
          </a:custGeom>
          <a:gradFill>
            <a:gsLst>
              <a:gs pos="39000">
                <a:schemeClr val="accent1"/>
              </a:gs>
              <a:gs pos="100000">
                <a:srgbClr val="FFFFFF"/>
              </a:gs>
              <a:gs pos="78000">
                <a:schemeClr val="accent2"/>
              </a:gs>
            </a:gsLst>
            <a:path path="circle">
              <a:fillToRect l="100000" t="100000"/>
            </a:path>
            <a:tileRect r="-100000" b="-100000"/>
          </a:gradFill>
          <a:ln w="7620" cap="flat">
            <a:noFill/>
            <a:prstDash val="solid"/>
            <a:miter/>
          </a:ln>
          <a:effectLst>
            <a:innerShdw blurRad="393700" dist="254000">
              <a:schemeClr val="accent2">
                <a:lumMod val="20000"/>
                <a:lumOff val="80000"/>
                <a:alpha val="65000"/>
              </a:schemeClr>
            </a:innerShdw>
            <a:softEdge rad="76200"/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3" name="任意多边形: 形状 12"/>
          <p:cNvSpPr/>
          <p:nvPr userDrawn="1">
            <p:custDataLst>
              <p:tags r:id="rId14"/>
            </p:custDataLst>
          </p:nvPr>
        </p:nvSpPr>
        <p:spPr>
          <a:xfrm>
            <a:off x="7832090" y="5003165"/>
            <a:ext cx="4223385" cy="537845"/>
          </a:xfrm>
          <a:custGeom>
            <a:avLst/>
            <a:gdLst>
              <a:gd name="connsiteX0" fmla="*/ 1893856 w 1893855"/>
              <a:gd name="connsiteY0" fmla="*/ 241074 h 241074"/>
              <a:gd name="connsiteX1" fmla="*/ 1893856 w 1893855"/>
              <a:gd name="connsiteY1" fmla="*/ 164874 h 241074"/>
              <a:gd name="connsiteX2" fmla="*/ 0 w 1893855"/>
              <a:gd name="connsiteY2" fmla="*/ 1330 h 241074"/>
              <a:gd name="connsiteX3" fmla="*/ 0 w 1893855"/>
              <a:gd name="connsiteY3" fmla="*/ 37620 h 241074"/>
              <a:gd name="connsiteX4" fmla="*/ 1893856 w 1893855"/>
              <a:gd name="connsiteY4" fmla="*/ 241074 h 241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93855" h="241074">
                <a:moveTo>
                  <a:pt x="1893856" y="241074"/>
                </a:moveTo>
                <a:lnTo>
                  <a:pt x="1893856" y="164874"/>
                </a:lnTo>
                <a:cubicBezTo>
                  <a:pt x="1893856" y="164874"/>
                  <a:pt x="918115" y="-17244"/>
                  <a:pt x="0" y="1330"/>
                </a:cubicBezTo>
                <a:lnTo>
                  <a:pt x="0" y="37620"/>
                </a:lnTo>
                <a:cubicBezTo>
                  <a:pt x="95" y="37620"/>
                  <a:pt x="807148" y="-11624"/>
                  <a:pt x="1893856" y="241074"/>
                </a:cubicBezTo>
                <a:close/>
              </a:path>
            </a:pathLst>
          </a:custGeom>
          <a:gradFill>
            <a:gsLst>
              <a:gs pos="0">
                <a:schemeClr val="accent2">
                  <a:alpha val="0"/>
                </a:schemeClr>
              </a:gs>
              <a:gs pos="100000">
                <a:schemeClr val="accent2">
                  <a:lumMod val="60000"/>
                  <a:lumOff val="40000"/>
                  <a:alpha val="13000"/>
                </a:schemeClr>
              </a:gs>
            </a:gsLst>
            <a:lin ang="0" scaled="0"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4" name="任意多边形: 形状 13"/>
          <p:cNvSpPr/>
          <p:nvPr userDrawn="1">
            <p:custDataLst>
              <p:tags r:id="rId15"/>
            </p:custDataLst>
          </p:nvPr>
        </p:nvSpPr>
        <p:spPr>
          <a:xfrm>
            <a:off x="8012430" y="4702175"/>
            <a:ext cx="4134485" cy="423545"/>
          </a:xfrm>
          <a:custGeom>
            <a:avLst/>
            <a:gdLst>
              <a:gd name="connsiteX0" fmla="*/ 1853851 w 1853850"/>
              <a:gd name="connsiteY0" fmla="*/ 189894 h 189894"/>
              <a:gd name="connsiteX1" fmla="*/ 1853851 w 1853850"/>
              <a:gd name="connsiteY1" fmla="*/ 82071 h 189894"/>
              <a:gd name="connsiteX2" fmla="*/ 0 w 1853850"/>
              <a:gd name="connsiteY2" fmla="*/ 251 h 189894"/>
              <a:gd name="connsiteX3" fmla="*/ 0 w 1853850"/>
              <a:gd name="connsiteY3" fmla="*/ 25302 h 189894"/>
              <a:gd name="connsiteX4" fmla="*/ 1853851 w 1853850"/>
              <a:gd name="connsiteY4" fmla="*/ 189894 h 1898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53850" h="189894">
                <a:moveTo>
                  <a:pt x="1853851" y="189894"/>
                </a:moveTo>
                <a:lnTo>
                  <a:pt x="1853851" y="82071"/>
                </a:lnTo>
                <a:cubicBezTo>
                  <a:pt x="1853851" y="82071"/>
                  <a:pt x="590931" y="-5273"/>
                  <a:pt x="0" y="251"/>
                </a:cubicBezTo>
                <a:lnTo>
                  <a:pt x="0" y="25302"/>
                </a:lnTo>
                <a:cubicBezTo>
                  <a:pt x="-95" y="25397"/>
                  <a:pt x="691325" y="347"/>
                  <a:pt x="1853851" y="189894"/>
                </a:cubicBezTo>
                <a:close/>
              </a:path>
            </a:pathLst>
          </a:custGeom>
          <a:gradFill>
            <a:gsLst>
              <a:gs pos="0">
                <a:schemeClr val="accent2">
                  <a:alpha val="0"/>
                </a:schemeClr>
              </a:gs>
              <a:gs pos="100000">
                <a:schemeClr val="accent2">
                  <a:lumMod val="60000"/>
                  <a:lumOff val="40000"/>
                  <a:alpha val="10000"/>
                </a:schemeClr>
              </a:gs>
            </a:gsLst>
            <a:lin ang="0" scaled="0"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>
                <a:latin typeface="+mn-lt"/>
                <a:ea typeface="+mn-ea"/>
                <a:cs typeface="+mn-cs"/>
              </a:rPr>
              <a:t>单击此处编辑母版文本样式</a:t>
            </a:r>
            <a:endParaRPr lang="zh-CN" altLang="en-US" dirty="0">
              <a:latin typeface="+mn-lt"/>
              <a:ea typeface="+mn-ea"/>
              <a:cs typeface="+mn-cs"/>
            </a:endParaRPr>
          </a:p>
          <a:p>
            <a:pPr lvl="1"/>
            <a:r>
              <a:rPr lang="zh-CN" altLang="en-US" dirty="0">
                <a:latin typeface="+mn-lt"/>
                <a:ea typeface="+mn-ea"/>
                <a:cs typeface="+mn-cs"/>
              </a:rPr>
              <a:t>第二级</a:t>
            </a:r>
            <a:endParaRPr lang="zh-CN" altLang="en-US" dirty="0">
              <a:latin typeface="+mn-lt"/>
              <a:ea typeface="+mn-ea"/>
              <a:cs typeface="+mn-cs"/>
            </a:endParaRPr>
          </a:p>
          <a:p>
            <a:pPr lvl="2"/>
            <a:r>
              <a:rPr lang="zh-CN" altLang="en-US" dirty="0">
                <a:latin typeface="+mn-lt"/>
                <a:ea typeface="+mn-ea"/>
                <a:cs typeface="+mn-cs"/>
              </a:rPr>
              <a:t>第三级</a:t>
            </a:r>
            <a:endParaRPr lang="zh-CN" altLang="en-US" dirty="0">
              <a:latin typeface="+mn-lt"/>
              <a:ea typeface="+mn-ea"/>
              <a:cs typeface="+mn-cs"/>
            </a:endParaRPr>
          </a:p>
          <a:p>
            <a:pPr lvl="3"/>
            <a:r>
              <a:rPr lang="zh-CN" altLang="en-US" dirty="0">
                <a:latin typeface="+mn-lt"/>
                <a:ea typeface="+mn-ea"/>
                <a:cs typeface="+mn-cs"/>
              </a:rPr>
              <a:t>第四级</a:t>
            </a:r>
            <a:endParaRPr lang="zh-CN" altLang="en-US" dirty="0">
              <a:latin typeface="+mn-lt"/>
              <a:ea typeface="+mn-ea"/>
              <a:cs typeface="+mn-cs"/>
            </a:endParaRPr>
          </a:p>
          <a:p>
            <a:pPr lvl="4"/>
            <a:r>
              <a:rPr lang="zh-CN" altLang="en-US" dirty="0">
                <a:latin typeface="+mn-lt"/>
                <a:ea typeface="+mn-ea"/>
                <a:cs typeface="+mn-cs"/>
              </a:rPr>
              <a:t>第五级</a:t>
            </a:r>
            <a:endParaRPr lang="zh-CN" altLang="en-US" dirty="0">
              <a:latin typeface="+mn-lt"/>
              <a:ea typeface="+mn-ea"/>
              <a:cs typeface="+mn-cs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>
                <a:latin typeface="+mn-lt"/>
                <a:ea typeface="+mn-ea"/>
                <a:cs typeface="+mn-cs"/>
              </a:rPr>
              <a:t>单击此处编辑母版文本样式</a:t>
            </a:r>
            <a:endParaRPr lang="zh-CN" altLang="en-US" dirty="0">
              <a:latin typeface="+mn-lt"/>
              <a:ea typeface="+mn-ea"/>
              <a:cs typeface="+mn-cs"/>
            </a:endParaRPr>
          </a:p>
          <a:p>
            <a:pPr lvl="1"/>
            <a:r>
              <a:rPr lang="zh-CN" altLang="en-US" dirty="0">
                <a:latin typeface="+mn-lt"/>
                <a:ea typeface="+mn-ea"/>
                <a:cs typeface="+mn-cs"/>
              </a:rPr>
              <a:t>第二级</a:t>
            </a:r>
            <a:endParaRPr lang="zh-CN" altLang="en-US" dirty="0">
              <a:latin typeface="+mn-lt"/>
              <a:ea typeface="+mn-ea"/>
              <a:cs typeface="+mn-cs"/>
            </a:endParaRPr>
          </a:p>
          <a:p>
            <a:pPr lvl="2"/>
            <a:r>
              <a:rPr lang="zh-CN" altLang="en-US" dirty="0">
                <a:latin typeface="+mn-lt"/>
                <a:ea typeface="+mn-ea"/>
                <a:cs typeface="+mn-cs"/>
              </a:rPr>
              <a:t>第三级</a:t>
            </a:r>
            <a:endParaRPr lang="zh-CN" altLang="en-US" dirty="0">
              <a:latin typeface="+mn-lt"/>
              <a:ea typeface="+mn-ea"/>
              <a:cs typeface="+mn-cs"/>
            </a:endParaRPr>
          </a:p>
          <a:p>
            <a:pPr lvl="3"/>
            <a:r>
              <a:rPr lang="zh-CN" altLang="en-US" dirty="0">
                <a:latin typeface="+mn-lt"/>
                <a:ea typeface="+mn-ea"/>
                <a:cs typeface="+mn-cs"/>
              </a:rPr>
              <a:t>第四级</a:t>
            </a:r>
            <a:endParaRPr lang="zh-CN" altLang="en-US" dirty="0">
              <a:latin typeface="+mn-lt"/>
              <a:ea typeface="+mn-ea"/>
              <a:cs typeface="+mn-cs"/>
            </a:endParaRPr>
          </a:p>
          <a:p>
            <a:pPr lvl="4"/>
            <a:r>
              <a:rPr lang="zh-CN" altLang="en-US" dirty="0">
                <a:latin typeface="+mn-lt"/>
                <a:ea typeface="+mn-ea"/>
                <a:cs typeface="+mn-cs"/>
              </a:rPr>
              <a:t>第五级</a:t>
            </a:r>
            <a:endParaRPr lang="zh-CN" altLang="en-US" dirty="0">
              <a:latin typeface="+mn-lt"/>
              <a:ea typeface="+mn-ea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>
                <a:latin typeface="+mn-lt"/>
                <a:ea typeface="+mn-ea"/>
                <a:cs typeface="+mn-cs"/>
              </a:rPr>
            </a:fld>
            <a:endParaRPr lang="zh-CN" altLang="en-US"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>
                <a:latin typeface="+mn-lt"/>
                <a:ea typeface="+mn-ea"/>
                <a:cs typeface="+mn-cs"/>
              </a:rPr>
            </a:fld>
            <a:endParaRPr lang="zh-CN" altLang="en-US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>
                <a:latin typeface="+mn-lt"/>
                <a:ea typeface="+mn-ea"/>
                <a:cs typeface="+mn-cs"/>
              </a:defRPr>
            </a:lvl2pPr>
            <a:lvl3pPr marL="914400" indent="0">
              <a:buNone/>
              <a:defRPr sz="1800" b="1"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sz="1600" b="1"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sz="1600" b="1">
                <a:latin typeface="+mn-lt"/>
                <a:ea typeface="+mn-ea"/>
                <a:cs typeface="+mn-cs"/>
              </a:defRPr>
            </a:lvl5pPr>
            <a:lvl6pPr marL="2286000" indent="0">
              <a:buNone/>
              <a:defRPr sz="1600" b="1">
                <a:latin typeface="+mn-lt"/>
                <a:ea typeface="+mn-ea"/>
                <a:cs typeface="+mn-cs"/>
              </a:defRPr>
            </a:lvl6pPr>
            <a:lvl7pPr marL="2743200" indent="0">
              <a:buNone/>
              <a:defRPr sz="1600" b="1">
                <a:latin typeface="+mn-lt"/>
                <a:ea typeface="+mn-ea"/>
                <a:cs typeface="+mn-cs"/>
              </a:defRPr>
            </a:lvl7pPr>
            <a:lvl8pPr marL="3200400" indent="0">
              <a:buNone/>
              <a:defRPr sz="1600" b="1">
                <a:latin typeface="+mn-lt"/>
                <a:ea typeface="+mn-ea"/>
                <a:cs typeface="+mn-cs"/>
              </a:defRPr>
            </a:lvl8pPr>
            <a:lvl9pPr marL="3657600" indent="0">
              <a:buNone/>
              <a:defRPr sz="1600" b="1"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>
                <a:latin typeface="+mn-lt"/>
                <a:ea typeface="+mn-ea"/>
                <a:cs typeface="+mn-cs"/>
              </a:defRPr>
            </a:lvl2pPr>
            <a:lvl3pPr marL="914400" indent="0">
              <a:buNone/>
              <a:defRPr sz="1800" b="1"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sz="1600" b="1"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sz="1600" b="1">
                <a:latin typeface="+mn-lt"/>
                <a:ea typeface="+mn-ea"/>
                <a:cs typeface="+mn-cs"/>
              </a:defRPr>
            </a:lvl5pPr>
            <a:lvl6pPr marL="2286000" indent="0">
              <a:buNone/>
              <a:defRPr sz="1600" b="1">
                <a:latin typeface="+mn-lt"/>
                <a:ea typeface="+mn-ea"/>
                <a:cs typeface="+mn-cs"/>
              </a:defRPr>
            </a:lvl6pPr>
            <a:lvl7pPr marL="2743200" indent="0">
              <a:buNone/>
              <a:defRPr sz="1600" b="1">
                <a:latin typeface="+mn-lt"/>
                <a:ea typeface="+mn-ea"/>
                <a:cs typeface="+mn-cs"/>
              </a:defRPr>
            </a:lvl7pPr>
            <a:lvl8pPr marL="3200400" indent="0">
              <a:buNone/>
              <a:defRPr sz="1600" b="1">
                <a:latin typeface="+mn-lt"/>
                <a:ea typeface="+mn-ea"/>
                <a:cs typeface="+mn-cs"/>
              </a:defRPr>
            </a:lvl8pPr>
            <a:lvl9pPr marL="3657600" indent="0">
              <a:buNone/>
              <a:defRPr sz="1600" b="1"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>
                <a:latin typeface="+mn-lt"/>
                <a:ea typeface="+mn-ea"/>
                <a:cs typeface="+mn-cs"/>
              </a:rPr>
            </a:fld>
            <a:endParaRPr lang="zh-CN" altLang="en-US"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>
                <a:latin typeface="+mn-lt"/>
                <a:ea typeface="+mn-ea"/>
                <a:cs typeface="+mn-cs"/>
              </a:rPr>
            </a:fld>
            <a:endParaRPr lang="zh-CN" altLang="en-US">
              <a:latin typeface="+mn-lt"/>
              <a:ea typeface="+mn-ea"/>
              <a:cs typeface="+mn-cs"/>
            </a:endParaRPr>
          </a:p>
        </p:txBody>
      </p:sp>
      <p:sp>
        <p:nvSpPr>
          <p:cNvPr id="10" name="标题 9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zh-CN" altLang="en-US">
                <a:latin typeface="+mj-lt"/>
                <a:ea typeface="+mj-ea"/>
                <a:cs typeface="+mj-cs"/>
              </a:rPr>
              <a:t>单击此处编辑母版标题样式</a:t>
            </a:r>
            <a:endParaRPr lang="zh-CN" altLang="en-US"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>
                <a:latin typeface="+mj-lt"/>
                <a:ea typeface="+mj-ea"/>
                <a:cs typeface="+mj-cs"/>
              </a:rPr>
              <a:t>单击此处编辑母版标题样式</a:t>
            </a:r>
            <a:endParaRPr lang="zh-CN" altLang="en-US" dirty="0">
              <a:latin typeface="+mj-lt"/>
              <a:ea typeface="+mj-ea"/>
              <a:cs typeface="+mj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>
                <a:latin typeface="+mn-lt"/>
                <a:ea typeface="+mn-ea"/>
                <a:cs typeface="+mn-cs"/>
              </a:rPr>
            </a:fld>
            <a:endParaRPr lang="zh-CN" altLang="en-US"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>
                <a:latin typeface="+mn-lt"/>
                <a:ea typeface="+mn-ea"/>
                <a:cs typeface="+mn-cs"/>
              </a:rPr>
            </a:fld>
            <a:endParaRPr lang="zh-CN" altLang="en-US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>
                <a:latin typeface="+mn-lt"/>
                <a:ea typeface="+mn-ea"/>
                <a:cs typeface="+mn-cs"/>
              </a:rPr>
            </a:fld>
            <a:endParaRPr lang="zh-CN" altLang="en-US" dirty="0"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>
                <a:latin typeface="+mn-lt"/>
                <a:ea typeface="+mn-ea"/>
                <a:cs typeface="+mn-cs"/>
              </a:rPr>
            </a:fld>
            <a:endParaRPr lang="zh-CN" altLang="en-US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>
                <a:latin typeface="+mn-lt"/>
                <a:ea typeface="+mn-ea"/>
                <a:cs typeface="+mn-cs"/>
              </a:rPr>
              <a:t>单击此处编辑母版文本样式</a:t>
            </a:r>
            <a:endParaRPr lang="zh-CN" altLang="en-US" dirty="0">
              <a:latin typeface="+mn-lt"/>
              <a:ea typeface="+mn-ea"/>
              <a:cs typeface="+mn-cs"/>
            </a:endParaRPr>
          </a:p>
          <a:p>
            <a:pPr lvl="1"/>
            <a:r>
              <a:rPr lang="zh-CN" altLang="en-US" dirty="0">
                <a:latin typeface="+mn-lt"/>
                <a:ea typeface="+mn-ea"/>
                <a:cs typeface="+mn-cs"/>
              </a:rPr>
              <a:t>第二级</a:t>
            </a:r>
            <a:endParaRPr lang="zh-CN" altLang="en-US" dirty="0">
              <a:latin typeface="+mn-lt"/>
              <a:ea typeface="+mn-ea"/>
              <a:cs typeface="+mn-cs"/>
            </a:endParaRPr>
          </a:p>
          <a:p>
            <a:pPr lvl="2"/>
            <a:r>
              <a:rPr lang="zh-CN" altLang="en-US" dirty="0">
                <a:latin typeface="+mn-lt"/>
                <a:ea typeface="+mn-ea"/>
                <a:cs typeface="+mn-cs"/>
              </a:rPr>
              <a:t>第三级</a:t>
            </a:r>
            <a:endParaRPr lang="zh-CN" altLang="en-US" dirty="0">
              <a:latin typeface="+mn-lt"/>
              <a:ea typeface="+mn-ea"/>
              <a:cs typeface="+mn-cs"/>
            </a:endParaRPr>
          </a:p>
          <a:p>
            <a:pPr lvl="3"/>
            <a:r>
              <a:rPr lang="zh-CN" altLang="en-US" dirty="0">
                <a:latin typeface="+mn-lt"/>
                <a:ea typeface="+mn-ea"/>
                <a:cs typeface="+mn-cs"/>
              </a:rPr>
              <a:t>第四级</a:t>
            </a:r>
            <a:endParaRPr lang="zh-CN" altLang="en-US" dirty="0">
              <a:latin typeface="+mn-lt"/>
              <a:ea typeface="+mn-ea"/>
              <a:cs typeface="+mn-cs"/>
            </a:endParaRPr>
          </a:p>
          <a:p>
            <a:pPr lvl="4"/>
            <a:r>
              <a:rPr lang="zh-CN" altLang="en-US" dirty="0">
                <a:latin typeface="+mn-lt"/>
                <a:ea typeface="+mn-ea"/>
                <a:cs typeface="+mn-cs"/>
              </a:rPr>
              <a:t>第五级</a:t>
            </a:r>
            <a:endParaRPr lang="zh-CN" altLang="en-US" dirty="0">
              <a:latin typeface="+mn-lt"/>
              <a:ea typeface="+mn-ea"/>
              <a:cs typeface="+mn-cs"/>
            </a:endParaRPr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>
                <a:latin typeface="+mn-lt"/>
                <a:ea typeface="+mn-ea"/>
                <a:cs typeface="+mn-cs"/>
              </a:rPr>
            </a:fld>
            <a:endParaRPr lang="zh-CN" altLang="en-US"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>
                <a:latin typeface="+mn-lt"/>
                <a:ea typeface="+mn-ea"/>
                <a:cs typeface="+mn-cs"/>
              </a:rPr>
            </a:fld>
            <a:endParaRPr lang="zh-CN" altLang="en-US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>
                <a:latin typeface="+mn-lt"/>
                <a:ea typeface="+mn-ea"/>
                <a:cs typeface="+mn-cs"/>
              </a:defRPr>
            </a:lvl2pPr>
            <a:lvl3pPr marL="914400" indent="0">
              <a:buNone/>
              <a:defRPr sz="1800" b="1"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sz="1600" b="1"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sz="1600" b="1">
                <a:latin typeface="+mn-lt"/>
                <a:ea typeface="+mn-ea"/>
                <a:cs typeface="+mn-cs"/>
              </a:defRPr>
            </a:lvl5pPr>
            <a:lvl6pPr marL="2286000" indent="0">
              <a:buNone/>
              <a:defRPr sz="1600" b="1">
                <a:latin typeface="+mn-lt"/>
                <a:ea typeface="+mn-ea"/>
                <a:cs typeface="+mn-cs"/>
              </a:defRPr>
            </a:lvl6pPr>
            <a:lvl7pPr marL="2743200" indent="0">
              <a:buNone/>
              <a:defRPr sz="1600" b="1">
                <a:latin typeface="+mn-lt"/>
                <a:ea typeface="+mn-ea"/>
                <a:cs typeface="+mn-cs"/>
              </a:defRPr>
            </a:lvl7pPr>
            <a:lvl8pPr marL="3200400" indent="0">
              <a:buNone/>
              <a:defRPr sz="1600" b="1">
                <a:latin typeface="+mn-lt"/>
                <a:ea typeface="+mn-ea"/>
                <a:cs typeface="+mn-cs"/>
              </a:defRPr>
            </a:lvl8pPr>
            <a:lvl9pPr marL="3657600" indent="0">
              <a:buNone/>
              <a:defRPr sz="1600" b="1"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请在此输入您的副标题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>
                <a:latin typeface="+mn-lt"/>
                <a:ea typeface="+mn-ea"/>
                <a:cs typeface="+mn-cs"/>
              </a:rPr>
            </a:fld>
            <a:endParaRPr lang="zh-CN" altLang="en-US"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>
                <a:latin typeface="+mn-lt"/>
                <a:ea typeface="+mn-ea"/>
                <a:cs typeface="+mn-cs"/>
              </a:rPr>
            </a:fld>
            <a:endParaRPr lang="zh-CN" altLang="en-US">
              <a:latin typeface="+mn-lt"/>
              <a:ea typeface="+mn-ea"/>
              <a:cs typeface="+mn-cs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>
                <a:latin typeface="+mj-lt"/>
                <a:ea typeface="+mj-ea"/>
                <a:cs typeface="+mj-cs"/>
              </a:rPr>
              <a:t>单击此处编辑母版标题样式</a:t>
            </a:r>
            <a:endParaRPr lang="zh-CN" altLang="en-US"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封面页_1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矩形 54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55000">
                <a:schemeClr val="accent1">
                  <a:lumMod val="75000"/>
                </a:schemeClr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lt"/>
              <a:ea typeface="+mn-ea"/>
              <a:cs typeface="+mn-cs"/>
            </a:endParaRPr>
          </a:p>
        </p:txBody>
      </p:sp>
      <p:sp>
        <p:nvSpPr>
          <p:cNvPr id="7" name="任意多边形: 形状 6"/>
          <p:cNvSpPr/>
          <p:nvPr userDrawn="1">
            <p:custDataLst>
              <p:tags r:id="rId3"/>
            </p:custDataLst>
          </p:nvPr>
        </p:nvSpPr>
        <p:spPr>
          <a:xfrm>
            <a:off x="7328535" y="3824605"/>
            <a:ext cx="4223385" cy="537845"/>
          </a:xfrm>
          <a:custGeom>
            <a:avLst/>
            <a:gdLst>
              <a:gd name="connsiteX0" fmla="*/ 1893856 w 1893855"/>
              <a:gd name="connsiteY0" fmla="*/ 241074 h 241074"/>
              <a:gd name="connsiteX1" fmla="*/ 1893856 w 1893855"/>
              <a:gd name="connsiteY1" fmla="*/ 164874 h 241074"/>
              <a:gd name="connsiteX2" fmla="*/ 0 w 1893855"/>
              <a:gd name="connsiteY2" fmla="*/ 1330 h 241074"/>
              <a:gd name="connsiteX3" fmla="*/ 0 w 1893855"/>
              <a:gd name="connsiteY3" fmla="*/ 37620 h 241074"/>
              <a:gd name="connsiteX4" fmla="*/ 1893856 w 1893855"/>
              <a:gd name="connsiteY4" fmla="*/ 241074 h 241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93855" h="241074">
                <a:moveTo>
                  <a:pt x="1893856" y="241074"/>
                </a:moveTo>
                <a:lnTo>
                  <a:pt x="1893856" y="164874"/>
                </a:lnTo>
                <a:cubicBezTo>
                  <a:pt x="1893856" y="164874"/>
                  <a:pt x="918115" y="-17244"/>
                  <a:pt x="0" y="1330"/>
                </a:cubicBezTo>
                <a:lnTo>
                  <a:pt x="0" y="37620"/>
                </a:lnTo>
                <a:cubicBezTo>
                  <a:pt x="95" y="37620"/>
                  <a:pt x="807148" y="-11624"/>
                  <a:pt x="1893856" y="241074"/>
                </a:cubicBezTo>
                <a:close/>
              </a:path>
            </a:pathLst>
          </a:custGeom>
          <a:gradFill>
            <a:gsLst>
              <a:gs pos="0">
                <a:schemeClr val="accent2">
                  <a:alpha val="0"/>
                </a:schemeClr>
              </a:gs>
              <a:gs pos="100000">
                <a:schemeClr val="accent2">
                  <a:lumMod val="60000"/>
                  <a:lumOff val="40000"/>
                  <a:alpha val="44000"/>
                </a:schemeClr>
              </a:gs>
            </a:gsLst>
            <a:lin ang="0" scaled="0"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8" name="任意多边形: 形状 7"/>
          <p:cNvSpPr/>
          <p:nvPr userDrawn="1">
            <p:custDataLst>
              <p:tags r:id="rId4"/>
            </p:custDataLst>
          </p:nvPr>
        </p:nvSpPr>
        <p:spPr>
          <a:xfrm>
            <a:off x="7516495" y="3641725"/>
            <a:ext cx="4134485" cy="423545"/>
          </a:xfrm>
          <a:custGeom>
            <a:avLst/>
            <a:gdLst>
              <a:gd name="connsiteX0" fmla="*/ 1853851 w 1853850"/>
              <a:gd name="connsiteY0" fmla="*/ 189894 h 189894"/>
              <a:gd name="connsiteX1" fmla="*/ 1853851 w 1853850"/>
              <a:gd name="connsiteY1" fmla="*/ 82071 h 189894"/>
              <a:gd name="connsiteX2" fmla="*/ 0 w 1853850"/>
              <a:gd name="connsiteY2" fmla="*/ 251 h 189894"/>
              <a:gd name="connsiteX3" fmla="*/ 0 w 1853850"/>
              <a:gd name="connsiteY3" fmla="*/ 25302 h 189894"/>
              <a:gd name="connsiteX4" fmla="*/ 1853851 w 1853850"/>
              <a:gd name="connsiteY4" fmla="*/ 189894 h 1898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53850" h="189894">
                <a:moveTo>
                  <a:pt x="1853851" y="189894"/>
                </a:moveTo>
                <a:lnTo>
                  <a:pt x="1853851" y="82071"/>
                </a:lnTo>
                <a:cubicBezTo>
                  <a:pt x="1853851" y="82071"/>
                  <a:pt x="590931" y="-5273"/>
                  <a:pt x="0" y="251"/>
                </a:cubicBezTo>
                <a:lnTo>
                  <a:pt x="0" y="25302"/>
                </a:lnTo>
                <a:cubicBezTo>
                  <a:pt x="-95" y="25397"/>
                  <a:pt x="691325" y="347"/>
                  <a:pt x="1853851" y="189894"/>
                </a:cubicBezTo>
                <a:close/>
              </a:path>
            </a:pathLst>
          </a:custGeom>
          <a:gradFill>
            <a:gsLst>
              <a:gs pos="0">
                <a:schemeClr val="accent2">
                  <a:alpha val="0"/>
                </a:schemeClr>
              </a:gs>
              <a:gs pos="100000">
                <a:schemeClr val="accent2">
                  <a:lumMod val="60000"/>
                  <a:lumOff val="40000"/>
                  <a:alpha val="10000"/>
                </a:schemeClr>
              </a:gs>
            </a:gsLst>
            <a:lin ang="0" scaled="0"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9" name="任意多边形: 形状 8"/>
          <p:cNvSpPr/>
          <p:nvPr userDrawn="1">
            <p:custDataLst>
              <p:tags r:id="rId5"/>
            </p:custDataLst>
          </p:nvPr>
        </p:nvSpPr>
        <p:spPr>
          <a:xfrm>
            <a:off x="6986270" y="4130675"/>
            <a:ext cx="4857750" cy="1707515"/>
          </a:xfrm>
          <a:custGeom>
            <a:avLst/>
            <a:gdLst>
              <a:gd name="connsiteX0" fmla="*/ 0 w 2178176"/>
              <a:gd name="connsiteY0" fmla="*/ 16764 h 765524"/>
              <a:gd name="connsiteX1" fmla="*/ 0 w 2178176"/>
              <a:gd name="connsiteY1" fmla="*/ 0 h 765524"/>
              <a:gd name="connsiteX2" fmla="*/ 774954 w 2178176"/>
              <a:gd name="connsiteY2" fmla="*/ 19526 h 765524"/>
              <a:gd name="connsiteX3" fmla="*/ 864108 w 2178176"/>
              <a:gd name="connsiteY3" fmla="*/ 25717 h 765524"/>
              <a:gd name="connsiteX4" fmla="*/ 2178177 w 2178176"/>
              <a:gd name="connsiteY4" fmla="*/ 589217 h 765524"/>
              <a:gd name="connsiteX5" fmla="*/ 2178177 w 2178176"/>
              <a:gd name="connsiteY5" fmla="*/ 765524 h 765524"/>
              <a:gd name="connsiteX6" fmla="*/ 1091565 w 2178176"/>
              <a:gd name="connsiteY6" fmla="*/ 109442 h 765524"/>
              <a:gd name="connsiteX7" fmla="*/ 702088 w 2178176"/>
              <a:gd name="connsiteY7" fmla="*/ 45148 h 765524"/>
              <a:gd name="connsiteX8" fmla="*/ 0 w 2178176"/>
              <a:gd name="connsiteY8" fmla="*/ 16764 h 7655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78176" h="765524">
                <a:moveTo>
                  <a:pt x="0" y="16764"/>
                </a:moveTo>
                <a:lnTo>
                  <a:pt x="0" y="0"/>
                </a:lnTo>
                <a:lnTo>
                  <a:pt x="774954" y="19526"/>
                </a:lnTo>
                <a:cubicBezTo>
                  <a:pt x="804767" y="20288"/>
                  <a:pt x="834485" y="22288"/>
                  <a:pt x="864108" y="25717"/>
                </a:cubicBezTo>
                <a:cubicBezTo>
                  <a:pt x="1550956" y="106204"/>
                  <a:pt x="2178177" y="589217"/>
                  <a:pt x="2178177" y="589217"/>
                </a:cubicBezTo>
                <a:lnTo>
                  <a:pt x="2178177" y="765524"/>
                </a:lnTo>
                <a:cubicBezTo>
                  <a:pt x="2178177" y="765524"/>
                  <a:pt x="1669637" y="282988"/>
                  <a:pt x="1091565" y="109442"/>
                </a:cubicBezTo>
                <a:cubicBezTo>
                  <a:pt x="965073" y="71438"/>
                  <a:pt x="834104" y="50482"/>
                  <a:pt x="702088" y="45148"/>
                </a:cubicBezTo>
                <a:lnTo>
                  <a:pt x="0" y="16764"/>
                </a:lnTo>
                <a:close/>
              </a:path>
            </a:pathLst>
          </a:custGeom>
          <a:gradFill>
            <a:gsLst>
              <a:gs pos="0">
                <a:schemeClr val="accent2">
                  <a:alpha val="0"/>
                </a:schemeClr>
              </a:gs>
              <a:gs pos="100000">
                <a:schemeClr val="accent2">
                  <a:alpha val="0"/>
                </a:schemeClr>
              </a:gs>
              <a:gs pos="87000">
                <a:schemeClr val="accent2">
                  <a:alpha val="41000"/>
                </a:schemeClr>
              </a:gs>
            </a:gsLst>
            <a:lin ang="0" scaled="0"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1" name="任意多边形: 形状 10"/>
          <p:cNvSpPr/>
          <p:nvPr userDrawn="1">
            <p:custDataLst>
              <p:tags r:id="rId6"/>
            </p:custDataLst>
          </p:nvPr>
        </p:nvSpPr>
        <p:spPr>
          <a:xfrm>
            <a:off x="0" y="1916430"/>
            <a:ext cx="4743450" cy="1049655"/>
          </a:xfrm>
          <a:custGeom>
            <a:avLst/>
            <a:gdLst>
              <a:gd name="connsiteX0" fmla="*/ 0 w 2127123"/>
              <a:gd name="connsiteY0" fmla="*/ 0 h 470576"/>
              <a:gd name="connsiteX1" fmla="*/ 0 w 2127123"/>
              <a:gd name="connsiteY1" fmla="*/ 203549 h 470576"/>
              <a:gd name="connsiteX2" fmla="*/ 2127123 w 2127123"/>
              <a:gd name="connsiteY2" fmla="*/ 468344 h 470576"/>
              <a:gd name="connsiteX3" fmla="*/ 2127123 w 2127123"/>
              <a:gd name="connsiteY3" fmla="*/ 426530 h 470576"/>
              <a:gd name="connsiteX4" fmla="*/ 0 w 2127123"/>
              <a:gd name="connsiteY4" fmla="*/ 0 h 470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27123" h="470576">
                <a:moveTo>
                  <a:pt x="0" y="0"/>
                </a:moveTo>
                <a:lnTo>
                  <a:pt x="0" y="203549"/>
                </a:lnTo>
                <a:cubicBezTo>
                  <a:pt x="0" y="203549"/>
                  <a:pt x="800100" y="499015"/>
                  <a:pt x="2127123" y="468344"/>
                </a:cubicBezTo>
                <a:lnTo>
                  <a:pt x="2127123" y="426530"/>
                </a:lnTo>
                <a:cubicBezTo>
                  <a:pt x="2127123" y="426530"/>
                  <a:pt x="591026" y="409766"/>
                  <a:pt x="0" y="0"/>
                </a:cubicBezTo>
                <a:close/>
              </a:path>
            </a:pathLst>
          </a:custGeom>
          <a:gradFill>
            <a:gsLst>
              <a:gs pos="38000">
                <a:schemeClr val="accent2">
                  <a:alpha val="0"/>
                </a:schemeClr>
              </a:gs>
              <a:gs pos="100000">
                <a:schemeClr val="accent2">
                  <a:lumMod val="60000"/>
                  <a:lumOff val="40000"/>
                  <a:alpha val="86000"/>
                </a:schemeClr>
              </a:gs>
            </a:gsLst>
            <a:lin ang="10800000" scaled="0"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2" name="任意多边形: 形状 11"/>
          <p:cNvSpPr/>
          <p:nvPr userDrawn="1">
            <p:custDataLst>
              <p:tags r:id="rId7"/>
            </p:custDataLst>
          </p:nvPr>
        </p:nvSpPr>
        <p:spPr>
          <a:xfrm>
            <a:off x="751840" y="2706370"/>
            <a:ext cx="3985260" cy="390525"/>
          </a:xfrm>
          <a:custGeom>
            <a:avLst/>
            <a:gdLst>
              <a:gd name="connsiteX0" fmla="*/ 1786985 w 1786985"/>
              <a:gd name="connsiteY0" fmla="*/ 139351 h 174996"/>
              <a:gd name="connsiteX1" fmla="*/ 0 w 1786985"/>
              <a:gd name="connsiteY1" fmla="*/ 0 h 174996"/>
              <a:gd name="connsiteX2" fmla="*/ 0 w 1786985"/>
              <a:gd name="connsiteY2" fmla="*/ 97536 h 174996"/>
              <a:gd name="connsiteX3" fmla="*/ 1786985 w 1786985"/>
              <a:gd name="connsiteY3" fmla="*/ 158877 h 174996"/>
              <a:gd name="connsiteX4" fmla="*/ 1786985 w 1786985"/>
              <a:gd name="connsiteY4" fmla="*/ 139351 h 174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86985" h="174996">
                <a:moveTo>
                  <a:pt x="1786985" y="139351"/>
                </a:moveTo>
                <a:cubicBezTo>
                  <a:pt x="432054" y="147733"/>
                  <a:pt x="0" y="0"/>
                  <a:pt x="0" y="0"/>
                </a:cubicBezTo>
                <a:lnTo>
                  <a:pt x="0" y="97536"/>
                </a:lnTo>
                <a:cubicBezTo>
                  <a:pt x="0" y="97536"/>
                  <a:pt x="802862" y="217456"/>
                  <a:pt x="1786985" y="158877"/>
                </a:cubicBezTo>
                <a:lnTo>
                  <a:pt x="1786985" y="139351"/>
                </a:lnTo>
                <a:close/>
              </a:path>
            </a:pathLst>
          </a:custGeom>
          <a:gradFill>
            <a:gsLst>
              <a:gs pos="0">
                <a:schemeClr val="accent2">
                  <a:alpha val="0"/>
                </a:schemeClr>
              </a:gs>
              <a:gs pos="100000">
                <a:schemeClr val="accent2">
                  <a:lumMod val="60000"/>
                  <a:lumOff val="40000"/>
                  <a:alpha val="20000"/>
                </a:schemeClr>
              </a:gs>
            </a:gsLst>
            <a:lin ang="10800000" scaled="0"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3" name="任意多边形: 形状 12"/>
          <p:cNvSpPr/>
          <p:nvPr userDrawn="1">
            <p:custDataLst>
              <p:tags r:id="rId8"/>
            </p:custDataLst>
          </p:nvPr>
        </p:nvSpPr>
        <p:spPr>
          <a:xfrm>
            <a:off x="0" y="3178810"/>
            <a:ext cx="4743450" cy="205740"/>
          </a:xfrm>
          <a:custGeom>
            <a:avLst/>
            <a:gdLst>
              <a:gd name="connsiteX0" fmla="*/ 0 w 2127123"/>
              <a:gd name="connsiteY0" fmla="*/ 0 h 92247"/>
              <a:gd name="connsiteX1" fmla="*/ 2127123 w 2127123"/>
              <a:gd name="connsiteY1" fmla="*/ 11144 h 92247"/>
              <a:gd name="connsiteX2" fmla="*/ 2127123 w 2127123"/>
              <a:gd name="connsiteY2" fmla="*/ 35814 h 92247"/>
              <a:gd name="connsiteX3" fmla="*/ 0 w 2127123"/>
              <a:gd name="connsiteY3" fmla="*/ 80867 h 92247"/>
              <a:gd name="connsiteX4" fmla="*/ 0 w 2127123"/>
              <a:gd name="connsiteY4" fmla="*/ 0 h 92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27123" h="92247">
                <a:moveTo>
                  <a:pt x="0" y="0"/>
                </a:moveTo>
                <a:cubicBezTo>
                  <a:pt x="0" y="0"/>
                  <a:pt x="931164" y="72485"/>
                  <a:pt x="2127123" y="11144"/>
                </a:cubicBezTo>
                <a:lnTo>
                  <a:pt x="2127123" y="35814"/>
                </a:lnTo>
                <a:cubicBezTo>
                  <a:pt x="2127123" y="35814"/>
                  <a:pt x="621697" y="122682"/>
                  <a:pt x="0" y="80867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2">
                  <a:alpha val="0"/>
                </a:schemeClr>
              </a:gs>
              <a:gs pos="100000">
                <a:schemeClr val="accent2">
                  <a:lumMod val="60000"/>
                  <a:lumOff val="40000"/>
                  <a:alpha val="76000"/>
                </a:schemeClr>
              </a:gs>
            </a:gsLst>
            <a:lin ang="10800000" scaled="0"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5" name="任意多边形: 形状 14"/>
          <p:cNvSpPr/>
          <p:nvPr userDrawn="1">
            <p:custDataLst>
              <p:tags r:id="rId9"/>
            </p:custDataLst>
          </p:nvPr>
        </p:nvSpPr>
        <p:spPr>
          <a:xfrm>
            <a:off x="534035" y="1283335"/>
            <a:ext cx="4233545" cy="1301115"/>
          </a:xfrm>
          <a:custGeom>
            <a:avLst/>
            <a:gdLst>
              <a:gd name="connsiteX0" fmla="*/ 0 w 1898523"/>
              <a:gd name="connsiteY0" fmla="*/ 0 h 583287"/>
              <a:gd name="connsiteX1" fmla="*/ 0 w 1898523"/>
              <a:gd name="connsiteY1" fmla="*/ 89249 h 583287"/>
              <a:gd name="connsiteX2" fmla="*/ 1898523 w 1898523"/>
              <a:gd name="connsiteY2" fmla="*/ 577120 h 583287"/>
              <a:gd name="connsiteX3" fmla="*/ 0 w 1898523"/>
              <a:gd name="connsiteY3" fmla="*/ 0 h 583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98523" h="583287">
                <a:moveTo>
                  <a:pt x="0" y="0"/>
                </a:moveTo>
                <a:lnTo>
                  <a:pt x="0" y="89249"/>
                </a:lnTo>
                <a:cubicBezTo>
                  <a:pt x="0" y="89249"/>
                  <a:pt x="1147667" y="647700"/>
                  <a:pt x="1898523" y="577120"/>
                </a:cubicBezTo>
                <a:cubicBezTo>
                  <a:pt x="1898523" y="577120"/>
                  <a:pt x="869823" y="553879"/>
                  <a:pt x="0" y="0"/>
                </a:cubicBezTo>
                <a:close/>
              </a:path>
            </a:pathLst>
          </a:custGeom>
          <a:gradFill>
            <a:gsLst>
              <a:gs pos="16000">
                <a:schemeClr val="accent2">
                  <a:alpha val="0"/>
                </a:schemeClr>
              </a:gs>
              <a:gs pos="100000">
                <a:schemeClr val="accent2">
                  <a:lumMod val="60000"/>
                  <a:lumOff val="40000"/>
                  <a:alpha val="60000"/>
                </a:schemeClr>
              </a:gs>
            </a:gsLst>
            <a:lin ang="10800000" scaled="0"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6" name="任意多边形: 形状 15"/>
          <p:cNvSpPr/>
          <p:nvPr userDrawn="1">
            <p:custDataLst>
              <p:tags r:id="rId10"/>
            </p:custDataLst>
          </p:nvPr>
        </p:nvSpPr>
        <p:spPr>
          <a:xfrm>
            <a:off x="213995" y="0"/>
            <a:ext cx="4522470" cy="2574925"/>
          </a:xfrm>
          <a:custGeom>
            <a:avLst/>
            <a:gdLst>
              <a:gd name="connsiteX0" fmla="*/ 0 w 1478470"/>
              <a:gd name="connsiteY0" fmla="*/ 0 h 841762"/>
              <a:gd name="connsiteX1" fmla="*/ 52006 w 1478470"/>
              <a:gd name="connsiteY1" fmla="*/ 0 h 841762"/>
              <a:gd name="connsiteX2" fmla="*/ 1478471 w 1478470"/>
              <a:gd name="connsiteY2" fmla="*/ 836295 h 841762"/>
              <a:gd name="connsiteX3" fmla="*/ 0 w 1478470"/>
              <a:gd name="connsiteY3" fmla="*/ 0 h 841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78470" h="841762">
                <a:moveTo>
                  <a:pt x="0" y="0"/>
                </a:moveTo>
                <a:lnTo>
                  <a:pt x="52006" y="0"/>
                </a:lnTo>
                <a:cubicBezTo>
                  <a:pt x="52006" y="0"/>
                  <a:pt x="1128141" y="903256"/>
                  <a:pt x="1478471" y="836295"/>
                </a:cubicBezTo>
                <a:cubicBezTo>
                  <a:pt x="1478471" y="836295"/>
                  <a:pt x="1122521" y="962692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2">
                  <a:alpha val="0"/>
                </a:schemeClr>
              </a:gs>
              <a:gs pos="100000">
                <a:schemeClr val="accent2">
                  <a:lumMod val="60000"/>
                  <a:lumOff val="40000"/>
                  <a:alpha val="55000"/>
                </a:schemeClr>
              </a:gs>
            </a:gsLst>
            <a:lin ang="10800000" scaled="0"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7" name="任意多边形: 形状 16"/>
          <p:cNvSpPr/>
          <p:nvPr userDrawn="1">
            <p:custDataLst>
              <p:tags r:id="rId11"/>
            </p:custDataLst>
          </p:nvPr>
        </p:nvSpPr>
        <p:spPr>
          <a:xfrm>
            <a:off x="1315085" y="2126615"/>
            <a:ext cx="3421380" cy="579755"/>
          </a:xfrm>
          <a:custGeom>
            <a:avLst/>
            <a:gdLst>
              <a:gd name="connsiteX0" fmla="*/ 0 w 1534191"/>
              <a:gd name="connsiteY0" fmla="*/ 59436 h 259827"/>
              <a:gd name="connsiteX1" fmla="*/ 0 w 1534191"/>
              <a:gd name="connsiteY1" fmla="*/ 0 h 259827"/>
              <a:gd name="connsiteX2" fmla="*/ 1534192 w 1534191"/>
              <a:gd name="connsiteY2" fmla="*/ 254127 h 259827"/>
              <a:gd name="connsiteX3" fmla="*/ 0 w 1534191"/>
              <a:gd name="connsiteY3" fmla="*/ 59436 h 259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34191" h="259827">
                <a:moveTo>
                  <a:pt x="0" y="59436"/>
                </a:moveTo>
                <a:lnTo>
                  <a:pt x="0" y="0"/>
                </a:lnTo>
                <a:cubicBezTo>
                  <a:pt x="0" y="0"/>
                  <a:pt x="669989" y="241078"/>
                  <a:pt x="1534192" y="254127"/>
                </a:cubicBezTo>
                <a:cubicBezTo>
                  <a:pt x="1534287" y="254032"/>
                  <a:pt x="962787" y="312134"/>
                  <a:pt x="0" y="59436"/>
                </a:cubicBezTo>
                <a:close/>
              </a:path>
            </a:pathLst>
          </a:custGeom>
          <a:gradFill>
            <a:gsLst>
              <a:gs pos="0">
                <a:schemeClr val="accent2">
                  <a:alpha val="0"/>
                </a:schemeClr>
              </a:gs>
              <a:gs pos="100000">
                <a:schemeClr val="accent2">
                  <a:lumMod val="60000"/>
                  <a:lumOff val="40000"/>
                  <a:alpha val="17000"/>
                </a:schemeClr>
              </a:gs>
            </a:gsLst>
            <a:lin ang="10800000" scaled="0"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9" name="任意多边形: 形状 18"/>
          <p:cNvSpPr/>
          <p:nvPr userDrawn="1">
            <p:custDataLst>
              <p:tags r:id="rId12"/>
            </p:custDataLst>
          </p:nvPr>
        </p:nvSpPr>
        <p:spPr>
          <a:xfrm>
            <a:off x="0" y="2227580"/>
            <a:ext cx="3435350" cy="717550"/>
          </a:xfrm>
          <a:custGeom>
            <a:avLst/>
            <a:gdLst>
              <a:gd name="connsiteX0" fmla="*/ 0 w 1540573"/>
              <a:gd name="connsiteY0" fmla="*/ 0 h 321759"/>
              <a:gd name="connsiteX1" fmla="*/ 1540574 w 1540573"/>
              <a:gd name="connsiteY1" fmla="*/ 321564 h 321759"/>
              <a:gd name="connsiteX2" fmla="*/ 0 w 1540573"/>
              <a:gd name="connsiteY2" fmla="*/ 64103 h 321759"/>
              <a:gd name="connsiteX3" fmla="*/ 0 w 1540573"/>
              <a:gd name="connsiteY3" fmla="*/ 0 h 321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40573" h="321759">
                <a:moveTo>
                  <a:pt x="0" y="0"/>
                </a:moveTo>
                <a:cubicBezTo>
                  <a:pt x="0" y="0"/>
                  <a:pt x="373571" y="187738"/>
                  <a:pt x="1540574" y="321564"/>
                </a:cubicBezTo>
                <a:cubicBezTo>
                  <a:pt x="1540574" y="321564"/>
                  <a:pt x="940499" y="338233"/>
                  <a:pt x="0" y="64103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2">
                  <a:alpha val="0"/>
                </a:schemeClr>
              </a:gs>
              <a:gs pos="100000">
                <a:schemeClr val="accent2">
                  <a:lumMod val="60000"/>
                  <a:lumOff val="40000"/>
                  <a:alpha val="49000"/>
                </a:schemeClr>
              </a:gs>
            </a:gsLst>
            <a:lin ang="16200000" scaled="0"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21" name="任意多边形: 形状 20"/>
          <p:cNvSpPr/>
          <p:nvPr userDrawn="1">
            <p:custDataLst>
              <p:tags r:id="rId13"/>
            </p:custDataLst>
          </p:nvPr>
        </p:nvSpPr>
        <p:spPr>
          <a:xfrm>
            <a:off x="0" y="3383915"/>
            <a:ext cx="4743450" cy="210820"/>
          </a:xfrm>
          <a:custGeom>
            <a:avLst/>
            <a:gdLst>
              <a:gd name="connsiteX0" fmla="*/ 2127123 w 2127123"/>
              <a:gd name="connsiteY0" fmla="*/ 0 h 94583"/>
              <a:gd name="connsiteX1" fmla="*/ 0 w 2127123"/>
              <a:gd name="connsiteY1" fmla="*/ 44386 h 94583"/>
              <a:gd name="connsiteX2" fmla="*/ 0 w 2127123"/>
              <a:gd name="connsiteY2" fmla="*/ 94583 h 945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27123" h="94583">
                <a:moveTo>
                  <a:pt x="2127123" y="0"/>
                </a:moveTo>
                <a:lnTo>
                  <a:pt x="0" y="44386"/>
                </a:lnTo>
                <a:lnTo>
                  <a:pt x="0" y="94583"/>
                </a:lnTo>
                <a:close/>
              </a:path>
            </a:pathLst>
          </a:custGeom>
          <a:gradFill>
            <a:gsLst>
              <a:gs pos="0">
                <a:schemeClr val="accent2">
                  <a:alpha val="0"/>
                </a:schemeClr>
              </a:gs>
              <a:gs pos="100000">
                <a:schemeClr val="accent2">
                  <a:lumMod val="60000"/>
                  <a:lumOff val="40000"/>
                  <a:alpha val="70000"/>
                </a:schemeClr>
              </a:gs>
            </a:gsLst>
            <a:lin ang="10800000" scaled="0"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22" name="任意多边形: 形状 21"/>
          <p:cNvSpPr/>
          <p:nvPr userDrawn="1">
            <p:custDataLst>
              <p:tags r:id="rId14"/>
            </p:custDataLst>
          </p:nvPr>
        </p:nvSpPr>
        <p:spPr>
          <a:xfrm>
            <a:off x="113030" y="3449955"/>
            <a:ext cx="4554855" cy="364490"/>
          </a:xfrm>
          <a:custGeom>
            <a:avLst/>
            <a:gdLst>
              <a:gd name="connsiteX0" fmla="*/ 0 w 2042541"/>
              <a:gd name="connsiteY0" fmla="*/ 163544 h 163544"/>
              <a:gd name="connsiteX1" fmla="*/ 0 w 2042541"/>
              <a:gd name="connsiteY1" fmla="*/ 40862 h 163544"/>
              <a:gd name="connsiteX2" fmla="*/ 2042541 w 2042541"/>
              <a:gd name="connsiteY2" fmla="*/ 0 h 163544"/>
              <a:gd name="connsiteX3" fmla="*/ 2042541 w 2042541"/>
              <a:gd name="connsiteY3" fmla="*/ 37148 h 163544"/>
              <a:gd name="connsiteX4" fmla="*/ 0 w 2042541"/>
              <a:gd name="connsiteY4" fmla="*/ 163544 h 163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42541" h="163544">
                <a:moveTo>
                  <a:pt x="0" y="163544"/>
                </a:moveTo>
                <a:lnTo>
                  <a:pt x="0" y="40862"/>
                </a:lnTo>
                <a:lnTo>
                  <a:pt x="2042541" y="0"/>
                </a:lnTo>
                <a:lnTo>
                  <a:pt x="2042541" y="37148"/>
                </a:lnTo>
                <a:cubicBezTo>
                  <a:pt x="2042541" y="37148"/>
                  <a:pt x="245269" y="111538"/>
                  <a:pt x="0" y="163544"/>
                </a:cubicBezTo>
                <a:close/>
              </a:path>
            </a:pathLst>
          </a:custGeom>
          <a:gradFill>
            <a:gsLst>
              <a:gs pos="19000">
                <a:schemeClr val="accent2">
                  <a:alpha val="0"/>
                </a:schemeClr>
              </a:gs>
              <a:gs pos="100000">
                <a:schemeClr val="accent2">
                  <a:lumMod val="60000"/>
                  <a:lumOff val="40000"/>
                  <a:alpha val="62000"/>
                </a:schemeClr>
              </a:gs>
            </a:gsLst>
            <a:lin ang="10800000" scaled="0"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3" name="任意多边形: 形状 22"/>
          <p:cNvSpPr/>
          <p:nvPr userDrawn="1">
            <p:custDataLst>
              <p:tags r:id="rId15"/>
            </p:custDataLst>
          </p:nvPr>
        </p:nvSpPr>
        <p:spPr>
          <a:xfrm>
            <a:off x="534035" y="3631565"/>
            <a:ext cx="4134485" cy="423545"/>
          </a:xfrm>
          <a:custGeom>
            <a:avLst/>
            <a:gdLst>
              <a:gd name="connsiteX0" fmla="*/ 0 w 1853850"/>
              <a:gd name="connsiteY0" fmla="*/ 189894 h 189894"/>
              <a:gd name="connsiteX1" fmla="*/ 0 w 1853850"/>
              <a:gd name="connsiteY1" fmla="*/ 82071 h 189894"/>
              <a:gd name="connsiteX2" fmla="*/ 1853851 w 1853850"/>
              <a:gd name="connsiteY2" fmla="*/ 251 h 189894"/>
              <a:gd name="connsiteX3" fmla="*/ 1853851 w 1853850"/>
              <a:gd name="connsiteY3" fmla="*/ 25302 h 189894"/>
              <a:gd name="connsiteX4" fmla="*/ 0 w 1853850"/>
              <a:gd name="connsiteY4" fmla="*/ 189894 h 1898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53850" h="189894">
                <a:moveTo>
                  <a:pt x="0" y="189894"/>
                </a:moveTo>
                <a:lnTo>
                  <a:pt x="0" y="82071"/>
                </a:lnTo>
                <a:cubicBezTo>
                  <a:pt x="0" y="82071"/>
                  <a:pt x="1262920" y="-5273"/>
                  <a:pt x="1853851" y="251"/>
                </a:cubicBezTo>
                <a:lnTo>
                  <a:pt x="1853851" y="25302"/>
                </a:lnTo>
                <a:cubicBezTo>
                  <a:pt x="1853946" y="25397"/>
                  <a:pt x="1162526" y="347"/>
                  <a:pt x="0" y="189894"/>
                </a:cubicBezTo>
                <a:close/>
              </a:path>
            </a:pathLst>
          </a:custGeom>
          <a:gradFill>
            <a:gsLst>
              <a:gs pos="0">
                <a:schemeClr val="accent2">
                  <a:alpha val="0"/>
                </a:schemeClr>
              </a:gs>
              <a:gs pos="100000">
                <a:schemeClr val="accent2">
                  <a:lumMod val="60000"/>
                  <a:lumOff val="40000"/>
                  <a:alpha val="10000"/>
                </a:schemeClr>
              </a:gs>
            </a:gsLst>
            <a:lin ang="10800000" scaled="0"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25" name="任意多边形: 形状 24"/>
          <p:cNvSpPr/>
          <p:nvPr userDrawn="1">
            <p:custDataLst>
              <p:tags r:id="rId16"/>
            </p:custDataLst>
          </p:nvPr>
        </p:nvSpPr>
        <p:spPr>
          <a:xfrm>
            <a:off x="0" y="3881755"/>
            <a:ext cx="5197475" cy="1267460"/>
          </a:xfrm>
          <a:custGeom>
            <a:avLst/>
            <a:gdLst>
              <a:gd name="connsiteX0" fmla="*/ 0 w 2330576"/>
              <a:gd name="connsiteY0" fmla="*/ 389950 h 568448"/>
              <a:gd name="connsiteX1" fmla="*/ 2330577 w 2330576"/>
              <a:gd name="connsiteY1" fmla="*/ 568 h 568448"/>
              <a:gd name="connsiteX2" fmla="*/ 2330577 w 2330576"/>
              <a:gd name="connsiteY2" fmla="*/ 30381 h 568448"/>
              <a:gd name="connsiteX3" fmla="*/ 0 w 2330576"/>
              <a:gd name="connsiteY3" fmla="*/ 568448 h 568448"/>
              <a:gd name="connsiteX4" fmla="*/ 0 w 2330576"/>
              <a:gd name="connsiteY4" fmla="*/ 389950 h 568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30576" h="568448">
                <a:moveTo>
                  <a:pt x="0" y="389950"/>
                </a:moveTo>
                <a:cubicBezTo>
                  <a:pt x="0" y="389950"/>
                  <a:pt x="841915" y="-17244"/>
                  <a:pt x="2330577" y="568"/>
                </a:cubicBezTo>
                <a:lnTo>
                  <a:pt x="2330577" y="30381"/>
                </a:lnTo>
                <a:cubicBezTo>
                  <a:pt x="2330577" y="30381"/>
                  <a:pt x="911543" y="-36484"/>
                  <a:pt x="0" y="568448"/>
                </a:cubicBezTo>
                <a:lnTo>
                  <a:pt x="0" y="389950"/>
                </a:lnTo>
                <a:close/>
              </a:path>
            </a:pathLst>
          </a:custGeom>
          <a:gradFill>
            <a:gsLst>
              <a:gs pos="0">
                <a:schemeClr val="accent2">
                  <a:alpha val="0"/>
                </a:schemeClr>
              </a:gs>
              <a:gs pos="100000">
                <a:schemeClr val="accent2">
                  <a:lumMod val="60000"/>
                  <a:lumOff val="40000"/>
                  <a:alpha val="42000"/>
                </a:schemeClr>
              </a:gs>
            </a:gsLst>
            <a:lin ang="10800000" scaled="0"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26" name="任意多边形: 形状 25"/>
          <p:cNvSpPr/>
          <p:nvPr userDrawn="1">
            <p:custDataLst>
              <p:tags r:id="rId17"/>
            </p:custDataLst>
          </p:nvPr>
        </p:nvSpPr>
        <p:spPr>
          <a:xfrm>
            <a:off x="1248410" y="4266565"/>
            <a:ext cx="4066540" cy="1014730"/>
          </a:xfrm>
          <a:custGeom>
            <a:avLst/>
            <a:gdLst>
              <a:gd name="connsiteX0" fmla="*/ 191 w 1823370"/>
              <a:gd name="connsiteY0" fmla="*/ 413197 h 455106"/>
              <a:gd name="connsiteX1" fmla="*/ 88297 w 1823370"/>
              <a:gd name="connsiteY1" fmla="*/ 348808 h 455106"/>
              <a:gd name="connsiteX2" fmla="*/ 460915 w 1823370"/>
              <a:gd name="connsiteY2" fmla="*/ 134495 h 455106"/>
              <a:gd name="connsiteX3" fmla="*/ 876586 w 1823370"/>
              <a:gd name="connsiteY3" fmla="*/ 8575 h 455106"/>
              <a:gd name="connsiteX4" fmla="*/ 1006697 w 1823370"/>
              <a:gd name="connsiteY4" fmla="*/ 98 h 455106"/>
              <a:gd name="connsiteX5" fmla="*/ 1245013 w 1823370"/>
              <a:gd name="connsiteY5" fmla="*/ 574 h 455106"/>
              <a:gd name="connsiteX6" fmla="*/ 1516856 w 1823370"/>
              <a:gd name="connsiteY6" fmla="*/ 479 h 455106"/>
              <a:gd name="connsiteX7" fmla="*/ 1746218 w 1823370"/>
              <a:gd name="connsiteY7" fmla="*/ 383 h 455106"/>
              <a:gd name="connsiteX8" fmla="*/ 1823371 w 1823370"/>
              <a:gd name="connsiteY8" fmla="*/ 383 h 455106"/>
              <a:gd name="connsiteX9" fmla="*/ 1823371 w 1823370"/>
              <a:gd name="connsiteY9" fmla="*/ 14576 h 455106"/>
              <a:gd name="connsiteX10" fmla="*/ 1711071 w 1823370"/>
              <a:gd name="connsiteY10" fmla="*/ 16004 h 455106"/>
              <a:gd name="connsiteX11" fmla="*/ 1453896 w 1823370"/>
              <a:gd name="connsiteY11" fmla="*/ 19338 h 455106"/>
              <a:gd name="connsiteX12" fmla="*/ 1171099 w 1823370"/>
              <a:gd name="connsiteY12" fmla="*/ 22958 h 455106"/>
              <a:gd name="connsiteX13" fmla="*/ 945642 w 1823370"/>
              <a:gd name="connsiteY13" fmla="*/ 26482 h 455106"/>
              <a:gd name="connsiteX14" fmla="*/ 734473 w 1823370"/>
              <a:gd name="connsiteY14" fmla="*/ 65153 h 455106"/>
              <a:gd name="connsiteX15" fmla="*/ 336709 w 1823370"/>
              <a:gd name="connsiteY15" fmla="*/ 239651 h 455106"/>
              <a:gd name="connsiteX16" fmla="*/ 330898 w 1823370"/>
              <a:gd name="connsiteY16" fmla="*/ 242890 h 455106"/>
              <a:gd name="connsiteX17" fmla="*/ 0 w 1823370"/>
              <a:gd name="connsiteY17" fmla="*/ 455107 h 455106"/>
              <a:gd name="connsiteX18" fmla="*/ 191 w 1823370"/>
              <a:gd name="connsiteY18" fmla="*/ 413197 h 4551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823370" h="455106">
                <a:moveTo>
                  <a:pt x="191" y="413197"/>
                </a:moveTo>
                <a:cubicBezTo>
                  <a:pt x="28670" y="390527"/>
                  <a:pt x="58483" y="369477"/>
                  <a:pt x="88297" y="348808"/>
                </a:cubicBezTo>
                <a:cubicBezTo>
                  <a:pt x="206312" y="267083"/>
                  <a:pt x="330708" y="195074"/>
                  <a:pt x="460915" y="134495"/>
                </a:cubicBezTo>
                <a:cubicBezTo>
                  <a:pt x="592265" y="73345"/>
                  <a:pt x="732377" y="26672"/>
                  <a:pt x="876586" y="8575"/>
                </a:cubicBezTo>
                <a:cubicBezTo>
                  <a:pt x="919734" y="3241"/>
                  <a:pt x="963168" y="383"/>
                  <a:pt x="1006697" y="98"/>
                </a:cubicBezTo>
                <a:cubicBezTo>
                  <a:pt x="1086136" y="-283"/>
                  <a:pt x="1165574" y="574"/>
                  <a:pt x="1245013" y="574"/>
                </a:cubicBezTo>
                <a:cubicBezTo>
                  <a:pt x="1335596" y="574"/>
                  <a:pt x="1426274" y="479"/>
                  <a:pt x="1516856" y="479"/>
                </a:cubicBezTo>
                <a:cubicBezTo>
                  <a:pt x="1593342" y="479"/>
                  <a:pt x="1669828" y="479"/>
                  <a:pt x="1746218" y="383"/>
                </a:cubicBezTo>
                <a:cubicBezTo>
                  <a:pt x="1771936" y="383"/>
                  <a:pt x="1797653" y="383"/>
                  <a:pt x="1823371" y="383"/>
                </a:cubicBezTo>
                <a:cubicBezTo>
                  <a:pt x="1823371" y="383"/>
                  <a:pt x="1823371" y="14576"/>
                  <a:pt x="1823371" y="14576"/>
                </a:cubicBezTo>
                <a:cubicBezTo>
                  <a:pt x="1785938" y="15052"/>
                  <a:pt x="1748504" y="15528"/>
                  <a:pt x="1711071" y="16004"/>
                </a:cubicBezTo>
                <a:cubicBezTo>
                  <a:pt x="1625346" y="17147"/>
                  <a:pt x="1539621" y="18195"/>
                  <a:pt x="1453896" y="19338"/>
                </a:cubicBezTo>
                <a:cubicBezTo>
                  <a:pt x="1359599" y="20576"/>
                  <a:pt x="1265396" y="21815"/>
                  <a:pt x="1171099" y="22958"/>
                </a:cubicBezTo>
                <a:cubicBezTo>
                  <a:pt x="1095947" y="23910"/>
                  <a:pt x="1020699" y="22862"/>
                  <a:pt x="945642" y="26482"/>
                </a:cubicBezTo>
                <a:cubicBezTo>
                  <a:pt x="874776" y="29911"/>
                  <a:pt x="802481" y="45627"/>
                  <a:pt x="734473" y="65153"/>
                </a:cubicBezTo>
                <a:cubicBezTo>
                  <a:pt x="595789" y="105063"/>
                  <a:pt x="462534" y="169643"/>
                  <a:pt x="336709" y="239651"/>
                </a:cubicBezTo>
                <a:cubicBezTo>
                  <a:pt x="334804" y="240699"/>
                  <a:pt x="332899" y="241842"/>
                  <a:pt x="330898" y="242890"/>
                </a:cubicBezTo>
                <a:cubicBezTo>
                  <a:pt x="216503" y="306898"/>
                  <a:pt x="106394" y="378621"/>
                  <a:pt x="0" y="455107"/>
                </a:cubicBezTo>
                <a:cubicBezTo>
                  <a:pt x="191" y="455012"/>
                  <a:pt x="191" y="413197"/>
                  <a:pt x="191" y="413197"/>
                </a:cubicBezTo>
                <a:close/>
              </a:path>
            </a:pathLst>
          </a:custGeom>
          <a:gradFill>
            <a:gsLst>
              <a:gs pos="7000">
                <a:schemeClr val="accent2">
                  <a:alpha val="0"/>
                </a:schemeClr>
              </a:gs>
              <a:gs pos="100000">
                <a:schemeClr val="accent2">
                  <a:lumMod val="60000"/>
                  <a:lumOff val="40000"/>
                  <a:alpha val="100000"/>
                </a:schemeClr>
              </a:gs>
            </a:gsLst>
            <a:lin ang="10800000" scaled="0"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27" name="任意多边形: 形状 26"/>
          <p:cNvSpPr/>
          <p:nvPr userDrawn="1">
            <p:custDataLst>
              <p:tags r:id="rId18"/>
            </p:custDataLst>
          </p:nvPr>
        </p:nvSpPr>
        <p:spPr>
          <a:xfrm>
            <a:off x="632460" y="3814445"/>
            <a:ext cx="4223385" cy="537845"/>
          </a:xfrm>
          <a:custGeom>
            <a:avLst/>
            <a:gdLst>
              <a:gd name="connsiteX0" fmla="*/ 0 w 1893855"/>
              <a:gd name="connsiteY0" fmla="*/ 241074 h 241074"/>
              <a:gd name="connsiteX1" fmla="*/ 0 w 1893855"/>
              <a:gd name="connsiteY1" fmla="*/ 164874 h 241074"/>
              <a:gd name="connsiteX2" fmla="*/ 1893856 w 1893855"/>
              <a:gd name="connsiteY2" fmla="*/ 1330 h 241074"/>
              <a:gd name="connsiteX3" fmla="*/ 1893856 w 1893855"/>
              <a:gd name="connsiteY3" fmla="*/ 37620 h 241074"/>
              <a:gd name="connsiteX4" fmla="*/ 0 w 1893855"/>
              <a:gd name="connsiteY4" fmla="*/ 241074 h 241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93855" h="241074">
                <a:moveTo>
                  <a:pt x="0" y="241074"/>
                </a:moveTo>
                <a:lnTo>
                  <a:pt x="0" y="164874"/>
                </a:lnTo>
                <a:cubicBezTo>
                  <a:pt x="0" y="164874"/>
                  <a:pt x="975741" y="-17244"/>
                  <a:pt x="1893856" y="1330"/>
                </a:cubicBezTo>
                <a:lnTo>
                  <a:pt x="1893856" y="37620"/>
                </a:lnTo>
                <a:cubicBezTo>
                  <a:pt x="1893856" y="37620"/>
                  <a:pt x="1086803" y="-11624"/>
                  <a:pt x="0" y="241074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  <a:alpha val="23000"/>
                </a:schemeClr>
              </a:gs>
              <a:gs pos="100000">
                <a:schemeClr val="accent2">
                  <a:lumMod val="60000"/>
                  <a:lumOff val="40000"/>
                  <a:alpha val="0"/>
                </a:schemeClr>
              </a:gs>
            </a:gsLst>
            <a:lin ang="18900000" scaled="0"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28" name="任意多边形: 形状 27"/>
          <p:cNvSpPr/>
          <p:nvPr userDrawn="1">
            <p:custDataLst>
              <p:tags r:id="rId19"/>
            </p:custDataLst>
          </p:nvPr>
        </p:nvSpPr>
        <p:spPr>
          <a:xfrm>
            <a:off x="1248410" y="4483100"/>
            <a:ext cx="4072255" cy="1002030"/>
          </a:xfrm>
          <a:custGeom>
            <a:avLst/>
            <a:gdLst>
              <a:gd name="connsiteX0" fmla="*/ 5334 w 1825942"/>
              <a:gd name="connsiteY0" fmla="*/ 449199 h 449198"/>
              <a:gd name="connsiteX1" fmla="*/ 0 w 1825942"/>
              <a:gd name="connsiteY1" fmla="*/ 441293 h 449198"/>
              <a:gd name="connsiteX2" fmla="*/ 513493 w 1825942"/>
              <a:gd name="connsiteY2" fmla="*/ 139255 h 449198"/>
              <a:gd name="connsiteX3" fmla="*/ 1044035 w 1825942"/>
              <a:gd name="connsiteY3" fmla="*/ 0 h 449198"/>
              <a:gd name="connsiteX4" fmla="*/ 1825942 w 1825942"/>
              <a:gd name="connsiteY4" fmla="*/ 0 h 449198"/>
              <a:gd name="connsiteX5" fmla="*/ 1825942 w 1825942"/>
              <a:gd name="connsiteY5" fmla="*/ 9525 h 449198"/>
              <a:gd name="connsiteX6" fmla="*/ 1044035 w 1825942"/>
              <a:gd name="connsiteY6" fmla="*/ 9525 h 449198"/>
              <a:gd name="connsiteX7" fmla="*/ 517779 w 1825942"/>
              <a:gd name="connsiteY7" fmla="*/ 147828 h 449198"/>
              <a:gd name="connsiteX8" fmla="*/ 5334 w 1825942"/>
              <a:gd name="connsiteY8" fmla="*/ 449199 h 449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25942" h="449198">
                <a:moveTo>
                  <a:pt x="5334" y="449199"/>
                </a:moveTo>
                <a:lnTo>
                  <a:pt x="0" y="441293"/>
                </a:lnTo>
                <a:cubicBezTo>
                  <a:pt x="172784" y="324612"/>
                  <a:pt x="345567" y="223075"/>
                  <a:pt x="513493" y="139255"/>
                </a:cubicBezTo>
                <a:cubicBezTo>
                  <a:pt x="709232" y="41624"/>
                  <a:pt x="867918" y="0"/>
                  <a:pt x="1044035" y="0"/>
                </a:cubicBezTo>
                <a:lnTo>
                  <a:pt x="1825942" y="0"/>
                </a:lnTo>
                <a:lnTo>
                  <a:pt x="1825942" y="9525"/>
                </a:lnTo>
                <a:lnTo>
                  <a:pt x="1044035" y="9525"/>
                </a:lnTo>
                <a:cubicBezTo>
                  <a:pt x="869442" y="9525"/>
                  <a:pt x="712089" y="50863"/>
                  <a:pt x="517779" y="147828"/>
                </a:cubicBezTo>
                <a:cubicBezTo>
                  <a:pt x="350234" y="231457"/>
                  <a:pt x="177832" y="332803"/>
                  <a:pt x="5334" y="449199"/>
                </a:cubicBezTo>
                <a:close/>
              </a:path>
            </a:pathLst>
          </a:custGeom>
          <a:gradFill>
            <a:gsLst>
              <a:gs pos="0">
                <a:schemeClr val="accent2">
                  <a:alpha val="0"/>
                </a:schemeClr>
              </a:gs>
              <a:gs pos="100000">
                <a:schemeClr val="accent2">
                  <a:lumMod val="60000"/>
                  <a:lumOff val="40000"/>
                  <a:alpha val="35000"/>
                </a:schemeClr>
              </a:gs>
            </a:gsLst>
            <a:lin ang="10800000" scaled="0"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9" name="任意多边形: 形状 28"/>
          <p:cNvSpPr/>
          <p:nvPr userDrawn="1">
            <p:custDataLst>
              <p:tags r:id="rId20"/>
            </p:custDataLst>
          </p:nvPr>
        </p:nvSpPr>
        <p:spPr>
          <a:xfrm>
            <a:off x="2026285" y="4683125"/>
            <a:ext cx="3251200" cy="760730"/>
          </a:xfrm>
          <a:custGeom>
            <a:avLst/>
            <a:gdLst>
              <a:gd name="connsiteX0" fmla="*/ 5429 w 1457991"/>
              <a:gd name="connsiteY0" fmla="*/ 377390 h 377390"/>
              <a:gd name="connsiteX1" fmla="*/ 0 w 1457991"/>
              <a:gd name="connsiteY1" fmla="*/ 369580 h 377390"/>
              <a:gd name="connsiteX2" fmla="*/ 663130 w 1457991"/>
              <a:gd name="connsiteY2" fmla="*/ 23060 h 377390"/>
              <a:gd name="connsiteX3" fmla="*/ 975551 w 1457991"/>
              <a:gd name="connsiteY3" fmla="*/ 1724 h 377390"/>
              <a:gd name="connsiteX4" fmla="*/ 1069277 w 1457991"/>
              <a:gd name="connsiteY4" fmla="*/ 3439 h 377390"/>
              <a:gd name="connsiteX5" fmla="*/ 1069372 w 1457991"/>
              <a:gd name="connsiteY5" fmla="*/ 3439 h 377390"/>
              <a:gd name="connsiteX6" fmla="*/ 1457992 w 1457991"/>
              <a:gd name="connsiteY6" fmla="*/ 3439 h 377390"/>
              <a:gd name="connsiteX7" fmla="*/ 1457992 w 1457991"/>
              <a:gd name="connsiteY7" fmla="*/ 12964 h 377390"/>
              <a:gd name="connsiteX8" fmla="*/ 1069372 w 1457991"/>
              <a:gd name="connsiteY8" fmla="*/ 12964 h 377390"/>
              <a:gd name="connsiteX9" fmla="*/ 1069277 w 1457991"/>
              <a:gd name="connsiteY9" fmla="*/ 12964 h 377390"/>
              <a:gd name="connsiteX10" fmla="*/ 975265 w 1457991"/>
              <a:gd name="connsiteY10" fmla="*/ 11249 h 377390"/>
              <a:gd name="connsiteX11" fmla="*/ 665607 w 1457991"/>
              <a:gd name="connsiteY11" fmla="*/ 32204 h 377390"/>
              <a:gd name="connsiteX12" fmla="*/ 5429 w 1457991"/>
              <a:gd name="connsiteY12" fmla="*/ 377390 h 3773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457991" h="377390">
                <a:moveTo>
                  <a:pt x="5429" y="377390"/>
                </a:moveTo>
                <a:lnTo>
                  <a:pt x="0" y="369580"/>
                </a:lnTo>
                <a:cubicBezTo>
                  <a:pt x="190405" y="236039"/>
                  <a:pt x="418147" y="90402"/>
                  <a:pt x="663130" y="23060"/>
                </a:cubicBezTo>
                <a:cubicBezTo>
                  <a:pt x="761619" y="-3991"/>
                  <a:pt x="870395" y="-1038"/>
                  <a:pt x="975551" y="1724"/>
                </a:cubicBezTo>
                <a:cubicBezTo>
                  <a:pt x="1008031" y="2582"/>
                  <a:pt x="1038701" y="3439"/>
                  <a:pt x="1069277" y="3439"/>
                </a:cubicBezTo>
                <a:cubicBezTo>
                  <a:pt x="1069277" y="3439"/>
                  <a:pt x="1069372" y="3439"/>
                  <a:pt x="1069372" y="3439"/>
                </a:cubicBezTo>
                <a:lnTo>
                  <a:pt x="1457992" y="3439"/>
                </a:lnTo>
                <a:lnTo>
                  <a:pt x="1457992" y="12964"/>
                </a:lnTo>
                <a:lnTo>
                  <a:pt x="1069372" y="12964"/>
                </a:lnTo>
                <a:cubicBezTo>
                  <a:pt x="1069372" y="12964"/>
                  <a:pt x="1069277" y="12964"/>
                  <a:pt x="1069277" y="12964"/>
                </a:cubicBezTo>
                <a:cubicBezTo>
                  <a:pt x="1038606" y="12964"/>
                  <a:pt x="1006412" y="12107"/>
                  <a:pt x="975265" y="11249"/>
                </a:cubicBezTo>
                <a:cubicBezTo>
                  <a:pt x="870776" y="8392"/>
                  <a:pt x="762762" y="5534"/>
                  <a:pt x="665607" y="32204"/>
                </a:cubicBezTo>
                <a:cubicBezTo>
                  <a:pt x="421958" y="99260"/>
                  <a:pt x="195167" y="244326"/>
                  <a:pt x="5429" y="377390"/>
                </a:cubicBezTo>
                <a:close/>
              </a:path>
            </a:pathLst>
          </a:custGeom>
          <a:gradFill>
            <a:gsLst>
              <a:gs pos="0">
                <a:schemeClr val="accent2">
                  <a:alpha val="0"/>
                </a:schemeClr>
              </a:gs>
              <a:gs pos="100000">
                <a:schemeClr val="accent2">
                  <a:lumMod val="60000"/>
                  <a:lumOff val="40000"/>
                  <a:alpha val="57000"/>
                </a:schemeClr>
              </a:gs>
            </a:gsLst>
            <a:lin ang="10800000" scaled="0"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30" name="任意多边形: 形状 29"/>
          <p:cNvSpPr/>
          <p:nvPr userDrawn="1">
            <p:custDataLst>
              <p:tags r:id="rId21"/>
            </p:custDataLst>
          </p:nvPr>
        </p:nvSpPr>
        <p:spPr>
          <a:xfrm>
            <a:off x="7447915" y="1891665"/>
            <a:ext cx="4743450" cy="1078865"/>
          </a:xfrm>
          <a:custGeom>
            <a:avLst/>
            <a:gdLst>
              <a:gd name="connsiteX0" fmla="*/ 2127123 w 2127123"/>
              <a:gd name="connsiteY0" fmla="*/ 0 h 483884"/>
              <a:gd name="connsiteX1" fmla="*/ 2127123 w 2127123"/>
              <a:gd name="connsiteY1" fmla="*/ 219075 h 483884"/>
              <a:gd name="connsiteX2" fmla="*/ 0 w 2127123"/>
              <a:gd name="connsiteY2" fmla="*/ 483870 h 483884"/>
              <a:gd name="connsiteX3" fmla="*/ 0 w 2127123"/>
              <a:gd name="connsiteY3" fmla="*/ 442055 h 483884"/>
              <a:gd name="connsiteX4" fmla="*/ 2127123 w 2127123"/>
              <a:gd name="connsiteY4" fmla="*/ 0 h 483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27123" h="483884">
                <a:moveTo>
                  <a:pt x="2127123" y="0"/>
                </a:moveTo>
                <a:lnTo>
                  <a:pt x="2127123" y="219075"/>
                </a:lnTo>
                <a:cubicBezTo>
                  <a:pt x="2127123" y="219075"/>
                  <a:pt x="1368552" y="486156"/>
                  <a:pt x="0" y="483870"/>
                </a:cubicBezTo>
                <a:lnTo>
                  <a:pt x="0" y="442055"/>
                </a:lnTo>
                <a:cubicBezTo>
                  <a:pt x="0" y="442055"/>
                  <a:pt x="1371409" y="456819"/>
                  <a:pt x="2127123" y="0"/>
                </a:cubicBezTo>
                <a:close/>
              </a:path>
            </a:pathLst>
          </a:custGeom>
          <a:gradFill>
            <a:gsLst>
              <a:gs pos="0">
                <a:schemeClr val="accent2">
                  <a:alpha val="0"/>
                </a:schemeClr>
              </a:gs>
              <a:gs pos="100000">
                <a:schemeClr val="accent2">
                  <a:lumMod val="60000"/>
                  <a:lumOff val="40000"/>
                  <a:alpha val="23000"/>
                </a:schemeClr>
              </a:gs>
            </a:gsLst>
            <a:lin ang="0" scaled="0"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1" name="任意多边形: 形状 30"/>
          <p:cNvSpPr/>
          <p:nvPr userDrawn="1">
            <p:custDataLst>
              <p:tags r:id="rId22"/>
            </p:custDataLst>
          </p:nvPr>
        </p:nvSpPr>
        <p:spPr>
          <a:xfrm>
            <a:off x="7447915" y="2715895"/>
            <a:ext cx="3985260" cy="390525"/>
          </a:xfrm>
          <a:custGeom>
            <a:avLst/>
            <a:gdLst>
              <a:gd name="connsiteX0" fmla="*/ 0 w 1786985"/>
              <a:gd name="connsiteY0" fmla="*/ 139351 h 174996"/>
              <a:gd name="connsiteX1" fmla="*/ 1786985 w 1786985"/>
              <a:gd name="connsiteY1" fmla="*/ 0 h 174996"/>
              <a:gd name="connsiteX2" fmla="*/ 1786985 w 1786985"/>
              <a:gd name="connsiteY2" fmla="*/ 97536 h 174996"/>
              <a:gd name="connsiteX3" fmla="*/ 0 w 1786985"/>
              <a:gd name="connsiteY3" fmla="*/ 158877 h 174996"/>
              <a:gd name="connsiteX4" fmla="*/ 0 w 1786985"/>
              <a:gd name="connsiteY4" fmla="*/ 139351 h 174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86985" h="174996">
                <a:moveTo>
                  <a:pt x="0" y="139351"/>
                </a:moveTo>
                <a:cubicBezTo>
                  <a:pt x="1354931" y="147733"/>
                  <a:pt x="1786985" y="0"/>
                  <a:pt x="1786985" y="0"/>
                </a:cubicBezTo>
                <a:lnTo>
                  <a:pt x="1786985" y="97536"/>
                </a:lnTo>
                <a:cubicBezTo>
                  <a:pt x="1786985" y="97536"/>
                  <a:pt x="984123" y="217456"/>
                  <a:pt x="0" y="158877"/>
                </a:cubicBezTo>
                <a:lnTo>
                  <a:pt x="0" y="139351"/>
                </a:lnTo>
                <a:close/>
              </a:path>
            </a:pathLst>
          </a:custGeom>
          <a:gradFill>
            <a:gsLst>
              <a:gs pos="0">
                <a:schemeClr val="accent2">
                  <a:alpha val="0"/>
                </a:schemeClr>
              </a:gs>
              <a:gs pos="100000">
                <a:schemeClr val="accent2">
                  <a:lumMod val="60000"/>
                  <a:lumOff val="40000"/>
                  <a:alpha val="23000"/>
                </a:schemeClr>
              </a:gs>
            </a:gsLst>
            <a:lin ang="0" scaled="0"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2" name="任意多边形: 形状 31"/>
          <p:cNvSpPr/>
          <p:nvPr userDrawn="1">
            <p:custDataLst>
              <p:tags r:id="rId23"/>
            </p:custDataLst>
          </p:nvPr>
        </p:nvSpPr>
        <p:spPr>
          <a:xfrm>
            <a:off x="7447915" y="3147695"/>
            <a:ext cx="4743450" cy="205740"/>
          </a:xfrm>
          <a:custGeom>
            <a:avLst/>
            <a:gdLst>
              <a:gd name="connsiteX0" fmla="*/ 2127123 w 2127123"/>
              <a:gd name="connsiteY0" fmla="*/ 0 h 92247"/>
              <a:gd name="connsiteX1" fmla="*/ 0 w 2127123"/>
              <a:gd name="connsiteY1" fmla="*/ 11144 h 92247"/>
              <a:gd name="connsiteX2" fmla="*/ 0 w 2127123"/>
              <a:gd name="connsiteY2" fmla="*/ 35814 h 92247"/>
              <a:gd name="connsiteX3" fmla="*/ 2127123 w 2127123"/>
              <a:gd name="connsiteY3" fmla="*/ 80867 h 92247"/>
              <a:gd name="connsiteX4" fmla="*/ 2127123 w 2127123"/>
              <a:gd name="connsiteY4" fmla="*/ 0 h 92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27123" h="92247">
                <a:moveTo>
                  <a:pt x="2127123" y="0"/>
                </a:moveTo>
                <a:cubicBezTo>
                  <a:pt x="2127123" y="0"/>
                  <a:pt x="1195959" y="72485"/>
                  <a:pt x="0" y="11144"/>
                </a:cubicBezTo>
                <a:lnTo>
                  <a:pt x="0" y="35814"/>
                </a:lnTo>
                <a:cubicBezTo>
                  <a:pt x="0" y="35814"/>
                  <a:pt x="1505426" y="122682"/>
                  <a:pt x="2127123" y="80867"/>
                </a:cubicBezTo>
                <a:lnTo>
                  <a:pt x="2127123" y="0"/>
                </a:lnTo>
                <a:close/>
              </a:path>
            </a:pathLst>
          </a:custGeom>
          <a:gradFill>
            <a:gsLst>
              <a:gs pos="0">
                <a:schemeClr val="accent2">
                  <a:alpha val="0"/>
                </a:schemeClr>
              </a:gs>
              <a:gs pos="100000">
                <a:schemeClr val="accent2">
                  <a:lumMod val="60000"/>
                  <a:lumOff val="40000"/>
                  <a:alpha val="68000"/>
                </a:schemeClr>
              </a:gs>
            </a:gsLst>
            <a:lin ang="0" scaled="0"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33" name="任意多边形: 形状 32"/>
          <p:cNvSpPr/>
          <p:nvPr userDrawn="1">
            <p:custDataLst>
              <p:tags r:id="rId24"/>
            </p:custDataLst>
          </p:nvPr>
        </p:nvSpPr>
        <p:spPr>
          <a:xfrm>
            <a:off x="7515860" y="1205865"/>
            <a:ext cx="4233545" cy="1301115"/>
          </a:xfrm>
          <a:custGeom>
            <a:avLst/>
            <a:gdLst>
              <a:gd name="connsiteX0" fmla="*/ 1898523 w 1898523"/>
              <a:gd name="connsiteY0" fmla="*/ 0 h 583287"/>
              <a:gd name="connsiteX1" fmla="*/ 1898523 w 1898523"/>
              <a:gd name="connsiteY1" fmla="*/ 89249 h 583287"/>
              <a:gd name="connsiteX2" fmla="*/ 0 w 1898523"/>
              <a:gd name="connsiteY2" fmla="*/ 577120 h 583287"/>
              <a:gd name="connsiteX3" fmla="*/ 1898523 w 1898523"/>
              <a:gd name="connsiteY3" fmla="*/ 0 h 583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98523" h="583287">
                <a:moveTo>
                  <a:pt x="1898523" y="0"/>
                </a:moveTo>
                <a:lnTo>
                  <a:pt x="1898523" y="89249"/>
                </a:lnTo>
                <a:cubicBezTo>
                  <a:pt x="1898523" y="89249"/>
                  <a:pt x="750856" y="647700"/>
                  <a:pt x="0" y="577120"/>
                </a:cubicBezTo>
                <a:cubicBezTo>
                  <a:pt x="0" y="577120"/>
                  <a:pt x="685609" y="660178"/>
                  <a:pt x="1898523" y="0"/>
                </a:cubicBezTo>
                <a:close/>
              </a:path>
            </a:pathLst>
          </a:custGeom>
          <a:gradFill>
            <a:gsLst>
              <a:gs pos="0">
                <a:schemeClr val="accent2">
                  <a:alpha val="0"/>
                </a:schemeClr>
              </a:gs>
              <a:gs pos="100000">
                <a:schemeClr val="accent2">
                  <a:lumMod val="60000"/>
                  <a:lumOff val="40000"/>
                  <a:alpha val="49000"/>
                </a:schemeClr>
              </a:gs>
            </a:gsLst>
            <a:lin ang="0" scaled="0"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4" name="任意多边形: 形状 33"/>
          <p:cNvSpPr/>
          <p:nvPr userDrawn="1">
            <p:custDataLst>
              <p:tags r:id="rId25"/>
            </p:custDataLst>
          </p:nvPr>
        </p:nvSpPr>
        <p:spPr>
          <a:xfrm>
            <a:off x="6794500" y="0"/>
            <a:ext cx="4538980" cy="2584450"/>
          </a:xfrm>
          <a:custGeom>
            <a:avLst/>
            <a:gdLst>
              <a:gd name="connsiteX0" fmla="*/ 1478471 w 1478470"/>
              <a:gd name="connsiteY0" fmla="*/ 0 h 841762"/>
              <a:gd name="connsiteX1" fmla="*/ 1426464 w 1478470"/>
              <a:gd name="connsiteY1" fmla="*/ 0 h 841762"/>
              <a:gd name="connsiteX2" fmla="*/ 0 w 1478470"/>
              <a:gd name="connsiteY2" fmla="*/ 836295 h 841762"/>
              <a:gd name="connsiteX3" fmla="*/ 1478471 w 1478470"/>
              <a:gd name="connsiteY3" fmla="*/ 0 h 841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78470" h="841762">
                <a:moveTo>
                  <a:pt x="1478471" y="0"/>
                </a:moveTo>
                <a:lnTo>
                  <a:pt x="1426464" y="0"/>
                </a:lnTo>
                <a:cubicBezTo>
                  <a:pt x="1426464" y="0"/>
                  <a:pt x="350330" y="903256"/>
                  <a:pt x="0" y="836295"/>
                </a:cubicBezTo>
                <a:cubicBezTo>
                  <a:pt x="0" y="836295"/>
                  <a:pt x="355949" y="962692"/>
                  <a:pt x="1478471" y="0"/>
                </a:cubicBezTo>
                <a:close/>
              </a:path>
            </a:pathLst>
          </a:custGeom>
          <a:gradFill>
            <a:gsLst>
              <a:gs pos="10000">
                <a:schemeClr val="accent2">
                  <a:alpha val="0"/>
                </a:schemeClr>
              </a:gs>
              <a:gs pos="100000">
                <a:schemeClr val="accent2">
                  <a:lumMod val="60000"/>
                  <a:lumOff val="40000"/>
                  <a:alpha val="59000"/>
                </a:schemeClr>
              </a:gs>
            </a:gsLst>
            <a:lin ang="18900000" scaled="0"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35" name="任意多边形: 形状 34"/>
          <p:cNvSpPr/>
          <p:nvPr userDrawn="1">
            <p:custDataLst>
              <p:tags r:id="rId26"/>
            </p:custDataLst>
          </p:nvPr>
        </p:nvSpPr>
        <p:spPr>
          <a:xfrm>
            <a:off x="7447915" y="2126615"/>
            <a:ext cx="3421380" cy="579755"/>
          </a:xfrm>
          <a:custGeom>
            <a:avLst/>
            <a:gdLst>
              <a:gd name="connsiteX0" fmla="*/ 1534192 w 1534192"/>
              <a:gd name="connsiteY0" fmla="*/ 59436 h 259827"/>
              <a:gd name="connsiteX1" fmla="*/ 1534192 w 1534192"/>
              <a:gd name="connsiteY1" fmla="*/ 0 h 259827"/>
              <a:gd name="connsiteX2" fmla="*/ 0 w 1534192"/>
              <a:gd name="connsiteY2" fmla="*/ 254127 h 259827"/>
              <a:gd name="connsiteX3" fmla="*/ 1534192 w 1534192"/>
              <a:gd name="connsiteY3" fmla="*/ 59436 h 259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34192" h="259827">
                <a:moveTo>
                  <a:pt x="1534192" y="59436"/>
                </a:moveTo>
                <a:lnTo>
                  <a:pt x="1534192" y="0"/>
                </a:lnTo>
                <a:cubicBezTo>
                  <a:pt x="1534192" y="0"/>
                  <a:pt x="864203" y="241078"/>
                  <a:pt x="0" y="254127"/>
                </a:cubicBezTo>
                <a:cubicBezTo>
                  <a:pt x="-95" y="254032"/>
                  <a:pt x="571405" y="312134"/>
                  <a:pt x="1534192" y="59436"/>
                </a:cubicBezTo>
                <a:close/>
              </a:path>
            </a:pathLst>
          </a:custGeom>
          <a:gradFill>
            <a:gsLst>
              <a:gs pos="0">
                <a:schemeClr val="accent2">
                  <a:alpha val="0"/>
                </a:schemeClr>
              </a:gs>
              <a:gs pos="100000">
                <a:schemeClr val="accent2">
                  <a:lumMod val="60000"/>
                  <a:lumOff val="40000"/>
                  <a:alpha val="17000"/>
                </a:schemeClr>
              </a:gs>
            </a:gsLst>
            <a:lin ang="0" scaled="0"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6" name="任意多边形: 形状 35"/>
          <p:cNvSpPr/>
          <p:nvPr userDrawn="1">
            <p:custDataLst>
              <p:tags r:id="rId27"/>
            </p:custDataLst>
          </p:nvPr>
        </p:nvSpPr>
        <p:spPr>
          <a:xfrm>
            <a:off x="8836025" y="2237105"/>
            <a:ext cx="3355340" cy="694690"/>
          </a:xfrm>
          <a:custGeom>
            <a:avLst/>
            <a:gdLst>
              <a:gd name="connsiteX0" fmla="*/ 1504569 w 1504569"/>
              <a:gd name="connsiteY0" fmla="*/ 0 h 311475"/>
              <a:gd name="connsiteX1" fmla="*/ 0 w 1504569"/>
              <a:gd name="connsiteY1" fmla="*/ 310706 h 311475"/>
              <a:gd name="connsiteX2" fmla="*/ 1504569 w 1504569"/>
              <a:gd name="connsiteY2" fmla="*/ 64103 h 311475"/>
              <a:gd name="connsiteX3" fmla="*/ 1504569 w 1504569"/>
              <a:gd name="connsiteY3" fmla="*/ 0 h 311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04569" h="311475">
                <a:moveTo>
                  <a:pt x="1504569" y="0"/>
                </a:moveTo>
                <a:cubicBezTo>
                  <a:pt x="1504569" y="0"/>
                  <a:pt x="669798" y="296704"/>
                  <a:pt x="0" y="310706"/>
                </a:cubicBezTo>
                <a:cubicBezTo>
                  <a:pt x="0" y="310706"/>
                  <a:pt x="564071" y="338233"/>
                  <a:pt x="1504569" y="64103"/>
                </a:cubicBezTo>
                <a:lnTo>
                  <a:pt x="1504569" y="0"/>
                </a:lnTo>
                <a:close/>
              </a:path>
            </a:pathLst>
          </a:custGeom>
          <a:gradFill>
            <a:gsLst>
              <a:gs pos="0">
                <a:schemeClr val="accent2">
                  <a:alpha val="0"/>
                </a:schemeClr>
              </a:gs>
              <a:gs pos="100000">
                <a:schemeClr val="accent2">
                  <a:lumMod val="60000"/>
                  <a:lumOff val="40000"/>
                  <a:alpha val="67000"/>
                </a:schemeClr>
              </a:gs>
            </a:gsLst>
            <a:lin ang="0" scaled="0"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7" name="任意多边形: 形状 36"/>
          <p:cNvSpPr/>
          <p:nvPr userDrawn="1">
            <p:custDataLst>
              <p:tags r:id="rId28"/>
            </p:custDataLst>
          </p:nvPr>
        </p:nvSpPr>
        <p:spPr>
          <a:xfrm>
            <a:off x="7447915" y="3394075"/>
            <a:ext cx="4743450" cy="210820"/>
          </a:xfrm>
          <a:custGeom>
            <a:avLst/>
            <a:gdLst>
              <a:gd name="connsiteX0" fmla="*/ 0 w 2127123"/>
              <a:gd name="connsiteY0" fmla="*/ 0 h 94583"/>
              <a:gd name="connsiteX1" fmla="*/ 2127123 w 2127123"/>
              <a:gd name="connsiteY1" fmla="*/ 44387 h 94583"/>
              <a:gd name="connsiteX2" fmla="*/ 2127123 w 2127123"/>
              <a:gd name="connsiteY2" fmla="*/ 94583 h 945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27123" h="94583">
                <a:moveTo>
                  <a:pt x="0" y="0"/>
                </a:moveTo>
                <a:lnTo>
                  <a:pt x="2127123" y="44387"/>
                </a:lnTo>
                <a:lnTo>
                  <a:pt x="2127123" y="94583"/>
                </a:lnTo>
                <a:close/>
              </a:path>
            </a:pathLst>
          </a:custGeom>
          <a:gradFill>
            <a:gsLst>
              <a:gs pos="0">
                <a:schemeClr val="accent2">
                  <a:alpha val="0"/>
                </a:schemeClr>
              </a:gs>
              <a:gs pos="100000">
                <a:schemeClr val="accent2">
                  <a:lumMod val="60000"/>
                  <a:lumOff val="40000"/>
                  <a:alpha val="54000"/>
                </a:schemeClr>
              </a:gs>
            </a:gsLst>
            <a:lin ang="0" scaled="0"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38" name="任意多边形: 形状 37"/>
          <p:cNvSpPr/>
          <p:nvPr userDrawn="1">
            <p:custDataLst>
              <p:tags r:id="rId29"/>
            </p:custDataLst>
          </p:nvPr>
        </p:nvSpPr>
        <p:spPr>
          <a:xfrm>
            <a:off x="7515860" y="3459480"/>
            <a:ext cx="4554855" cy="364490"/>
          </a:xfrm>
          <a:custGeom>
            <a:avLst/>
            <a:gdLst>
              <a:gd name="connsiteX0" fmla="*/ 2042541 w 2042540"/>
              <a:gd name="connsiteY0" fmla="*/ 163544 h 163544"/>
              <a:gd name="connsiteX1" fmla="*/ 2042541 w 2042540"/>
              <a:gd name="connsiteY1" fmla="*/ 40862 h 163544"/>
              <a:gd name="connsiteX2" fmla="*/ 0 w 2042540"/>
              <a:gd name="connsiteY2" fmla="*/ 0 h 163544"/>
              <a:gd name="connsiteX3" fmla="*/ 0 w 2042540"/>
              <a:gd name="connsiteY3" fmla="*/ 37147 h 163544"/>
              <a:gd name="connsiteX4" fmla="*/ 2042541 w 2042540"/>
              <a:gd name="connsiteY4" fmla="*/ 163544 h 163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42540" h="163544">
                <a:moveTo>
                  <a:pt x="2042541" y="163544"/>
                </a:moveTo>
                <a:lnTo>
                  <a:pt x="2042541" y="40862"/>
                </a:lnTo>
                <a:lnTo>
                  <a:pt x="0" y="0"/>
                </a:lnTo>
                <a:lnTo>
                  <a:pt x="0" y="37147"/>
                </a:lnTo>
                <a:cubicBezTo>
                  <a:pt x="0" y="37147"/>
                  <a:pt x="1797272" y="111538"/>
                  <a:pt x="2042541" y="163544"/>
                </a:cubicBezTo>
                <a:close/>
              </a:path>
            </a:pathLst>
          </a:custGeom>
          <a:gradFill>
            <a:gsLst>
              <a:gs pos="13000">
                <a:schemeClr val="accent2">
                  <a:alpha val="0"/>
                </a:schemeClr>
              </a:gs>
              <a:gs pos="100000">
                <a:schemeClr val="accent2">
                  <a:lumMod val="60000"/>
                  <a:lumOff val="40000"/>
                  <a:alpha val="44000"/>
                </a:schemeClr>
              </a:gs>
            </a:gsLst>
            <a:lin ang="0" scaled="0"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39" name="任意多边形: 形状 38"/>
          <p:cNvSpPr/>
          <p:nvPr userDrawn="1">
            <p:custDataLst>
              <p:tags r:id="rId30"/>
            </p:custDataLst>
          </p:nvPr>
        </p:nvSpPr>
        <p:spPr>
          <a:xfrm>
            <a:off x="7197090" y="3778885"/>
            <a:ext cx="3199765" cy="156845"/>
          </a:xfrm>
          <a:custGeom>
            <a:avLst/>
            <a:gdLst>
              <a:gd name="connsiteX0" fmla="*/ 1434761 w 1434761"/>
              <a:gd name="connsiteY0" fmla="*/ 102263 h 102263"/>
              <a:gd name="connsiteX1" fmla="*/ 1434761 w 1434761"/>
              <a:gd name="connsiteY1" fmla="*/ 61401 h 102263"/>
              <a:gd name="connsiteX2" fmla="*/ 10 w 1434761"/>
              <a:gd name="connsiteY2" fmla="*/ 1965 h 102263"/>
              <a:gd name="connsiteX3" fmla="*/ 10 w 1434761"/>
              <a:gd name="connsiteY3" fmla="*/ 20539 h 102263"/>
              <a:gd name="connsiteX4" fmla="*/ 1434761 w 1434761"/>
              <a:gd name="connsiteY4" fmla="*/ 102263 h 102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4761" h="102263">
                <a:moveTo>
                  <a:pt x="1434761" y="102263"/>
                </a:moveTo>
                <a:lnTo>
                  <a:pt x="1434761" y="61401"/>
                </a:lnTo>
                <a:cubicBezTo>
                  <a:pt x="1434761" y="61401"/>
                  <a:pt x="576082" y="-12894"/>
                  <a:pt x="10" y="1965"/>
                </a:cubicBezTo>
                <a:lnTo>
                  <a:pt x="10" y="20539"/>
                </a:lnTo>
                <a:cubicBezTo>
                  <a:pt x="-4181" y="16538"/>
                  <a:pt x="1277789" y="76641"/>
                  <a:pt x="1434761" y="102263"/>
                </a:cubicBezTo>
                <a:close/>
              </a:path>
            </a:pathLst>
          </a:custGeom>
          <a:gradFill>
            <a:gsLst>
              <a:gs pos="24000">
                <a:schemeClr val="accent2">
                  <a:alpha val="0"/>
                </a:schemeClr>
              </a:gs>
              <a:gs pos="100000">
                <a:schemeClr val="accent2">
                  <a:lumMod val="60000"/>
                  <a:lumOff val="40000"/>
                  <a:alpha val="65000"/>
                </a:schemeClr>
              </a:gs>
            </a:gsLst>
            <a:lin ang="0" scaled="0"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40" name="任意多边形: 形状 39"/>
          <p:cNvSpPr/>
          <p:nvPr userDrawn="1">
            <p:custDataLst>
              <p:tags r:id="rId31"/>
            </p:custDataLst>
          </p:nvPr>
        </p:nvSpPr>
        <p:spPr>
          <a:xfrm>
            <a:off x="6993890" y="3935724"/>
            <a:ext cx="5197475" cy="1455426"/>
          </a:xfrm>
          <a:custGeom>
            <a:avLst/>
            <a:gdLst>
              <a:gd name="connsiteX0" fmla="*/ 8185 w 8185"/>
              <a:gd name="connsiteY0" fmla="*/ 1289 h 2292"/>
              <a:gd name="connsiteX1" fmla="*/ 0 w 8185"/>
              <a:gd name="connsiteY1" fmla="*/ 2 h 2292"/>
              <a:gd name="connsiteX2" fmla="*/ 0 w 8185"/>
              <a:gd name="connsiteY2" fmla="*/ 106 h 2292"/>
              <a:gd name="connsiteX3" fmla="*/ 8185 w 8185"/>
              <a:gd name="connsiteY3" fmla="*/ 2292 h 2292"/>
              <a:gd name="connsiteX4" fmla="*/ 8185 w 8185"/>
              <a:gd name="connsiteY4" fmla="*/ 1289 h 22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85" h="2292">
                <a:moveTo>
                  <a:pt x="8185" y="1289"/>
                </a:moveTo>
                <a:cubicBezTo>
                  <a:pt x="8185" y="1289"/>
                  <a:pt x="5228" y="-59"/>
                  <a:pt x="0" y="2"/>
                </a:cubicBezTo>
                <a:lnTo>
                  <a:pt x="0" y="106"/>
                </a:lnTo>
                <a:cubicBezTo>
                  <a:pt x="0" y="106"/>
                  <a:pt x="6165" y="53"/>
                  <a:pt x="8185" y="2292"/>
                </a:cubicBezTo>
                <a:lnTo>
                  <a:pt x="8185" y="1289"/>
                </a:lnTo>
                <a:close/>
              </a:path>
            </a:pathLst>
          </a:custGeom>
          <a:gradFill>
            <a:gsLst>
              <a:gs pos="14000">
                <a:schemeClr val="accent2">
                  <a:alpha val="0"/>
                </a:schemeClr>
              </a:gs>
              <a:gs pos="100000">
                <a:schemeClr val="accent2">
                  <a:alpha val="100000"/>
                </a:schemeClr>
              </a:gs>
            </a:gsLst>
            <a:lin ang="0" scaled="0"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41" name="任意多边形: 形状 40"/>
          <p:cNvSpPr/>
          <p:nvPr userDrawn="1">
            <p:custDataLst>
              <p:tags r:id="rId32"/>
            </p:custDataLst>
          </p:nvPr>
        </p:nvSpPr>
        <p:spPr>
          <a:xfrm>
            <a:off x="6869430" y="4337050"/>
            <a:ext cx="4066540" cy="1014730"/>
          </a:xfrm>
          <a:custGeom>
            <a:avLst/>
            <a:gdLst>
              <a:gd name="connsiteX0" fmla="*/ 1823181 w 1823370"/>
              <a:gd name="connsiteY0" fmla="*/ 413197 h 455106"/>
              <a:gd name="connsiteX1" fmla="*/ 1735074 w 1823370"/>
              <a:gd name="connsiteY1" fmla="*/ 348808 h 455106"/>
              <a:gd name="connsiteX2" fmla="*/ 1362456 w 1823370"/>
              <a:gd name="connsiteY2" fmla="*/ 134495 h 455106"/>
              <a:gd name="connsiteX3" fmla="*/ 946785 w 1823370"/>
              <a:gd name="connsiteY3" fmla="*/ 8575 h 455106"/>
              <a:gd name="connsiteX4" fmla="*/ 816674 w 1823370"/>
              <a:gd name="connsiteY4" fmla="*/ 98 h 455106"/>
              <a:gd name="connsiteX5" fmla="*/ 578358 w 1823370"/>
              <a:gd name="connsiteY5" fmla="*/ 574 h 455106"/>
              <a:gd name="connsiteX6" fmla="*/ 306515 w 1823370"/>
              <a:gd name="connsiteY6" fmla="*/ 479 h 455106"/>
              <a:gd name="connsiteX7" fmla="*/ 77153 w 1823370"/>
              <a:gd name="connsiteY7" fmla="*/ 383 h 455106"/>
              <a:gd name="connsiteX8" fmla="*/ 0 w 1823370"/>
              <a:gd name="connsiteY8" fmla="*/ 383 h 455106"/>
              <a:gd name="connsiteX9" fmla="*/ 0 w 1823370"/>
              <a:gd name="connsiteY9" fmla="*/ 14576 h 455106"/>
              <a:gd name="connsiteX10" fmla="*/ 112300 w 1823370"/>
              <a:gd name="connsiteY10" fmla="*/ 16004 h 455106"/>
              <a:gd name="connsiteX11" fmla="*/ 369475 w 1823370"/>
              <a:gd name="connsiteY11" fmla="*/ 19338 h 455106"/>
              <a:gd name="connsiteX12" fmla="*/ 652272 w 1823370"/>
              <a:gd name="connsiteY12" fmla="*/ 22958 h 455106"/>
              <a:gd name="connsiteX13" fmla="*/ 877729 w 1823370"/>
              <a:gd name="connsiteY13" fmla="*/ 26482 h 455106"/>
              <a:gd name="connsiteX14" fmla="*/ 1088898 w 1823370"/>
              <a:gd name="connsiteY14" fmla="*/ 65153 h 455106"/>
              <a:gd name="connsiteX15" fmla="*/ 1486662 w 1823370"/>
              <a:gd name="connsiteY15" fmla="*/ 239651 h 455106"/>
              <a:gd name="connsiteX16" fmla="*/ 1492472 w 1823370"/>
              <a:gd name="connsiteY16" fmla="*/ 242890 h 455106"/>
              <a:gd name="connsiteX17" fmla="*/ 1823371 w 1823370"/>
              <a:gd name="connsiteY17" fmla="*/ 455107 h 455106"/>
              <a:gd name="connsiteX18" fmla="*/ 1823181 w 1823370"/>
              <a:gd name="connsiteY18" fmla="*/ 413197 h 4551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823370" h="455106">
                <a:moveTo>
                  <a:pt x="1823181" y="413197"/>
                </a:moveTo>
                <a:cubicBezTo>
                  <a:pt x="1794700" y="390527"/>
                  <a:pt x="1764887" y="369477"/>
                  <a:pt x="1735074" y="348808"/>
                </a:cubicBezTo>
                <a:cubicBezTo>
                  <a:pt x="1617059" y="267083"/>
                  <a:pt x="1492663" y="195074"/>
                  <a:pt x="1362456" y="134495"/>
                </a:cubicBezTo>
                <a:cubicBezTo>
                  <a:pt x="1231106" y="73345"/>
                  <a:pt x="1090994" y="26672"/>
                  <a:pt x="946785" y="8575"/>
                </a:cubicBezTo>
                <a:cubicBezTo>
                  <a:pt x="903637" y="3241"/>
                  <a:pt x="860203" y="383"/>
                  <a:pt x="816674" y="98"/>
                </a:cubicBezTo>
                <a:cubicBezTo>
                  <a:pt x="737235" y="-283"/>
                  <a:pt x="657797" y="574"/>
                  <a:pt x="578358" y="574"/>
                </a:cubicBezTo>
                <a:cubicBezTo>
                  <a:pt x="487775" y="574"/>
                  <a:pt x="397097" y="479"/>
                  <a:pt x="306515" y="479"/>
                </a:cubicBezTo>
                <a:cubicBezTo>
                  <a:pt x="230029" y="479"/>
                  <a:pt x="153543" y="479"/>
                  <a:pt x="77153" y="383"/>
                </a:cubicBezTo>
                <a:cubicBezTo>
                  <a:pt x="51435" y="383"/>
                  <a:pt x="25718" y="383"/>
                  <a:pt x="0" y="383"/>
                </a:cubicBezTo>
                <a:cubicBezTo>
                  <a:pt x="0" y="383"/>
                  <a:pt x="0" y="14576"/>
                  <a:pt x="0" y="14576"/>
                </a:cubicBezTo>
                <a:cubicBezTo>
                  <a:pt x="37433" y="15052"/>
                  <a:pt x="74867" y="15528"/>
                  <a:pt x="112300" y="16004"/>
                </a:cubicBezTo>
                <a:cubicBezTo>
                  <a:pt x="198025" y="17147"/>
                  <a:pt x="283750" y="18195"/>
                  <a:pt x="369475" y="19338"/>
                </a:cubicBezTo>
                <a:cubicBezTo>
                  <a:pt x="463772" y="20576"/>
                  <a:pt x="557975" y="21815"/>
                  <a:pt x="652272" y="22958"/>
                </a:cubicBezTo>
                <a:cubicBezTo>
                  <a:pt x="727424" y="23910"/>
                  <a:pt x="802672" y="22862"/>
                  <a:pt x="877729" y="26482"/>
                </a:cubicBezTo>
                <a:cubicBezTo>
                  <a:pt x="948595" y="29911"/>
                  <a:pt x="1020890" y="45627"/>
                  <a:pt x="1088898" y="65153"/>
                </a:cubicBezTo>
                <a:cubicBezTo>
                  <a:pt x="1227582" y="105063"/>
                  <a:pt x="1360837" y="169643"/>
                  <a:pt x="1486662" y="239651"/>
                </a:cubicBezTo>
                <a:cubicBezTo>
                  <a:pt x="1488567" y="240699"/>
                  <a:pt x="1490472" y="241842"/>
                  <a:pt x="1492472" y="242890"/>
                </a:cubicBezTo>
                <a:cubicBezTo>
                  <a:pt x="1606868" y="306898"/>
                  <a:pt x="1716977" y="378621"/>
                  <a:pt x="1823371" y="455107"/>
                </a:cubicBezTo>
                <a:cubicBezTo>
                  <a:pt x="1823181" y="455012"/>
                  <a:pt x="1823181" y="413197"/>
                  <a:pt x="1823181" y="413197"/>
                </a:cubicBezTo>
                <a:close/>
              </a:path>
            </a:pathLst>
          </a:custGeom>
          <a:gradFill>
            <a:gsLst>
              <a:gs pos="0">
                <a:schemeClr val="accent2">
                  <a:alpha val="0"/>
                </a:schemeClr>
              </a:gs>
              <a:gs pos="100000">
                <a:schemeClr val="accent2">
                  <a:lumMod val="60000"/>
                  <a:lumOff val="40000"/>
                  <a:alpha val="0"/>
                </a:schemeClr>
              </a:gs>
              <a:gs pos="86000">
                <a:schemeClr val="accent2">
                  <a:lumMod val="60000"/>
                  <a:lumOff val="40000"/>
                  <a:alpha val="20000"/>
                </a:schemeClr>
              </a:gs>
            </a:gsLst>
            <a:lin ang="0" scaled="0"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42" name="任意多边形: 形状 41"/>
          <p:cNvSpPr/>
          <p:nvPr userDrawn="1">
            <p:custDataLst>
              <p:tags r:id="rId33"/>
            </p:custDataLst>
          </p:nvPr>
        </p:nvSpPr>
        <p:spPr>
          <a:xfrm>
            <a:off x="6869430" y="4483100"/>
            <a:ext cx="4072255" cy="1002030"/>
          </a:xfrm>
          <a:custGeom>
            <a:avLst/>
            <a:gdLst>
              <a:gd name="connsiteX0" fmla="*/ 1820608 w 1825942"/>
              <a:gd name="connsiteY0" fmla="*/ 449199 h 449199"/>
              <a:gd name="connsiteX1" fmla="*/ 1825942 w 1825942"/>
              <a:gd name="connsiteY1" fmla="*/ 441293 h 449199"/>
              <a:gd name="connsiteX2" fmla="*/ 1312450 w 1825942"/>
              <a:gd name="connsiteY2" fmla="*/ 139256 h 449199"/>
              <a:gd name="connsiteX3" fmla="*/ 781907 w 1825942"/>
              <a:gd name="connsiteY3" fmla="*/ 0 h 449199"/>
              <a:gd name="connsiteX4" fmla="*/ 0 w 1825942"/>
              <a:gd name="connsiteY4" fmla="*/ 0 h 449199"/>
              <a:gd name="connsiteX5" fmla="*/ 0 w 1825942"/>
              <a:gd name="connsiteY5" fmla="*/ 9525 h 449199"/>
              <a:gd name="connsiteX6" fmla="*/ 781907 w 1825942"/>
              <a:gd name="connsiteY6" fmla="*/ 9525 h 449199"/>
              <a:gd name="connsiteX7" fmla="*/ 1308164 w 1825942"/>
              <a:gd name="connsiteY7" fmla="*/ 147828 h 449199"/>
              <a:gd name="connsiteX8" fmla="*/ 1820608 w 1825942"/>
              <a:gd name="connsiteY8" fmla="*/ 449199 h 4491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25942" h="449199">
                <a:moveTo>
                  <a:pt x="1820608" y="449199"/>
                </a:moveTo>
                <a:lnTo>
                  <a:pt x="1825942" y="441293"/>
                </a:lnTo>
                <a:cubicBezTo>
                  <a:pt x="1653159" y="324612"/>
                  <a:pt x="1480375" y="223075"/>
                  <a:pt x="1312450" y="139256"/>
                </a:cubicBezTo>
                <a:cubicBezTo>
                  <a:pt x="1116711" y="41624"/>
                  <a:pt x="958024" y="0"/>
                  <a:pt x="781907" y="0"/>
                </a:cubicBezTo>
                <a:lnTo>
                  <a:pt x="0" y="0"/>
                </a:lnTo>
                <a:lnTo>
                  <a:pt x="0" y="9525"/>
                </a:lnTo>
                <a:lnTo>
                  <a:pt x="781907" y="9525"/>
                </a:lnTo>
                <a:cubicBezTo>
                  <a:pt x="956500" y="9525"/>
                  <a:pt x="1113854" y="50863"/>
                  <a:pt x="1308164" y="147828"/>
                </a:cubicBezTo>
                <a:cubicBezTo>
                  <a:pt x="1475708" y="231458"/>
                  <a:pt x="1648111" y="332804"/>
                  <a:pt x="1820608" y="449199"/>
                </a:cubicBezTo>
                <a:close/>
              </a:path>
            </a:pathLst>
          </a:custGeom>
          <a:gradFill>
            <a:gsLst>
              <a:gs pos="100000">
                <a:schemeClr val="accent2">
                  <a:lumMod val="60000"/>
                  <a:lumOff val="40000"/>
                  <a:alpha val="0"/>
                </a:schemeClr>
              </a:gs>
              <a:gs pos="0">
                <a:schemeClr val="accent2">
                  <a:alpha val="0"/>
                </a:schemeClr>
              </a:gs>
              <a:gs pos="74000">
                <a:schemeClr val="accent2">
                  <a:lumMod val="60000"/>
                  <a:lumOff val="40000"/>
                  <a:alpha val="65000"/>
                </a:schemeClr>
              </a:gs>
            </a:gsLst>
            <a:lin ang="0" scaled="0"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43" name="任意多边形: 形状 42"/>
          <p:cNvSpPr/>
          <p:nvPr userDrawn="1">
            <p:custDataLst>
              <p:tags r:id="rId34"/>
            </p:custDataLst>
          </p:nvPr>
        </p:nvSpPr>
        <p:spPr>
          <a:xfrm>
            <a:off x="7021195" y="4683125"/>
            <a:ext cx="4521835" cy="1963420"/>
          </a:xfrm>
          <a:custGeom>
            <a:avLst/>
            <a:gdLst>
              <a:gd name="connsiteX0" fmla="*/ 2020824 w 2027681"/>
              <a:gd name="connsiteY0" fmla="*/ 880300 h 880300"/>
              <a:gd name="connsiteX1" fmla="*/ 972693 w 2027681"/>
              <a:gd name="connsiteY1" fmla="*/ 90773 h 880300"/>
              <a:gd name="connsiteX2" fmla="*/ 612362 w 2027681"/>
              <a:gd name="connsiteY2" fmla="*/ 9525 h 880300"/>
              <a:gd name="connsiteX3" fmla="*/ 0 w 2027681"/>
              <a:gd name="connsiteY3" fmla="*/ 9525 h 880300"/>
              <a:gd name="connsiteX4" fmla="*/ 0 w 2027681"/>
              <a:gd name="connsiteY4" fmla="*/ 0 h 880300"/>
              <a:gd name="connsiteX5" fmla="*/ 612362 w 2027681"/>
              <a:gd name="connsiteY5" fmla="*/ 0 h 880300"/>
              <a:gd name="connsiteX6" fmla="*/ 976789 w 2027681"/>
              <a:gd name="connsiteY6" fmla="*/ 82201 h 880300"/>
              <a:gd name="connsiteX7" fmla="*/ 2027682 w 2027681"/>
              <a:gd name="connsiteY7" fmla="*/ 873728 h 88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27681" h="880300">
                <a:moveTo>
                  <a:pt x="2020824" y="880300"/>
                </a:moveTo>
                <a:cubicBezTo>
                  <a:pt x="1595438" y="438912"/>
                  <a:pt x="1216057" y="207359"/>
                  <a:pt x="972693" y="90773"/>
                </a:cubicBezTo>
                <a:cubicBezTo>
                  <a:pt x="861727" y="37624"/>
                  <a:pt x="737140" y="9525"/>
                  <a:pt x="612362" y="9525"/>
                </a:cubicBezTo>
                <a:lnTo>
                  <a:pt x="0" y="9525"/>
                </a:lnTo>
                <a:lnTo>
                  <a:pt x="0" y="0"/>
                </a:lnTo>
                <a:lnTo>
                  <a:pt x="612362" y="0"/>
                </a:lnTo>
                <a:cubicBezTo>
                  <a:pt x="738473" y="0"/>
                  <a:pt x="864489" y="28384"/>
                  <a:pt x="976789" y="82201"/>
                </a:cubicBezTo>
                <a:cubicBezTo>
                  <a:pt x="1220819" y="199072"/>
                  <a:pt x="1601248" y="431292"/>
                  <a:pt x="2027682" y="873728"/>
                </a:cubicBezTo>
              </a:path>
            </a:pathLst>
          </a:custGeom>
          <a:gradFill>
            <a:gsLst>
              <a:gs pos="0">
                <a:schemeClr val="accent2">
                  <a:alpha val="0"/>
                </a:schemeClr>
              </a:gs>
              <a:gs pos="100000">
                <a:schemeClr val="accent2">
                  <a:lumMod val="60000"/>
                  <a:lumOff val="40000"/>
                  <a:alpha val="0"/>
                </a:schemeClr>
              </a:gs>
              <a:gs pos="82000">
                <a:schemeClr val="accent2">
                  <a:lumMod val="60000"/>
                  <a:lumOff val="40000"/>
                </a:schemeClr>
              </a:gs>
            </a:gsLst>
            <a:lin ang="0" scaled="0"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44" name="任意多边形: 形状 122"/>
          <p:cNvSpPr/>
          <p:nvPr userDrawn="1">
            <p:custDataLst>
              <p:tags r:id="rId35"/>
            </p:custDataLst>
          </p:nvPr>
        </p:nvSpPr>
        <p:spPr>
          <a:xfrm rot="480000">
            <a:off x="9088755" y="4516120"/>
            <a:ext cx="1409700" cy="1409700"/>
          </a:xfrm>
          <a:custGeom>
            <a:avLst/>
            <a:gdLst>
              <a:gd name="connsiteX0" fmla="*/ 1582064 w 1582064"/>
              <a:gd name="connsiteY0" fmla="*/ 791032 h 1582064"/>
              <a:gd name="connsiteX1" fmla="*/ 791032 w 1582064"/>
              <a:gd name="connsiteY1" fmla="*/ 1582064 h 1582064"/>
              <a:gd name="connsiteX2" fmla="*/ 0 w 1582064"/>
              <a:gd name="connsiteY2" fmla="*/ 791032 h 1582064"/>
              <a:gd name="connsiteX3" fmla="*/ 791032 w 1582064"/>
              <a:gd name="connsiteY3" fmla="*/ 0 h 1582064"/>
              <a:gd name="connsiteX4" fmla="*/ 1582064 w 1582064"/>
              <a:gd name="connsiteY4" fmla="*/ 791032 h 1582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82064" h="1582064">
                <a:moveTo>
                  <a:pt x="1582064" y="791032"/>
                </a:moveTo>
                <a:cubicBezTo>
                  <a:pt x="1582064" y="1227907"/>
                  <a:pt x="1227907" y="1582064"/>
                  <a:pt x="791032" y="1582064"/>
                </a:cubicBezTo>
                <a:cubicBezTo>
                  <a:pt x="354157" y="1582064"/>
                  <a:pt x="0" y="1227907"/>
                  <a:pt x="0" y="791032"/>
                </a:cubicBezTo>
                <a:cubicBezTo>
                  <a:pt x="0" y="354157"/>
                  <a:pt x="354157" y="0"/>
                  <a:pt x="791032" y="0"/>
                </a:cubicBezTo>
                <a:cubicBezTo>
                  <a:pt x="1227907" y="0"/>
                  <a:pt x="1582064" y="354157"/>
                  <a:pt x="1582064" y="791032"/>
                </a:cubicBezTo>
                <a:close/>
              </a:path>
            </a:pathLst>
          </a:custGeom>
          <a:gradFill>
            <a:gsLst>
              <a:gs pos="24000">
                <a:schemeClr val="accent1"/>
              </a:gs>
              <a:gs pos="100000">
                <a:srgbClr val="FFFFFF"/>
              </a:gs>
              <a:gs pos="78000">
                <a:schemeClr val="accent2"/>
              </a:gs>
            </a:gsLst>
            <a:path path="circle">
              <a:fillToRect l="100000" t="100000"/>
            </a:path>
            <a:tileRect r="-100000" b="-100000"/>
          </a:gradFill>
          <a:ln w="7620" cap="flat">
            <a:noFill/>
            <a:prstDash val="solid"/>
            <a:miter/>
          </a:ln>
          <a:effectLst>
            <a:innerShdw blurRad="393700" dist="254000">
              <a:schemeClr val="accent2">
                <a:lumMod val="20000"/>
                <a:lumOff val="80000"/>
                <a:alpha val="65000"/>
              </a:schemeClr>
            </a:innerShdw>
            <a:softEdge rad="76200"/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46" name="任意多边形: 形状 122"/>
          <p:cNvSpPr/>
          <p:nvPr userDrawn="1">
            <p:custDataLst>
              <p:tags r:id="rId36"/>
            </p:custDataLst>
          </p:nvPr>
        </p:nvSpPr>
        <p:spPr>
          <a:xfrm rot="5400000">
            <a:off x="2840355" y="372745"/>
            <a:ext cx="1212215" cy="1212215"/>
          </a:xfrm>
          <a:custGeom>
            <a:avLst/>
            <a:gdLst>
              <a:gd name="connsiteX0" fmla="*/ 1582064 w 1582064"/>
              <a:gd name="connsiteY0" fmla="*/ 791032 h 1582064"/>
              <a:gd name="connsiteX1" fmla="*/ 791032 w 1582064"/>
              <a:gd name="connsiteY1" fmla="*/ 1582064 h 1582064"/>
              <a:gd name="connsiteX2" fmla="*/ 0 w 1582064"/>
              <a:gd name="connsiteY2" fmla="*/ 791032 h 1582064"/>
              <a:gd name="connsiteX3" fmla="*/ 791032 w 1582064"/>
              <a:gd name="connsiteY3" fmla="*/ 0 h 1582064"/>
              <a:gd name="connsiteX4" fmla="*/ 1582064 w 1582064"/>
              <a:gd name="connsiteY4" fmla="*/ 791032 h 1582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82064" h="1582064">
                <a:moveTo>
                  <a:pt x="1582064" y="791032"/>
                </a:moveTo>
                <a:cubicBezTo>
                  <a:pt x="1582064" y="1227907"/>
                  <a:pt x="1227907" y="1582064"/>
                  <a:pt x="791032" y="1582064"/>
                </a:cubicBezTo>
                <a:cubicBezTo>
                  <a:pt x="354157" y="1582064"/>
                  <a:pt x="0" y="1227907"/>
                  <a:pt x="0" y="791032"/>
                </a:cubicBezTo>
                <a:cubicBezTo>
                  <a:pt x="0" y="354157"/>
                  <a:pt x="354157" y="0"/>
                  <a:pt x="791032" y="0"/>
                </a:cubicBezTo>
                <a:cubicBezTo>
                  <a:pt x="1227907" y="0"/>
                  <a:pt x="1582064" y="354157"/>
                  <a:pt x="1582064" y="791032"/>
                </a:cubicBezTo>
                <a:close/>
              </a:path>
            </a:pathLst>
          </a:custGeom>
          <a:gradFill>
            <a:gsLst>
              <a:gs pos="70000">
                <a:schemeClr val="accent1">
                  <a:alpha val="67000"/>
                </a:schemeClr>
              </a:gs>
              <a:gs pos="85000">
                <a:schemeClr val="accent1">
                  <a:lumMod val="20000"/>
                  <a:lumOff val="80000"/>
                </a:schemeClr>
              </a:gs>
              <a:gs pos="0">
                <a:schemeClr val="accent2">
                  <a:lumMod val="75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 w="7620" cap="flat">
            <a:noFill/>
            <a:prstDash val="solid"/>
            <a:miter/>
          </a:ln>
          <a:effectLst>
            <a:innerShdw blurRad="393700" dist="254000">
              <a:schemeClr val="accent1">
                <a:lumMod val="20000"/>
                <a:lumOff val="80000"/>
                <a:alpha val="65000"/>
              </a:schemeClr>
            </a:innerShdw>
            <a:softEdge rad="139700"/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47" name="椭圆 46"/>
          <p:cNvSpPr/>
          <p:nvPr userDrawn="1">
            <p:custDataLst>
              <p:tags r:id="rId37"/>
            </p:custDataLst>
          </p:nvPr>
        </p:nvSpPr>
        <p:spPr>
          <a:xfrm>
            <a:off x="10158095" y="1393190"/>
            <a:ext cx="75565" cy="75565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glow rad="76200">
              <a:srgbClr val="FFFFFF">
                <a:alpha val="10000"/>
              </a:srgbClr>
            </a:glo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48" name="椭圆 47"/>
          <p:cNvSpPr/>
          <p:nvPr userDrawn="1">
            <p:custDataLst>
              <p:tags r:id="rId38"/>
            </p:custDataLst>
          </p:nvPr>
        </p:nvSpPr>
        <p:spPr>
          <a:xfrm>
            <a:off x="1711960" y="1656080"/>
            <a:ext cx="75565" cy="75565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glow rad="25400">
              <a:srgbClr val="FFFFFF">
                <a:alpha val="10000"/>
              </a:srgbClr>
            </a:glo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49" name="任意多边形: 形状 48"/>
          <p:cNvSpPr/>
          <p:nvPr userDrawn="1">
            <p:custDataLst>
              <p:tags r:id="rId39"/>
            </p:custDataLst>
          </p:nvPr>
        </p:nvSpPr>
        <p:spPr>
          <a:xfrm>
            <a:off x="1787525" y="3769360"/>
            <a:ext cx="3199765" cy="112395"/>
          </a:xfrm>
          <a:custGeom>
            <a:avLst/>
            <a:gdLst>
              <a:gd name="connsiteX0" fmla="*/ 0 w 1434761"/>
              <a:gd name="connsiteY0" fmla="*/ 102263 h 102263"/>
              <a:gd name="connsiteX1" fmla="*/ 0 w 1434761"/>
              <a:gd name="connsiteY1" fmla="*/ 61401 h 102263"/>
              <a:gd name="connsiteX2" fmla="*/ 1434751 w 1434761"/>
              <a:gd name="connsiteY2" fmla="*/ 1965 h 102263"/>
              <a:gd name="connsiteX3" fmla="*/ 1434751 w 1434761"/>
              <a:gd name="connsiteY3" fmla="*/ 20539 h 102263"/>
              <a:gd name="connsiteX4" fmla="*/ 0 w 1434761"/>
              <a:gd name="connsiteY4" fmla="*/ 102263 h 102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4761" h="102263">
                <a:moveTo>
                  <a:pt x="0" y="102263"/>
                </a:moveTo>
                <a:lnTo>
                  <a:pt x="0" y="61401"/>
                </a:lnTo>
                <a:cubicBezTo>
                  <a:pt x="0" y="61401"/>
                  <a:pt x="858679" y="-12894"/>
                  <a:pt x="1434751" y="1965"/>
                </a:cubicBezTo>
                <a:lnTo>
                  <a:pt x="1434751" y="20539"/>
                </a:lnTo>
                <a:cubicBezTo>
                  <a:pt x="1439037" y="16538"/>
                  <a:pt x="157067" y="76641"/>
                  <a:pt x="0" y="102263"/>
                </a:cubicBezTo>
                <a:close/>
              </a:path>
            </a:pathLst>
          </a:custGeom>
          <a:gradFill>
            <a:gsLst>
              <a:gs pos="0">
                <a:schemeClr val="accent2">
                  <a:alpha val="59000"/>
                </a:schemeClr>
              </a:gs>
              <a:gs pos="80000">
                <a:schemeClr val="accent2">
                  <a:lumMod val="60000"/>
                  <a:lumOff val="40000"/>
                  <a:alpha val="15000"/>
                </a:schemeClr>
              </a:gs>
            </a:gsLst>
            <a:lin ang="18900000" scaled="0"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50" name="椭圆 49"/>
          <p:cNvSpPr/>
          <p:nvPr userDrawn="1">
            <p:custDataLst>
              <p:tags r:id="rId40"/>
            </p:custDataLst>
          </p:nvPr>
        </p:nvSpPr>
        <p:spPr>
          <a:xfrm>
            <a:off x="3428365" y="3641725"/>
            <a:ext cx="36195" cy="36195"/>
          </a:xfrm>
          <a:prstGeom prst="ellipse">
            <a:avLst/>
          </a:prstGeom>
          <a:solidFill>
            <a:srgbClr val="FFFFFF">
              <a:alpha val="75000"/>
            </a:srgbClr>
          </a:solidFill>
          <a:ln>
            <a:noFill/>
          </a:ln>
          <a:effectLst>
            <a:glow rad="25400">
              <a:srgbClr val="FFFFFF">
                <a:alpha val="10000"/>
              </a:srgbClr>
            </a:glo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51" name="椭圆 50"/>
          <p:cNvSpPr/>
          <p:nvPr userDrawn="1">
            <p:custDataLst>
              <p:tags r:id="rId41"/>
            </p:custDataLst>
          </p:nvPr>
        </p:nvSpPr>
        <p:spPr>
          <a:xfrm flipV="1">
            <a:off x="11297285" y="3060700"/>
            <a:ext cx="36000" cy="36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glow rad="25400">
              <a:srgbClr val="FFFFFF">
                <a:alpha val="10000"/>
              </a:srgbClr>
            </a:glo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52" name="椭圆 51"/>
          <p:cNvSpPr/>
          <p:nvPr userDrawn="1">
            <p:custDataLst>
              <p:tags r:id="rId42"/>
            </p:custDataLst>
          </p:nvPr>
        </p:nvSpPr>
        <p:spPr>
          <a:xfrm>
            <a:off x="213995" y="2795905"/>
            <a:ext cx="75565" cy="75565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glow rad="50800">
              <a:srgbClr val="FFFFFF">
                <a:alpha val="10000"/>
              </a:srgbClr>
            </a:glo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53" name="任意多边形: 形状 122"/>
          <p:cNvSpPr/>
          <p:nvPr userDrawn="1">
            <p:custDataLst>
              <p:tags r:id="rId43"/>
            </p:custDataLst>
          </p:nvPr>
        </p:nvSpPr>
        <p:spPr>
          <a:xfrm rot="5400000">
            <a:off x="7760335" y="1283335"/>
            <a:ext cx="450215" cy="450215"/>
          </a:xfrm>
          <a:custGeom>
            <a:avLst/>
            <a:gdLst>
              <a:gd name="connsiteX0" fmla="*/ 1582064 w 1582064"/>
              <a:gd name="connsiteY0" fmla="*/ 791032 h 1582064"/>
              <a:gd name="connsiteX1" fmla="*/ 791032 w 1582064"/>
              <a:gd name="connsiteY1" fmla="*/ 1582064 h 1582064"/>
              <a:gd name="connsiteX2" fmla="*/ 0 w 1582064"/>
              <a:gd name="connsiteY2" fmla="*/ 791032 h 1582064"/>
              <a:gd name="connsiteX3" fmla="*/ 791032 w 1582064"/>
              <a:gd name="connsiteY3" fmla="*/ 0 h 1582064"/>
              <a:gd name="connsiteX4" fmla="*/ 1582064 w 1582064"/>
              <a:gd name="connsiteY4" fmla="*/ 791032 h 1582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82064" h="1582064">
                <a:moveTo>
                  <a:pt x="1582064" y="791032"/>
                </a:moveTo>
                <a:cubicBezTo>
                  <a:pt x="1582064" y="1227907"/>
                  <a:pt x="1227907" y="1582064"/>
                  <a:pt x="791032" y="1582064"/>
                </a:cubicBezTo>
                <a:cubicBezTo>
                  <a:pt x="354157" y="1582064"/>
                  <a:pt x="0" y="1227907"/>
                  <a:pt x="0" y="791032"/>
                </a:cubicBezTo>
                <a:cubicBezTo>
                  <a:pt x="0" y="354157"/>
                  <a:pt x="354157" y="0"/>
                  <a:pt x="791032" y="0"/>
                </a:cubicBezTo>
                <a:cubicBezTo>
                  <a:pt x="1227907" y="0"/>
                  <a:pt x="1582064" y="354157"/>
                  <a:pt x="1582064" y="791032"/>
                </a:cubicBezTo>
                <a:close/>
              </a:path>
            </a:pathLst>
          </a:custGeom>
          <a:gradFill>
            <a:gsLst>
              <a:gs pos="70000">
                <a:schemeClr val="accent1">
                  <a:alpha val="67000"/>
                </a:schemeClr>
              </a:gs>
              <a:gs pos="85000">
                <a:schemeClr val="accent1">
                  <a:lumMod val="20000"/>
                  <a:lumOff val="80000"/>
                </a:schemeClr>
              </a:gs>
              <a:gs pos="0">
                <a:schemeClr val="accent2">
                  <a:lumMod val="7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7620" cap="flat">
            <a:noFill/>
            <a:prstDash val="solid"/>
            <a:miter/>
          </a:ln>
          <a:effectLst>
            <a:innerShdw blurRad="393700" dist="254000">
              <a:schemeClr val="accent1">
                <a:lumMod val="20000"/>
                <a:lumOff val="80000"/>
                <a:alpha val="65000"/>
              </a:schemeClr>
            </a:innerShdw>
            <a:softEdge rad="50800"/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54" name="椭圆 53"/>
          <p:cNvSpPr/>
          <p:nvPr userDrawn="1">
            <p:custDataLst>
              <p:tags r:id="rId44"/>
            </p:custDataLst>
          </p:nvPr>
        </p:nvSpPr>
        <p:spPr>
          <a:xfrm>
            <a:off x="8174355" y="4230370"/>
            <a:ext cx="36000" cy="36000"/>
          </a:xfrm>
          <a:prstGeom prst="ellipse">
            <a:avLst/>
          </a:prstGeom>
          <a:solidFill>
            <a:srgbClr val="FFFFFF">
              <a:alpha val="70000"/>
            </a:srgbClr>
          </a:solidFill>
          <a:ln>
            <a:noFill/>
          </a:ln>
          <a:effectLst>
            <a:glow rad="25400">
              <a:srgbClr val="FFFFFF">
                <a:alpha val="10000"/>
              </a:srgbClr>
            </a:glo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18" name="椭圆 17"/>
          <p:cNvSpPr/>
          <p:nvPr userDrawn="1">
            <p:custDataLst>
              <p:tags r:id="rId45"/>
            </p:custDataLst>
          </p:nvPr>
        </p:nvSpPr>
        <p:spPr>
          <a:xfrm>
            <a:off x="0" y="3564572"/>
            <a:ext cx="3293428" cy="3293428"/>
          </a:xfrm>
          <a:prstGeom prst="ellipse">
            <a:avLst/>
          </a:prstGeom>
          <a:gradFill>
            <a:gsLst>
              <a:gs pos="2000">
                <a:schemeClr val="accent1"/>
              </a:gs>
              <a:gs pos="86000">
                <a:schemeClr val="accent2">
                  <a:lumMod val="60000"/>
                  <a:lumOff val="40000"/>
                  <a:alpha val="100000"/>
                </a:schemeClr>
              </a:gs>
            </a:gsLst>
            <a:lin ang="18900000"/>
          </a:gradFill>
          <a:ln>
            <a:noFill/>
          </a:ln>
          <a:effectLst>
            <a:softEdge rad="2413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lt"/>
              <a:ea typeface="+mn-ea"/>
              <a:cs typeface="+mn-cs"/>
            </a:endParaRPr>
          </a:p>
        </p:txBody>
      </p:sp>
      <p:sp>
        <p:nvSpPr>
          <p:cNvPr id="6" name="日期占位符 3"/>
          <p:cNvSpPr>
            <a:spLocks noGrp="1"/>
          </p:cNvSpPr>
          <p:nvPr>
            <p:ph type="dt" sz="half" idx="16385"/>
            <p:custDataLst>
              <p:tags r:id="rId4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>
                <a:latin typeface="+mn-lt"/>
                <a:ea typeface="+mn-ea"/>
                <a:cs typeface="+mn-cs"/>
              </a:rPr>
            </a:fld>
            <a:endParaRPr lang="zh-CN" altLang="en-US">
              <a:latin typeface="+mn-lt"/>
              <a:ea typeface="+mn-ea"/>
              <a:cs typeface="+mn-cs"/>
            </a:endParaRPr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16386"/>
            <p:custDataLst>
              <p:tags r:id="rId47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>
              <a:latin typeface="+mn-lt"/>
              <a:ea typeface="+mn-ea"/>
              <a:cs typeface="+mn-cs"/>
            </a:endParaRPr>
          </a:p>
        </p:txBody>
      </p:sp>
      <p:sp>
        <p:nvSpPr>
          <p:cNvPr id="14" name="灯片编号占位符 5"/>
          <p:cNvSpPr>
            <a:spLocks noGrp="1"/>
          </p:cNvSpPr>
          <p:nvPr>
            <p:ph type="sldNum" sz="quarter" idx="16387"/>
            <p:custDataLst>
              <p:tags r:id="rId48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>
                <a:latin typeface="+mn-lt"/>
                <a:ea typeface="+mn-ea"/>
                <a:cs typeface="+mn-cs"/>
              </a:rPr>
            </a:fld>
            <a:endParaRPr lang="zh-CN" altLang="en-US">
              <a:latin typeface="+mn-lt"/>
              <a:ea typeface="+mn-ea"/>
              <a:cs typeface="+mn-cs"/>
            </a:endParaRPr>
          </a:p>
        </p:txBody>
      </p:sp>
      <p:sp>
        <p:nvSpPr>
          <p:cNvPr id="57" name="Text Placeholder 56"/>
          <p:cNvSpPr>
            <a:spLocks noGrp="1"/>
          </p:cNvSpPr>
          <p:nvPr>
            <p:ph type="body" idx="16389" hasCustomPrompt="1"/>
            <p:custDataLst>
              <p:tags r:id="rId49"/>
            </p:custDataLst>
          </p:nvPr>
        </p:nvSpPr>
        <p:spPr>
          <a:xfrm>
            <a:off x="2145771" y="1981200"/>
            <a:ext cx="7875058" cy="457200"/>
          </a:xfrm>
          <a:noFill/>
        </p:spPr>
        <p:txBody>
          <a:bodyPr vert="horz"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smtClean="0"/>
              <a:t>20XX YEAR</a:t>
            </a:r>
            <a:endParaRPr lang="zh-CN" altLang="en-US" smtClean="0"/>
          </a:p>
        </p:txBody>
      </p:sp>
      <p:sp>
        <p:nvSpPr>
          <p:cNvPr id="20" name="标题 1"/>
          <p:cNvSpPr>
            <a:spLocks noGrp="1"/>
          </p:cNvSpPr>
          <p:nvPr>
            <p:ph type="ctrTitle" idx="16388" hasCustomPrompt="1"/>
            <p:custDataLst>
              <p:tags r:id="rId50"/>
            </p:custDataLst>
          </p:nvPr>
        </p:nvSpPr>
        <p:spPr>
          <a:xfrm>
            <a:off x="1903677" y="2489200"/>
            <a:ext cx="8384646" cy="1879600"/>
          </a:xfrm>
        </p:spPr>
        <p:txBody>
          <a:bodyPr vert="horz" wrap="square" lIns="0" tIns="0" rIns="0" bIns="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6000" spc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zh-CN" altLang="en-US" dirty="0"/>
              <a:t>单击此处添加文档标题</a:t>
            </a:r>
            <a:endParaRPr lang="zh-CN" altLang="en-US" dirty="0"/>
          </a:p>
        </p:txBody>
      </p:sp>
      <p:sp>
        <p:nvSpPr>
          <p:cNvPr id="45" name="署名占位符 10"/>
          <p:cNvSpPr>
            <a:spLocks noGrp="1"/>
          </p:cNvSpPr>
          <p:nvPr>
            <p:ph type="body" sz="quarter" idx="16390" hasCustomPrompt="1"/>
            <p:custDataLst>
              <p:tags r:id="rId51"/>
            </p:custDataLst>
          </p:nvPr>
        </p:nvSpPr>
        <p:spPr>
          <a:xfrm>
            <a:off x="4812859" y="4419600"/>
            <a:ext cx="2540882" cy="533400"/>
          </a:xfrm>
          <a:prstGeom prst="roundRect">
            <a:avLst>
              <a:gd name="adj" fmla="val 50000"/>
            </a:avLst>
          </a:prstGeom>
          <a:ln w="12700">
            <a:solidFill>
              <a:schemeClr val="accent1">
                <a:lumMod val="20000"/>
                <a:lumOff val="80000"/>
                <a:alpha val="70000"/>
              </a:schemeClr>
            </a:solidFill>
          </a:ln>
        </p:spPr>
        <p:txBody>
          <a:bodyPr vert="horz" wrap="square" lIns="0" tIns="0" rIns="0" bIns="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spc="0">
                <a:ln>
                  <a:noFill/>
                </a:ln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dirty="0"/>
              <a:t>BY WPS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章节页_1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55000">
                <a:schemeClr val="accent1">
                  <a:lumMod val="75000"/>
                </a:schemeClr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lt"/>
              <a:ea typeface="+mn-ea"/>
              <a:cs typeface="+mn-cs"/>
            </a:endParaRPr>
          </a:p>
        </p:txBody>
      </p:sp>
      <p:sp>
        <p:nvSpPr>
          <p:cNvPr id="9" name="任意多边形: 形状 8"/>
          <p:cNvSpPr/>
          <p:nvPr userDrawn="1">
            <p:custDataLst>
              <p:tags r:id="rId3"/>
            </p:custDataLst>
          </p:nvPr>
        </p:nvSpPr>
        <p:spPr>
          <a:xfrm>
            <a:off x="0" y="2203450"/>
            <a:ext cx="6219190" cy="1207135"/>
          </a:xfrm>
          <a:custGeom>
            <a:avLst/>
            <a:gdLst>
              <a:gd name="connsiteX0" fmla="*/ 0 w 2127123"/>
              <a:gd name="connsiteY0" fmla="*/ 0 h 470576"/>
              <a:gd name="connsiteX1" fmla="*/ 0 w 2127123"/>
              <a:gd name="connsiteY1" fmla="*/ 203549 h 470576"/>
              <a:gd name="connsiteX2" fmla="*/ 2127123 w 2127123"/>
              <a:gd name="connsiteY2" fmla="*/ 468344 h 470576"/>
              <a:gd name="connsiteX3" fmla="*/ 2127123 w 2127123"/>
              <a:gd name="connsiteY3" fmla="*/ 426530 h 470576"/>
              <a:gd name="connsiteX4" fmla="*/ 0 w 2127123"/>
              <a:gd name="connsiteY4" fmla="*/ 0 h 470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27123" h="470576">
                <a:moveTo>
                  <a:pt x="0" y="0"/>
                </a:moveTo>
                <a:lnTo>
                  <a:pt x="0" y="203549"/>
                </a:lnTo>
                <a:cubicBezTo>
                  <a:pt x="0" y="203549"/>
                  <a:pt x="800100" y="499015"/>
                  <a:pt x="2127123" y="468344"/>
                </a:cubicBezTo>
                <a:lnTo>
                  <a:pt x="2127123" y="426530"/>
                </a:lnTo>
                <a:cubicBezTo>
                  <a:pt x="2127123" y="426530"/>
                  <a:pt x="591026" y="409766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2">
                  <a:alpha val="0"/>
                </a:schemeClr>
              </a:gs>
              <a:gs pos="100000">
                <a:schemeClr val="accent2">
                  <a:lumMod val="60000"/>
                  <a:lumOff val="40000"/>
                  <a:alpha val="83000"/>
                </a:schemeClr>
              </a:gs>
            </a:gsLst>
            <a:lin ang="10800000" scaled="0"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0" name="任意多边形: 形状 9"/>
          <p:cNvSpPr/>
          <p:nvPr userDrawn="1">
            <p:custDataLst>
              <p:tags r:id="rId4"/>
            </p:custDataLst>
          </p:nvPr>
        </p:nvSpPr>
        <p:spPr>
          <a:xfrm>
            <a:off x="988060" y="3112135"/>
            <a:ext cx="5225415" cy="448945"/>
          </a:xfrm>
          <a:custGeom>
            <a:avLst/>
            <a:gdLst>
              <a:gd name="connsiteX0" fmla="*/ 1786985 w 1786985"/>
              <a:gd name="connsiteY0" fmla="*/ 139351 h 174996"/>
              <a:gd name="connsiteX1" fmla="*/ 0 w 1786985"/>
              <a:gd name="connsiteY1" fmla="*/ 0 h 174996"/>
              <a:gd name="connsiteX2" fmla="*/ 0 w 1786985"/>
              <a:gd name="connsiteY2" fmla="*/ 97536 h 174996"/>
              <a:gd name="connsiteX3" fmla="*/ 1786985 w 1786985"/>
              <a:gd name="connsiteY3" fmla="*/ 158877 h 174996"/>
              <a:gd name="connsiteX4" fmla="*/ 1786985 w 1786985"/>
              <a:gd name="connsiteY4" fmla="*/ 139351 h 174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86985" h="174996">
                <a:moveTo>
                  <a:pt x="1786985" y="139351"/>
                </a:moveTo>
                <a:cubicBezTo>
                  <a:pt x="432054" y="147733"/>
                  <a:pt x="0" y="0"/>
                  <a:pt x="0" y="0"/>
                </a:cubicBezTo>
                <a:lnTo>
                  <a:pt x="0" y="97536"/>
                </a:lnTo>
                <a:cubicBezTo>
                  <a:pt x="0" y="97536"/>
                  <a:pt x="802862" y="217456"/>
                  <a:pt x="1786985" y="158877"/>
                </a:cubicBezTo>
                <a:lnTo>
                  <a:pt x="1786985" y="139351"/>
                </a:lnTo>
                <a:close/>
              </a:path>
            </a:pathLst>
          </a:custGeom>
          <a:gradFill>
            <a:gsLst>
              <a:gs pos="0">
                <a:schemeClr val="accent2">
                  <a:alpha val="0"/>
                </a:schemeClr>
              </a:gs>
              <a:gs pos="100000">
                <a:schemeClr val="accent2">
                  <a:lumMod val="60000"/>
                  <a:lumOff val="40000"/>
                  <a:alpha val="20000"/>
                </a:schemeClr>
              </a:gs>
            </a:gsLst>
            <a:lin ang="10800000" scaled="0"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1" name="任意多边形: 形状 10"/>
          <p:cNvSpPr/>
          <p:nvPr userDrawn="1">
            <p:custDataLst>
              <p:tags r:id="rId5"/>
            </p:custDataLst>
          </p:nvPr>
        </p:nvSpPr>
        <p:spPr>
          <a:xfrm>
            <a:off x="0" y="3655060"/>
            <a:ext cx="6219190" cy="236855"/>
          </a:xfrm>
          <a:custGeom>
            <a:avLst/>
            <a:gdLst>
              <a:gd name="connsiteX0" fmla="*/ 0 w 2127123"/>
              <a:gd name="connsiteY0" fmla="*/ 0 h 92247"/>
              <a:gd name="connsiteX1" fmla="*/ 2127123 w 2127123"/>
              <a:gd name="connsiteY1" fmla="*/ 11144 h 92247"/>
              <a:gd name="connsiteX2" fmla="*/ 2127123 w 2127123"/>
              <a:gd name="connsiteY2" fmla="*/ 35814 h 92247"/>
              <a:gd name="connsiteX3" fmla="*/ 0 w 2127123"/>
              <a:gd name="connsiteY3" fmla="*/ 80867 h 92247"/>
              <a:gd name="connsiteX4" fmla="*/ 0 w 2127123"/>
              <a:gd name="connsiteY4" fmla="*/ 0 h 92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27123" h="92247">
                <a:moveTo>
                  <a:pt x="0" y="0"/>
                </a:moveTo>
                <a:cubicBezTo>
                  <a:pt x="0" y="0"/>
                  <a:pt x="931164" y="72485"/>
                  <a:pt x="2127123" y="11144"/>
                </a:cubicBezTo>
                <a:lnTo>
                  <a:pt x="2127123" y="35814"/>
                </a:lnTo>
                <a:cubicBezTo>
                  <a:pt x="2127123" y="35814"/>
                  <a:pt x="621697" y="122682"/>
                  <a:pt x="0" y="80867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2">
                  <a:alpha val="0"/>
                </a:schemeClr>
              </a:gs>
              <a:gs pos="100000">
                <a:schemeClr val="accent2">
                  <a:lumMod val="60000"/>
                  <a:lumOff val="40000"/>
                  <a:alpha val="44000"/>
                </a:schemeClr>
              </a:gs>
            </a:gsLst>
            <a:lin ang="10800000" scaled="0"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2" name="任意多边形: 形状 11"/>
          <p:cNvSpPr/>
          <p:nvPr userDrawn="1">
            <p:custDataLst>
              <p:tags r:id="rId6"/>
            </p:custDataLst>
          </p:nvPr>
        </p:nvSpPr>
        <p:spPr>
          <a:xfrm>
            <a:off x="702310" y="1475740"/>
            <a:ext cx="5550535" cy="1496060"/>
          </a:xfrm>
          <a:custGeom>
            <a:avLst/>
            <a:gdLst>
              <a:gd name="connsiteX0" fmla="*/ 0 w 1898523"/>
              <a:gd name="connsiteY0" fmla="*/ 0 h 583287"/>
              <a:gd name="connsiteX1" fmla="*/ 0 w 1898523"/>
              <a:gd name="connsiteY1" fmla="*/ 89249 h 583287"/>
              <a:gd name="connsiteX2" fmla="*/ 1898523 w 1898523"/>
              <a:gd name="connsiteY2" fmla="*/ 577120 h 583287"/>
              <a:gd name="connsiteX3" fmla="*/ 0 w 1898523"/>
              <a:gd name="connsiteY3" fmla="*/ 0 h 583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98523" h="583287">
                <a:moveTo>
                  <a:pt x="0" y="0"/>
                </a:moveTo>
                <a:lnTo>
                  <a:pt x="0" y="89249"/>
                </a:lnTo>
                <a:cubicBezTo>
                  <a:pt x="0" y="89249"/>
                  <a:pt x="1147667" y="647700"/>
                  <a:pt x="1898523" y="577120"/>
                </a:cubicBezTo>
                <a:cubicBezTo>
                  <a:pt x="1898523" y="577120"/>
                  <a:pt x="869823" y="553879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2">
                  <a:alpha val="0"/>
                </a:schemeClr>
              </a:gs>
              <a:gs pos="100000">
                <a:schemeClr val="accent2">
                  <a:lumMod val="60000"/>
                  <a:lumOff val="40000"/>
                  <a:alpha val="15000"/>
                </a:schemeClr>
              </a:gs>
            </a:gsLst>
            <a:lin ang="10800000" scaled="0"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3" name="任意多边形: 形状 12"/>
          <p:cNvSpPr/>
          <p:nvPr userDrawn="1">
            <p:custDataLst>
              <p:tags r:id="rId7"/>
            </p:custDataLst>
          </p:nvPr>
        </p:nvSpPr>
        <p:spPr>
          <a:xfrm>
            <a:off x="282575" y="0"/>
            <a:ext cx="5929630" cy="2961005"/>
          </a:xfrm>
          <a:custGeom>
            <a:avLst/>
            <a:gdLst>
              <a:gd name="connsiteX0" fmla="*/ 0 w 1478470"/>
              <a:gd name="connsiteY0" fmla="*/ 0 h 841762"/>
              <a:gd name="connsiteX1" fmla="*/ 52006 w 1478470"/>
              <a:gd name="connsiteY1" fmla="*/ 0 h 841762"/>
              <a:gd name="connsiteX2" fmla="*/ 1478471 w 1478470"/>
              <a:gd name="connsiteY2" fmla="*/ 836295 h 841762"/>
              <a:gd name="connsiteX3" fmla="*/ 0 w 1478470"/>
              <a:gd name="connsiteY3" fmla="*/ 0 h 841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78470" h="841762">
                <a:moveTo>
                  <a:pt x="0" y="0"/>
                </a:moveTo>
                <a:lnTo>
                  <a:pt x="52006" y="0"/>
                </a:lnTo>
                <a:cubicBezTo>
                  <a:pt x="52006" y="0"/>
                  <a:pt x="1128141" y="903256"/>
                  <a:pt x="1478471" y="836295"/>
                </a:cubicBezTo>
                <a:cubicBezTo>
                  <a:pt x="1478471" y="836295"/>
                  <a:pt x="1122521" y="962692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2">
                  <a:alpha val="0"/>
                </a:schemeClr>
              </a:gs>
              <a:gs pos="100000">
                <a:schemeClr val="accent2">
                  <a:lumMod val="60000"/>
                  <a:lumOff val="40000"/>
                  <a:alpha val="65000"/>
                </a:schemeClr>
              </a:gs>
            </a:gsLst>
            <a:lin ang="10800000" scaled="0"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4" name="任意多边形: 形状 13"/>
          <p:cNvSpPr/>
          <p:nvPr userDrawn="1">
            <p:custDataLst>
              <p:tags r:id="rId8"/>
            </p:custDataLst>
          </p:nvPr>
        </p:nvSpPr>
        <p:spPr>
          <a:xfrm>
            <a:off x="1726565" y="2445385"/>
            <a:ext cx="4485640" cy="666750"/>
          </a:xfrm>
          <a:custGeom>
            <a:avLst/>
            <a:gdLst>
              <a:gd name="connsiteX0" fmla="*/ 0 w 1534191"/>
              <a:gd name="connsiteY0" fmla="*/ 59436 h 259827"/>
              <a:gd name="connsiteX1" fmla="*/ 0 w 1534191"/>
              <a:gd name="connsiteY1" fmla="*/ 0 h 259827"/>
              <a:gd name="connsiteX2" fmla="*/ 1534192 w 1534191"/>
              <a:gd name="connsiteY2" fmla="*/ 254127 h 259827"/>
              <a:gd name="connsiteX3" fmla="*/ 0 w 1534191"/>
              <a:gd name="connsiteY3" fmla="*/ 59436 h 259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34191" h="259827">
                <a:moveTo>
                  <a:pt x="0" y="59436"/>
                </a:moveTo>
                <a:lnTo>
                  <a:pt x="0" y="0"/>
                </a:lnTo>
                <a:cubicBezTo>
                  <a:pt x="0" y="0"/>
                  <a:pt x="669989" y="241078"/>
                  <a:pt x="1534192" y="254127"/>
                </a:cubicBezTo>
                <a:cubicBezTo>
                  <a:pt x="1534287" y="254032"/>
                  <a:pt x="962787" y="312134"/>
                  <a:pt x="0" y="59436"/>
                </a:cubicBezTo>
                <a:close/>
              </a:path>
            </a:pathLst>
          </a:custGeom>
          <a:gradFill>
            <a:gsLst>
              <a:gs pos="0">
                <a:schemeClr val="accent2">
                  <a:alpha val="0"/>
                </a:schemeClr>
              </a:gs>
              <a:gs pos="100000">
                <a:schemeClr val="accent2">
                  <a:lumMod val="60000"/>
                  <a:lumOff val="40000"/>
                  <a:alpha val="17000"/>
                </a:schemeClr>
              </a:gs>
            </a:gsLst>
            <a:lin ang="10800000" scaled="0"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5" name="任意多边形: 形状 14"/>
          <p:cNvSpPr/>
          <p:nvPr userDrawn="1">
            <p:custDataLst>
              <p:tags r:id="rId9"/>
            </p:custDataLst>
          </p:nvPr>
        </p:nvSpPr>
        <p:spPr>
          <a:xfrm>
            <a:off x="0" y="2561590"/>
            <a:ext cx="4504055" cy="824865"/>
          </a:xfrm>
          <a:custGeom>
            <a:avLst/>
            <a:gdLst>
              <a:gd name="connsiteX0" fmla="*/ 0 w 1540573"/>
              <a:gd name="connsiteY0" fmla="*/ 0 h 321759"/>
              <a:gd name="connsiteX1" fmla="*/ 1540574 w 1540573"/>
              <a:gd name="connsiteY1" fmla="*/ 321564 h 321759"/>
              <a:gd name="connsiteX2" fmla="*/ 0 w 1540573"/>
              <a:gd name="connsiteY2" fmla="*/ 64103 h 321759"/>
              <a:gd name="connsiteX3" fmla="*/ 0 w 1540573"/>
              <a:gd name="connsiteY3" fmla="*/ 0 h 321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40573" h="321759">
                <a:moveTo>
                  <a:pt x="0" y="0"/>
                </a:moveTo>
                <a:cubicBezTo>
                  <a:pt x="0" y="0"/>
                  <a:pt x="373571" y="187738"/>
                  <a:pt x="1540574" y="321564"/>
                </a:cubicBezTo>
                <a:cubicBezTo>
                  <a:pt x="1540574" y="321564"/>
                  <a:pt x="940499" y="338233"/>
                  <a:pt x="0" y="64103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2">
                  <a:alpha val="0"/>
                </a:schemeClr>
              </a:gs>
              <a:gs pos="100000">
                <a:schemeClr val="accent2">
                  <a:lumMod val="60000"/>
                  <a:lumOff val="40000"/>
                  <a:alpha val="49000"/>
                </a:schemeClr>
              </a:gs>
            </a:gsLst>
            <a:lin ang="16200000" scaled="0"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6" name="任意多边形: 形状 15"/>
          <p:cNvSpPr/>
          <p:nvPr userDrawn="1">
            <p:custDataLst>
              <p:tags r:id="rId10"/>
            </p:custDataLst>
          </p:nvPr>
        </p:nvSpPr>
        <p:spPr>
          <a:xfrm>
            <a:off x="0" y="3891280"/>
            <a:ext cx="6219190" cy="242570"/>
          </a:xfrm>
          <a:custGeom>
            <a:avLst/>
            <a:gdLst>
              <a:gd name="connsiteX0" fmla="*/ 2127123 w 2127123"/>
              <a:gd name="connsiteY0" fmla="*/ 0 h 94583"/>
              <a:gd name="connsiteX1" fmla="*/ 0 w 2127123"/>
              <a:gd name="connsiteY1" fmla="*/ 44386 h 94583"/>
              <a:gd name="connsiteX2" fmla="*/ 0 w 2127123"/>
              <a:gd name="connsiteY2" fmla="*/ 94583 h 945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27123" h="94583">
                <a:moveTo>
                  <a:pt x="2127123" y="0"/>
                </a:moveTo>
                <a:lnTo>
                  <a:pt x="0" y="44386"/>
                </a:lnTo>
                <a:lnTo>
                  <a:pt x="0" y="94583"/>
                </a:lnTo>
                <a:close/>
              </a:path>
            </a:pathLst>
          </a:custGeom>
          <a:gradFill>
            <a:gsLst>
              <a:gs pos="0">
                <a:schemeClr val="accent2">
                  <a:alpha val="0"/>
                </a:schemeClr>
              </a:gs>
              <a:gs pos="100000">
                <a:schemeClr val="accent2">
                  <a:lumMod val="60000"/>
                  <a:lumOff val="40000"/>
                  <a:alpha val="70000"/>
                </a:schemeClr>
              </a:gs>
            </a:gsLst>
            <a:lin ang="10800000" scaled="0"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7" name="任意多边形: 形状 16"/>
          <p:cNvSpPr/>
          <p:nvPr userDrawn="1">
            <p:custDataLst>
              <p:tags r:id="rId11"/>
            </p:custDataLst>
          </p:nvPr>
        </p:nvSpPr>
        <p:spPr>
          <a:xfrm>
            <a:off x="150495" y="3967480"/>
            <a:ext cx="5971540" cy="419100"/>
          </a:xfrm>
          <a:custGeom>
            <a:avLst/>
            <a:gdLst>
              <a:gd name="connsiteX0" fmla="*/ 0 w 2042541"/>
              <a:gd name="connsiteY0" fmla="*/ 163544 h 163544"/>
              <a:gd name="connsiteX1" fmla="*/ 0 w 2042541"/>
              <a:gd name="connsiteY1" fmla="*/ 40862 h 163544"/>
              <a:gd name="connsiteX2" fmla="*/ 2042541 w 2042541"/>
              <a:gd name="connsiteY2" fmla="*/ 0 h 163544"/>
              <a:gd name="connsiteX3" fmla="*/ 2042541 w 2042541"/>
              <a:gd name="connsiteY3" fmla="*/ 37148 h 163544"/>
              <a:gd name="connsiteX4" fmla="*/ 0 w 2042541"/>
              <a:gd name="connsiteY4" fmla="*/ 163544 h 163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42541" h="163544">
                <a:moveTo>
                  <a:pt x="0" y="163544"/>
                </a:moveTo>
                <a:lnTo>
                  <a:pt x="0" y="40862"/>
                </a:lnTo>
                <a:lnTo>
                  <a:pt x="2042541" y="0"/>
                </a:lnTo>
                <a:lnTo>
                  <a:pt x="2042541" y="37148"/>
                </a:lnTo>
                <a:cubicBezTo>
                  <a:pt x="2042541" y="37148"/>
                  <a:pt x="245269" y="111538"/>
                  <a:pt x="0" y="163544"/>
                </a:cubicBezTo>
                <a:close/>
              </a:path>
            </a:pathLst>
          </a:custGeom>
          <a:gradFill>
            <a:gsLst>
              <a:gs pos="0">
                <a:schemeClr val="accent2">
                  <a:alpha val="0"/>
                </a:schemeClr>
              </a:gs>
              <a:gs pos="100000">
                <a:schemeClr val="accent2">
                  <a:lumMod val="60000"/>
                  <a:lumOff val="40000"/>
                  <a:alpha val="73000"/>
                </a:schemeClr>
              </a:gs>
            </a:gsLst>
            <a:lin ang="10800000" scaled="0"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8" name="任意多边形: 形状 17"/>
          <p:cNvSpPr/>
          <p:nvPr userDrawn="1">
            <p:custDataLst>
              <p:tags r:id="rId12"/>
            </p:custDataLst>
          </p:nvPr>
        </p:nvSpPr>
        <p:spPr>
          <a:xfrm>
            <a:off x="702310" y="4175760"/>
            <a:ext cx="5420360" cy="487045"/>
          </a:xfrm>
          <a:custGeom>
            <a:avLst/>
            <a:gdLst>
              <a:gd name="connsiteX0" fmla="*/ 0 w 1853850"/>
              <a:gd name="connsiteY0" fmla="*/ 189894 h 189894"/>
              <a:gd name="connsiteX1" fmla="*/ 0 w 1853850"/>
              <a:gd name="connsiteY1" fmla="*/ 82071 h 189894"/>
              <a:gd name="connsiteX2" fmla="*/ 1853851 w 1853850"/>
              <a:gd name="connsiteY2" fmla="*/ 251 h 189894"/>
              <a:gd name="connsiteX3" fmla="*/ 1853851 w 1853850"/>
              <a:gd name="connsiteY3" fmla="*/ 25302 h 189894"/>
              <a:gd name="connsiteX4" fmla="*/ 0 w 1853850"/>
              <a:gd name="connsiteY4" fmla="*/ 189894 h 1898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53850" h="189894">
                <a:moveTo>
                  <a:pt x="0" y="189894"/>
                </a:moveTo>
                <a:lnTo>
                  <a:pt x="0" y="82071"/>
                </a:lnTo>
                <a:cubicBezTo>
                  <a:pt x="0" y="82071"/>
                  <a:pt x="1262920" y="-5273"/>
                  <a:pt x="1853851" y="251"/>
                </a:cubicBezTo>
                <a:lnTo>
                  <a:pt x="1853851" y="25302"/>
                </a:lnTo>
                <a:cubicBezTo>
                  <a:pt x="1853946" y="25397"/>
                  <a:pt x="1162526" y="347"/>
                  <a:pt x="0" y="189894"/>
                </a:cubicBezTo>
                <a:close/>
              </a:path>
            </a:pathLst>
          </a:custGeom>
          <a:gradFill>
            <a:gsLst>
              <a:gs pos="0">
                <a:schemeClr val="accent2">
                  <a:alpha val="0"/>
                </a:schemeClr>
              </a:gs>
              <a:gs pos="100000">
                <a:schemeClr val="accent2">
                  <a:lumMod val="60000"/>
                  <a:lumOff val="40000"/>
                  <a:alpha val="10000"/>
                </a:schemeClr>
              </a:gs>
            </a:gsLst>
            <a:lin ang="10800000" scaled="0"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9" name="任意多边形: 形状 18"/>
          <p:cNvSpPr/>
          <p:nvPr userDrawn="1">
            <p:custDataLst>
              <p:tags r:id="rId13"/>
            </p:custDataLst>
          </p:nvPr>
        </p:nvSpPr>
        <p:spPr>
          <a:xfrm>
            <a:off x="0" y="4463415"/>
            <a:ext cx="6814185" cy="1457325"/>
          </a:xfrm>
          <a:custGeom>
            <a:avLst/>
            <a:gdLst>
              <a:gd name="connsiteX0" fmla="*/ 0 w 2330576"/>
              <a:gd name="connsiteY0" fmla="*/ 389950 h 568448"/>
              <a:gd name="connsiteX1" fmla="*/ 2330577 w 2330576"/>
              <a:gd name="connsiteY1" fmla="*/ 568 h 568448"/>
              <a:gd name="connsiteX2" fmla="*/ 2330577 w 2330576"/>
              <a:gd name="connsiteY2" fmla="*/ 30381 h 568448"/>
              <a:gd name="connsiteX3" fmla="*/ 0 w 2330576"/>
              <a:gd name="connsiteY3" fmla="*/ 568448 h 568448"/>
              <a:gd name="connsiteX4" fmla="*/ 0 w 2330576"/>
              <a:gd name="connsiteY4" fmla="*/ 389950 h 568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30576" h="568448">
                <a:moveTo>
                  <a:pt x="0" y="389950"/>
                </a:moveTo>
                <a:cubicBezTo>
                  <a:pt x="0" y="389950"/>
                  <a:pt x="841915" y="-17244"/>
                  <a:pt x="2330577" y="568"/>
                </a:cubicBezTo>
                <a:lnTo>
                  <a:pt x="2330577" y="30381"/>
                </a:lnTo>
                <a:cubicBezTo>
                  <a:pt x="2330577" y="30381"/>
                  <a:pt x="911543" y="-36484"/>
                  <a:pt x="0" y="568448"/>
                </a:cubicBezTo>
                <a:lnTo>
                  <a:pt x="0" y="389950"/>
                </a:lnTo>
                <a:close/>
              </a:path>
            </a:pathLst>
          </a:custGeom>
          <a:gradFill>
            <a:gsLst>
              <a:gs pos="0">
                <a:schemeClr val="accent2">
                  <a:alpha val="0"/>
                </a:schemeClr>
              </a:gs>
              <a:gs pos="100000">
                <a:schemeClr val="accent2">
                  <a:lumMod val="60000"/>
                  <a:lumOff val="40000"/>
                  <a:alpha val="68000"/>
                </a:schemeClr>
              </a:gs>
            </a:gsLst>
            <a:lin ang="10800000" scaled="0"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20" name="任意多边形: 形状 19"/>
          <p:cNvSpPr/>
          <p:nvPr userDrawn="1">
            <p:custDataLst>
              <p:tags r:id="rId14"/>
            </p:custDataLst>
          </p:nvPr>
        </p:nvSpPr>
        <p:spPr>
          <a:xfrm>
            <a:off x="1174115" y="4967605"/>
            <a:ext cx="5331460" cy="1167130"/>
          </a:xfrm>
          <a:custGeom>
            <a:avLst/>
            <a:gdLst>
              <a:gd name="connsiteX0" fmla="*/ 191 w 1823370"/>
              <a:gd name="connsiteY0" fmla="*/ 413197 h 455106"/>
              <a:gd name="connsiteX1" fmla="*/ 88297 w 1823370"/>
              <a:gd name="connsiteY1" fmla="*/ 348808 h 455106"/>
              <a:gd name="connsiteX2" fmla="*/ 460915 w 1823370"/>
              <a:gd name="connsiteY2" fmla="*/ 134495 h 455106"/>
              <a:gd name="connsiteX3" fmla="*/ 876586 w 1823370"/>
              <a:gd name="connsiteY3" fmla="*/ 8575 h 455106"/>
              <a:gd name="connsiteX4" fmla="*/ 1006697 w 1823370"/>
              <a:gd name="connsiteY4" fmla="*/ 98 h 455106"/>
              <a:gd name="connsiteX5" fmla="*/ 1245013 w 1823370"/>
              <a:gd name="connsiteY5" fmla="*/ 574 h 455106"/>
              <a:gd name="connsiteX6" fmla="*/ 1516856 w 1823370"/>
              <a:gd name="connsiteY6" fmla="*/ 479 h 455106"/>
              <a:gd name="connsiteX7" fmla="*/ 1746218 w 1823370"/>
              <a:gd name="connsiteY7" fmla="*/ 383 h 455106"/>
              <a:gd name="connsiteX8" fmla="*/ 1823371 w 1823370"/>
              <a:gd name="connsiteY8" fmla="*/ 383 h 455106"/>
              <a:gd name="connsiteX9" fmla="*/ 1823371 w 1823370"/>
              <a:gd name="connsiteY9" fmla="*/ 14576 h 455106"/>
              <a:gd name="connsiteX10" fmla="*/ 1711071 w 1823370"/>
              <a:gd name="connsiteY10" fmla="*/ 16004 h 455106"/>
              <a:gd name="connsiteX11" fmla="*/ 1453896 w 1823370"/>
              <a:gd name="connsiteY11" fmla="*/ 19338 h 455106"/>
              <a:gd name="connsiteX12" fmla="*/ 1171099 w 1823370"/>
              <a:gd name="connsiteY12" fmla="*/ 22958 h 455106"/>
              <a:gd name="connsiteX13" fmla="*/ 945642 w 1823370"/>
              <a:gd name="connsiteY13" fmla="*/ 26482 h 455106"/>
              <a:gd name="connsiteX14" fmla="*/ 734473 w 1823370"/>
              <a:gd name="connsiteY14" fmla="*/ 65153 h 455106"/>
              <a:gd name="connsiteX15" fmla="*/ 336709 w 1823370"/>
              <a:gd name="connsiteY15" fmla="*/ 239651 h 455106"/>
              <a:gd name="connsiteX16" fmla="*/ 330898 w 1823370"/>
              <a:gd name="connsiteY16" fmla="*/ 242890 h 455106"/>
              <a:gd name="connsiteX17" fmla="*/ 0 w 1823370"/>
              <a:gd name="connsiteY17" fmla="*/ 455107 h 455106"/>
              <a:gd name="connsiteX18" fmla="*/ 191 w 1823370"/>
              <a:gd name="connsiteY18" fmla="*/ 413197 h 4551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823370" h="455106">
                <a:moveTo>
                  <a:pt x="191" y="413197"/>
                </a:moveTo>
                <a:cubicBezTo>
                  <a:pt x="28670" y="390527"/>
                  <a:pt x="58483" y="369477"/>
                  <a:pt x="88297" y="348808"/>
                </a:cubicBezTo>
                <a:cubicBezTo>
                  <a:pt x="206312" y="267083"/>
                  <a:pt x="330708" y="195074"/>
                  <a:pt x="460915" y="134495"/>
                </a:cubicBezTo>
                <a:cubicBezTo>
                  <a:pt x="592265" y="73345"/>
                  <a:pt x="732377" y="26672"/>
                  <a:pt x="876586" y="8575"/>
                </a:cubicBezTo>
                <a:cubicBezTo>
                  <a:pt x="919734" y="3241"/>
                  <a:pt x="963168" y="383"/>
                  <a:pt x="1006697" y="98"/>
                </a:cubicBezTo>
                <a:cubicBezTo>
                  <a:pt x="1086136" y="-283"/>
                  <a:pt x="1165574" y="574"/>
                  <a:pt x="1245013" y="574"/>
                </a:cubicBezTo>
                <a:cubicBezTo>
                  <a:pt x="1335596" y="574"/>
                  <a:pt x="1426274" y="479"/>
                  <a:pt x="1516856" y="479"/>
                </a:cubicBezTo>
                <a:cubicBezTo>
                  <a:pt x="1593342" y="479"/>
                  <a:pt x="1669828" y="479"/>
                  <a:pt x="1746218" y="383"/>
                </a:cubicBezTo>
                <a:cubicBezTo>
                  <a:pt x="1771936" y="383"/>
                  <a:pt x="1797653" y="383"/>
                  <a:pt x="1823371" y="383"/>
                </a:cubicBezTo>
                <a:cubicBezTo>
                  <a:pt x="1823371" y="383"/>
                  <a:pt x="1823371" y="14576"/>
                  <a:pt x="1823371" y="14576"/>
                </a:cubicBezTo>
                <a:cubicBezTo>
                  <a:pt x="1785938" y="15052"/>
                  <a:pt x="1748504" y="15528"/>
                  <a:pt x="1711071" y="16004"/>
                </a:cubicBezTo>
                <a:cubicBezTo>
                  <a:pt x="1625346" y="17147"/>
                  <a:pt x="1539621" y="18195"/>
                  <a:pt x="1453896" y="19338"/>
                </a:cubicBezTo>
                <a:cubicBezTo>
                  <a:pt x="1359599" y="20576"/>
                  <a:pt x="1265396" y="21815"/>
                  <a:pt x="1171099" y="22958"/>
                </a:cubicBezTo>
                <a:cubicBezTo>
                  <a:pt x="1095947" y="23910"/>
                  <a:pt x="1020699" y="22862"/>
                  <a:pt x="945642" y="26482"/>
                </a:cubicBezTo>
                <a:cubicBezTo>
                  <a:pt x="874776" y="29911"/>
                  <a:pt x="802481" y="45627"/>
                  <a:pt x="734473" y="65153"/>
                </a:cubicBezTo>
                <a:cubicBezTo>
                  <a:pt x="595789" y="105063"/>
                  <a:pt x="462534" y="169643"/>
                  <a:pt x="336709" y="239651"/>
                </a:cubicBezTo>
                <a:cubicBezTo>
                  <a:pt x="334804" y="240699"/>
                  <a:pt x="332899" y="241842"/>
                  <a:pt x="330898" y="242890"/>
                </a:cubicBezTo>
                <a:cubicBezTo>
                  <a:pt x="216503" y="306898"/>
                  <a:pt x="106394" y="378621"/>
                  <a:pt x="0" y="455107"/>
                </a:cubicBezTo>
                <a:cubicBezTo>
                  <a:pt x="191" y="455012"/>
                  <a:pt x="191" y="413197"/>
                  <a:pt x="191" y="413197"/>
                </a:cubicBezTo>
                <a:close/>
              </a:path>
            </a:pathLst>
          </a:custGeom>
          <a:gradFill>
            <a:gsLst>
              <a:gs pos="0">
                <a:schemeClr val="accent2">
                  <a:alpha val="0"/>
                </a:schemeClr>
              </a:gs>
              <a:gs pos="89000">
                <a:schemeClr val="accent2">
                  <a:lumMod val="60000"/>
                  <a:lumOff val="40000"/>
                  <a:alpha val="100000"/>
                </a:schemeClr>
              </a:gs>
            </a:gsLst>
            <a:lin ang="10800000" scaled="0"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21" name="任意多边形: 形状 20"/>
          <p:cNvSpPr/>
          <p:nvPr userDrawn="1">
            <p:custDataLst>
              <p:tags r:id="rId15"/>
            </p:custDataLst>
          </p:nvPr>
        </p:nvSpPr>
        <p:spPr>
          <a:xfrm>
            <a:off x="831215" y="4386580"/>
            <a:ext cx="5537200" cy="618490"/>
          </a:xfrm>
          <a:custGeom>
            <a:avLst/>
            <a:gdLst>
              <a:gd name="connsiteX0" fmla="*/ 0 w 1893855"/>
              <a:gd name="connsiteY0" fmla="*/ 241074 h 241074"/>
              <a:gd name="connsiteX1" fmla="*/ 0 w 1893855"/>
              <a:gd name="connsiteY1" fmla="*/ 164874 h 241074"/>
              <a:gd name="connsiteX2" fmla="*/ 1893856 w 1893855"/>
              <a:gd name="connsiteY2" fmla="*/ 1330 h 241074"/>
              <a:gd name="connsiteX3" fmla="*/ 1893856 w 1893855"/>
              <a:gd name="connsiteY3" fmla="*/ 37620 h 241074"/>
              <a:gd name="connsiteX4" fmla="*/ 0 w 1893855"/>
              <a:gd name="connsiteY4" fmla="*/ 241074 h 241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93855" h="241074">
                <a:moveTo>
                  <a:pt x="0" y="241074"/>
                </a:moveTo>
                <a:lnTo>
                  <a:pt x="0" y="164874"/>
                </a:lnTo>
                <a:cubicBezTo>
                  <a:pt x="0" y="164874"/>
                  <a:pt x="975741" y="-17244"/>
                  <a:pt x="1893856" y="1330"/>
                </a:cubicBezTo>
                <a:lnTo>
                  <a:pt x="1893856" y="37620"/>
                </a:lnTo>
                <a:cubicBezTo>
                  <a:pt x="1893856" y="37620"/>
                  <a:pt x="1086803" y="-11624"/>
                  <a:pt x="0" y="241074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  <a:alpha val="0"/>
                </a:schemeClr>
              </a:gs>
              <a:gs pos="100000">
                <a:schemeClr val="accent2">
                  <a:lumMod val="60000"/>
                  <a:lumOff val="40000"/>
                  <a:alpha val="54000"/>
                </a:schemeClr>
              </a:gs>
            </a:gsLst>
            <a:lin ang="10800000" scaled="0"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22" name="任意多边形: 形状 21"/>
          <p:cNvSpPr/>
          <p:nvPr userDrawn="1">
            <p:custDataLst>
              <p:tags r:id="rId16"/>
            </p:custDataLst>
          </p:nvPr>
        </p:nvSpPr>
        <p:spPr>
          <a:xfrm>
            <a:off x="1249680" y="5257800"/>
            <a:ext cx="5339080" cy="1152525"/>
          </a:xfrm>
          <a:custGeom>
            <a:avLst/>
            <a:gdLst>
              <a:gd name="connsiteX0" fmla="*/ 5334 w 1825942"/>
              <a:gd name="connsiteY0" fmla="*/ 449199 h 449198"/>
              <a:gd name="connsiteX1" fmla="*/ 0 w 1825942"/>
              <a:gd name="connsiteY1" fmla="*/ 441293 h 449198"/>
              <a:gd name="connsiteX2" fmla="*/ 513493 w 1825942"/>
              <a:gd name="connsiteY2" fmla="*/ 139255 h 449198"/>
              <a:gd name="connsiteX3" fmla="*/ 1044035 w 1825942"/>
              <a:gd name="connsiteY3" fmla="*/ 0 h 449198"/>
              <a:gd name="connsiteX4" fmla="*/ 1825942 w 1825942"/>
              <a:gd name="connsiteY4" fmla="*/ 0 h 449198"/>
              <a:gd name="connsiteX5" fmla="*/ 1825942 w 1825942"/>
              <a:gd name="connsiteY5" fmla="*/ 9525 h 449198"/>
              <a:gd name="connsiteX6" fmla="*/ 1044035 w 1825942"/>
              <a:gd name="connsiteY6" fmla="*/ 9525 h 449198"/>
              <a:gd name="connsiteX7" fmla="*/ 517779 w 1825942"/>
              <a:gd name="connsiteY7" fmla="*/ 147828 h 449198"/>
              <a:gd name="connsiteX8" fmla="*/ 5334 w 1825942"/>
              <a:gd name="connsiteY8" fmla="*/ 449199 h 449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25942" h="449198">
                <a:moveTo>
                  <a:pt x="5334" y="449199"/>
                </a:moveTo>
                <a:lnTo>
                  <a:pt x="0" y="441293"/>
                </a:lnTo>
                <a:cubicBezTo>
                  <a:pt x="172784" y="324612"/>
                  <a:pt x="345567" y="223075"/>
                  <a:pt x="513493" y="139255"/>
                </a:cubicBezTo>
                <a:cubicBezTo>
                  <a:pt x="709232" y="41624"/>
                  <a:pt x="867918" y="0"/>
                  <a:pt x="1044035" y="0"/>
                </a:cubicBezTo>
                <a:lnTo>
                  <a:pt x="1825942" y="0"/>
                </a:lnTo>
                <a:lnTo>
                  <a:pt x="1825942" y="9525"/>
                </a:lnTo>
                <a:lnTo>
                  <a:pt x="1044035" y="9525"/>
                </a:lnTo>
                <a:cubicBezTo>
                  <a:pt x="869442" y="9525"/>
                  <a:pt x="712089" y="50863"/>
                  <a:pt x="517779" y="147828"/>
                </a:cubicBezTo>
                <a:cubicBezTo>
                  <a:pt x="350234" y="231457"/>
                  <a:pt x="177832" y="332803"/>
                  <a:pt x="5334" y="449199"/>
                </a:cubicBezTo>
                <a:close/>
              </a:path>
            </a:pathLst>
          </a:custGeom>
          <a:gradFill>
            <a:gsLst>
              <a:gs pos="0">
                <a:schemeClr val="accent2">
                  <a:alpha val="0"/>
                </a:schemeClr>
              </a:gs>
              <a:gs pos="100000">
                <a:schemeClr val="accent2">
                  <a:lumMod val="60000"/>
                  <a:lumOff val="40000"/>
                  <a:alpha val="35000"/>
                </a:schemeClr>
              </a:gs>
            </a:gsLst>
            <a:lin ang="10800000" scaled="0"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3" name="任意多边形: 形状 22"/>
          <p:cNvSpPr/>
          <p:nvPr userDrawn="1">
            <p:custDataLst>
              <p:tags r:id="rId17"/>
            </p:custDataLst>
          </p:nvPr>
        </p:nvSpPr>
        <p:spPr>
          <a:xfrm>
            <a:off x="2269490" y="5488305"/>
            <a:ext cx="4262755" cy="875030"/>
          </a:xfrm>
          <a:custGeom>
            <a:avLst/>
            <a:gdLst>
              <a:gd name="connsiteX0" fmla="*/ 5429 w 1457991"/>
              <a:gd name="connsiteY0" fmla="*/ 377390 h 377390"/>
              <a:gd name="connsiteX1" fmla="*/ 0 w 1457991"/>
              <a:gd name="connsiteY1" fmla="*/ 369580 h 377390"/>
              <a:gd name="connsiteX2" fmla="*/ 663130 w 1457991"/>
              <a:gd name="connsiteY2" fmla="*/ 23060 h 377390"/>
              <a:gd name="connsiteX3" fmla="*/ 975551 w 1457991"/>
              <a:gd name="connsiteY3" fmla="*/ 1724 h 377390"/>
              <a:gd name="connsiteX4" fmla="*/ 1069277 w 1457991"/>
              <a:gd name="connsiteY4" fmla="*/ 3439 h 377390"/>
              <a:gd name="connsiteX5" fmla="*/ 1069372 w 1457991"/>
              <a:gd name="connsiteY5" fmla="*/ 3439 h 377390"/>
              <a:gd name="connsiteX6" fmla="*/ 1457992 w 1457991"/>
              <a:gd name="connsiteY6" fmla="*/ 3439 h 377390"/>
              <a:gd name="connsiteX7" fmla="*/ 1457992 w 1457991"/>
              <a:gd name="connsiteY7" fmla="*/ 12964 h 377390"/>
              <a:gd name="connsiteX8" fmla="*/ 1069372 w 1457991"/>
              <a:gd name="connsiteY8" fmla="*/ 12964 h 377390"/>
              <a:gd name="connsiteX9" fmla="*/ 1069277 w 1457991"/>
              <a:gd name="connsiteY9" fmla="*/ 12964 h 377390"/>
              <a:gd name="connsiteX10" fmla="*/ 975265 w 1457991"/>
              <a:gd name="connsiteY10" fmla="*/ 11249 h 377390"/>
              <a:gd name="connsiteX11" fmla="*/ 665607 w 1457991"/>
              <a:gd name="connsiteY11" fmla="*/ 32204 h 377390"/>
              <a:gd name="connsiteX12" fmla="*/ 5429 w 1457991"/>
              <a:gd name="connsiteY12" fmla="*/ 377390 h 3773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457991" h="377390">
                <a:moveTo>
                  <a:pt x="5429" y="377390"/>
                </a:moveTo>
                <a:lnTo>
                  <a:pt x="0" y="369580"/>
                </a:lnTo>
                <a:cubicBezTo>
                  <a:pt x="190405" y="236039"/>
                  <a:pt x="418147" y="90402"/>
                  <a:pt x="663130" y="23060"/>
                </a:cubicBezTo>
                <a:cubicBezTo>
                  <a:pt x="761619" y="-3991"/>
                  <a:pt x="870395" y="-1038"/>
                  <a:pt x="975551" y="1724"/>
                </a:cubicBezTo>
                <a:cubicBezTo>
                  <a:pt x="1008031" y="2582"/>
                  <a:pt x="1038701" y="3439"/>
                  <a:pt x="1069277" y="3439"/>
                </a:cubicBezTo>
                <a:cubicBezTo>
                  <a:pt x="1069277" y="3439"/>
                  <a:pt x="1069372" y="3439"/>
                  <a:pt x="1069372" y="3439"/>
                </a:cubicBezTo>
                <a:lnTo>
                  <a:pt x="1457992" y="3439"/>
                </a:lnTo>
                <a:lnTo>
                  <a:pt x="1457992" y="12964"/>
                </a:lnTo>
                <a:lnTo>
                  <a:pt x="1069372" y="12964"/>
                </a:lnTo>
                <a:cubicBezTo>
                  <a:pt x="1069372" y="12964"/>
                  <a:pt x="1069277" y="12964"/>
                  <a:pt x="1069277" y="12964"/>
                </a:cubicBezTo>
                <a:cubicBezTo>
                  <a:pt x="1038606" y="12964"/>
                  <a:pt x="1006412" y="12107"/>
                  <a:pt x="975265" y="11249"/>
                </a:cubicBezTo>
                <a:cubicBezTo>
                  <a:pt x="870776" y="8392"/>
                  <a:pt x="762762" y="5534"/>
                  <a:pt x="665607" y="32204"/>
                </a:cubicBezTo>
                <a:cubicBezTo>
                  <a:pt x="421958" y="99260"/>
                  <a:pt x="195167" y="244326"/>
                  <a:pt x="5429" y="377390"/>
                </a:cubicBezTo>
                <a:close/>
              </a:path>
            </a:pathLst>
          </a:custGeom>
          <a:gradFill>
            <a:gsLst>
              <a:gs pos="0">
                <a:schemeClr val="accent2">
                  <a:alpha val="0"/>
                </a:schemeClr>
              </a:gs>
              <a:gs pos="100000">
                <a:schemeClr val="accent2">
                  <a:lumMod val="60000"/>
                  <a:lumOff val="40000"/>
                  <a:alpha val="57000"/>
                </a:schemeClr>
              </a:gs>
            </a:gsLst>
            <a:lin ang="10800000" scaled="0"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24" name="任意多边形: 形状 122"/>
          <p:cNvSpPr/>
          <p:nvPr userDrawn="1">
            <p:custDataLst>
              <p:tags r:id="rId18"/>
            </p:custDataLst>
          </p:nvPr>
        </p:nvSpPr>
        <p:spPr>
          <a:xfrm rot="5400000">
            <a:off x="5619750" y="3723005"/>
            <a:ext cx="450215" cy="450215"/>
          </a:xfrm>
          <a:custGeom>
            <a:avLst/>
            <a:gdLst>
              <a:gd name="connsiteX0" fmla="*/ 1582064 w 1582064"/>
              <a:gd name="connsiteY0" fmla="*/ 791032 h 1582064"/>
              <a:gd name="connsiteX1" fmla="*/ 791032 w 1582064"/>
              <a:gd name="connsiteY1" fmla="*/ 1582064 h 1582064"/>
              <a:gd name="connsiteX2" fmla="*/ 0 w 1582064"/>
              <a:gd name="connsiteY2" fmla="*/ 791032 h 1582064"/>
              <a:gd name="connsiteX3" fmla="*/ 791032 w 1582064"/>
              <a:gd name="connsiteY3" fmla="*/ 0 h 1582064"/>
              <a:gd name="connsiteX4" fmla="*/ 1582064 w 1582064"/>
              <a:gd name="connsiteY4" fmla="*/ 791032 h 1582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82064" h="1582064">
                <a:moveTo>
                  <a:pt x="1582064" y="791032"/>
                </a:moveTo>
                <a:cubicBezTo>
                  <a:pt x="1582064" y="1227907"/>
                  <a:pt x="1227907" y="1582064"/>
                  <a:pt x="791032" y="1582064"/>
                </a:cubicBezTo>
                <a:cubicBezTo>
                  <a:pt x="354157" y="1582064"/>
                  <a:pt x="0" y="1227907"/>
                  <a:pt x="0" y="791032"/>
                </a:cubicBezTo>
                <a:cubicBezTo>
                  <a:pt x="0" y="354157"/>
                  <a:pt x="354157" y="0"/>
                  <a:pt x="791032" y="0"/>
                </a:cubicBezTo>
                <a:cubicBezTo>
                  <a:pt x="1227907" y="0"/>
                  <a:pt x="1582064" y="354157"/>
                  <a:pt x="1582064" y="791032"/>
                </a:cubicBezTo>
                <a:close/>
              </a:path>
            </a:pathLst>
          </a:custGeom>
          <a:gradFill>
            <a:gsLst>
              <a:gs pos="70000">
                <a:schemeClr val="accent1">
                  <a:alpha val="67000"/>
                </a:schemeClr>
              </a:gs>
              <a:gs pos="85000">
                <a:schemeClr val="accent1">
                  <a:lumMod val="20000"/>
                  <a:lumOff val="80000"/>
                </a:schemeClr>
              </a:gs>
              <a:gs pos="0">
                <a:schemeClr val="accent2">
                  <a:lumMod val="7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7620" cap="flat">
            <a:noFill/>
            <a:prstDash val="solid"/>
            <a:miter/>
          </a:ln>
          <a:effectLst>
            <a:innerShdw blurRad="393700" dist="254000">
              <a:schemeClr val="accent1">
                <a:lumMod val="20000"/>
                <a:lumOff val="80000"/>
                <a:alpha val="65000"/>
              </a:schemeClr>
            </a:innerShdw>
            <a:softEdge rad="50800"/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5" name="任意多边形: 形状 122"/>
          <p:cNvSpPr/>
          <p:nvPr userDrawn="1">
            <p:custDataLst>
              <p:tags r:id="rId19"/>
            </p:custDataLst>
          </p:nvPr>
        </p:nvSpPr>
        <p:spPr>
          <a:xfrm rot="5400000">
            <a:off x="4772025" y="1076960"/>
            <a:ext cx="1212215" cy="1212215"/>
          </a:xfrm>
          <a:custGeom>
            <a:avLst/>
            <a:gdLst>
              <a:gd name="connsiteX0" fmla="*/ 1582064 w 1582064"/>
              <a:gd name="connsiteY0" fmla="*/ 791032 h 1582064"/>
              <a:gd name="connsiteX1" fmla="*/ 791032 w 1582064"/>
              <a:gd name="connsiteY1" fmla="*/ 1582064 h 1582064"/>
              <a:gd name="connsiteX2" fmla="*/ 0 w 1582064"/>
              <a:gd name="connsiteY2" fmla="*/ 791032 h 1582064"/>
              <a:gd name="connsiteX3" fmla="*/ 791032 w 1582064"/>
              <a:gd name="connsiteY3" fmla="*/ 0 h 1582064"/>
              <a:gd name="connsiteX4" fmla="*/ 1582064 w 1582064"/>
              <a:gd name="connsiteY4" fmla="*/ 791032 h 1582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82064" h="1582064">
                <a:moveTo>
                  <a:pt x="1582064" y="791032"/>
                </a:moveTo>
                <a:cubicBezTo>
                  <a:pt x="1582064" y="1227907"/>
                  <a:pt x="1227907" y="1582064"/>
                  <a:pt x="791032" y="1582064"/>
                </a:cubicBezTo>
                <a:cubicBezTo>
                  <a:pt x="354157" y="1582064"/>
                  <a:pt x="0" y="1227907"/>
                  <a:pt x="0" y="791032"/>
                </a:cubicBezTo>
                <a:cubicBezTo>
                  <a:pt x="0" y="354157"/>
                  <a:pt x="354157" y="0"/>
                  <a:pt x="791032" y="0"/>
                </a:cubicBezTo>
                <a:cubicBezTo>
                  <a:pt x="1227907" y="0"/>
                  <a:pt x="1582064" y="354157"/>
                  <a:pt x="1582064" y="791032"/>
                </a:cubicBezTo>
                <a:close/>
              </a:path>
            </a:pathLst>
          </a:custGeom>
          <a:gradFill>
            <a:gsLst>
              <a:gs pos="70000">
                <a:schemeClr val="accent1">
                  <a:alpha val="67000"/>
                </a:schemeClr>
              </a:gs>
              <a:gs pos="85000">
                <a:schemeClr val="accent1">
                  <a:lumMod val="20000"/>
                  <a:lumOff val="80000"/>
                </a:schemeClr>
              </a:gs>
              <a:gs pos="0">
                <a:schemeClr val="accent2">
                  <a:lumMod val="75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 w="7620" cap="flat">
            <a:noFill/>
            <a:prstDash val="solid"/>
            <a:miter/>
          </a:ln>
          <a:effectLst>
            <a:innerShdw blurRad="393700" dist="254000">
              <a:schemeClr val="accent1">
                <a:lumMod val="20000"/>
                <a:lumOff val="80000"/>
                <a:alpha val="65000"/>
              </a:schemeClr>
            </a:innerShdw>
            <a:softEdge rad="139700"/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6" name="椭圆 25"/>
          <p:cNvSpPr/>
          <p:nvPr userDrawn="1">
            <p:custDataLst>
              <p:tags r:id="rId20"/>
            </p:custDataLst>
          </p:nvPr>
        </p:nvSpPr>
        <p:spPr>
          <a:xfrm>
            <a:off x="3439795" y="1018540"/>
            <a:ext cx="75565" cy="75565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glow rad="76200">
              <a:srgbClr val="FFFFFF">
                <a:alpha val="10000"/>
              </a:srgbClr>
            </a:glo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27" name="任意多边形: 形状 26"/>
          <p:cNvSpPr/>
          <p:nvPr userDrawn="1">
            <p:custDataLst>
              <p:tags r:id="rId21"/>
            </p:custDataLst>
          </p:nvPr>
        </p:nvSpPr>
        <p:spPr>
          <a:xfrm>
            <a:off x="2345690" y="4334510"/>
            <a:ext cx="4194810" cy="129540"/>
          </a:xfrm>
          <a:custGeom>
            <a:avLst/>
            <a:gdLst>
              <a:gd name="connsiteX0" fmla="*/ 0 w 1434761"/>
              <a:gd name="connsiteY0" fmla="*/ 102263 h 102263"/>
              <a:gd name="connsiteX1" fmla="*/ 0 w 1434761"/>
              <a:gd name="connsiteY1" fmla="*/ 61401 h 102263"/>
              <a:gd name="connsiteX2" fmla="*/ 1434751 w 1434761"/>
              <a:gd name="connsiteY2" fmla="*/ 1965 h 102263"/>
              <a:gd name="connsiteX3" fmla="*/ 1434751 w 1434761"/>
              <a:gd name="connsiteY3" fmla="*/ 20539 h 102263"/>
              <a:gd name="connsiteX4" fmla="*/ 0 w 1434761"/>
              <a:gd name="connsiteY4" fmla="*/ 102263 h 102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4761" h="102263">
                <a:moveTo>
                  <a:pt x="0" y="102263"/>
                </a:moveTo>
                <a:lnTo>
                  <a:pt x="0" y="61401"/>
                </a:lnTo>
                <a:cubicBezTo>
                  <a:pt x="0" y="61401"/>
                  <a:pt x="858679" y="-12894"/>
                  <a:pt x="1434751" y="1965"/>
                </a:cubicBezTo>
                <a:lnTo>
                  <a:pt x="1434751" y="20539"/>
                </a:lnTo>
                <a:cubicBezTo>
                  <a:pt x="1439037" y="16538"/>
                  <a:pt x="157067" y="76641"/>
                  <a:pt x="0" y="102263"/>
                </a:cubicBezTo>
                <a:close/>
              </a:path>
            </a:pathLst>
          </a:custGeom>
          <a:gradFill>
            <a:gsLst>
              <a:gs pos="0">
                <a:schemeClr val="accent2">
                  <a:alpha val="59000"/>
                </a:schemeClr>
              </a:gs>
              <a:gs pos="100000">
                <a:schemeClr val="accent2">
                  <a:lumMod val="60000"/>
                  <a:lumOff val="40000"/>
                  <a:alpha val="0"/>
                </a:schemeClr>
              </a:gs>
            </a:gsLst>
            <a:lin ang="18900000" scaled="0"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28" name="椭圆 27"/>
          <p:cNvSpPr/>
          <p:nvPr userDrawn="1">
            <p:custDataLst>
              <p:tags r:id="rId22"/>
            </p:custDataLst>
          </p:nvPr>
        </p:nvSpPr>
        <p:spPr>
          <a:xfrm flipV="1">
            <a:off x="4772025" y="4704715"/>
            <a:ext cx="36195" cy="36195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glow rad="25400">
              <a:srgbClr val="FFFFFF">
                <a:alpha val="10000"/>
              </a:srgbClr>
            </a:glo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29" name="椭圆 28"/>
          <p:cNvSpPr/>
          <p:nvPr userDrawn="1">
            <p:custDataLst>
              <p:tags r:id="rId23"/>
            </p:custDataLst>
          </p:nvPr>
        </p:nvSpPr>
        <p:spPr>
          <a:xfrm>
            <a:off x="1174115" y="4528185"/>
            <a:ext cx="75565" cy="75565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glow rad="50800">
              <a:srgbClr val="FFFFFF">
                <a:alpha val="10000"/>
              </a:srgbClr>
            </a:glo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31" name="日期占位符 4"/>
          <p:cNvSpPr>
            <a:spLocks noGrp="1"/>
          </p:cNvSpPr>
          <p:nvPr>
            <p:ph type="dt" sz="half" idx="16385"/>
            <p:custDataLst>
              <p:tags r:id="rId2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>
                <a:latin typeface="+mn-lt"/>
                <a:ea typeface="+mn-ea"/>
                <a:cs typeface="+mn-cs"/>
              </a:rPr>
            </a:fld>
            <a:endParaRPr lang="zh-CN" altLang="en-US">
              <a:latin typeface="+mn-lt"/>
              <a:ea typeface="+mn-ea"/>
              <a:cs typeface="+mn-cs"/>
            </a:endParaRPr>
          </a:p>
        </p:txBody>
      </p:sp>
      <p:sp>
        <p:nvSpPr>
          <p:cNvPr id="32" name="页脚占位符 5"/>
          <p:cNvSpPr>
            <a:spLocks noGrp="1"/>
          </p:cNvSpPr>
          <p:nvPr>
            <p:ph type="ftr" sz="quarter" idx="16386"/>
            <p:custDataLst>
              <p:tags r:id="rId25"/>
            </p:custDataLst>
          </p:nvPr>
        </p:nvSpPr>
        <p:spPr/>
        <p:txBody>
          <a:bodyPr/>
          <a:lstStyle/>
          <a:p>
            <a:endParaRPr lang="zh-CN" altLang="en-US">
              <a:latin typeface="+mn-lt"/>
              <a:ea typeface="+mn-ea"/>
              <a:cs typeface="+mn-cs"/>
            </a:endParaRPr>
          </a:p>
        </p:txBody>
      </p:sp>
      <p:sp>
        <p:nvSpPr>
          <p:cNvPr id="33" name="灯片编号占位符 6"/>
          <p:cNvSpPr>
            <a:spLocks noGrp="1"/>
          </p:cNvSpPr>
          <p:nvPr>
            <p:ph type="sldNum" sz="quarter" idx="16387"/>
            <p:custDataLst>
              <p:tags r:id="rId2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>
                <a:latin typeface="+mn-lt"/>
                <a:ea typeface="+mn-ea"/>
                <a:cs typeface="+mn-cs"/>
              </a:rPr>
            </a:fld>
            <a:endParaRPr lang="zh-CN" altLang="en-US">
              <a:latin typeface="+mn-lt"/>
              <a:ea typeface="+mn-ea"/>
              <a:cs typeface="+mn-cs"/>
            </a:endParaRPr>
          </a:p>
        </p:txBody>
      </p:sp>
      <p:sp>
        <p:nvSpPr>
          <p:cNvPr id="6" name="标题 1"/>
          <p:cNvSpPr>
            <a:spLocks noGrp="1"/>
          </p:cNvSpPr>
          <p:nvPr>
            <p:ph type="title" idx="16388" hasCustomPrompt="1"/>
            <p:custDataLst>
              <p:tags r:id="rId27"/>
            </p:custDataLst>
          </p:nvPr>
        </p:nvSpPr>
        <p:spPr>
          <a:xfrm>
            <a:off x="4823883" y="3530600"/>
            <a:ext cx="6352117" cy="1524000"/>
          </a:xfrm>
        </p:spPr>
        <p:txBody>
          <a:bodyPr vert="horz" wrap="square" lIns="0" tIns="0" rIns="0" bIns="0" anchor="t">
            <a:normAutofit/>
          </a:bodyPr>
          <a:lstStyle>
            <a:lvl1pPr marL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zh-CN" altLang="en-US" dirty="0"/>
              <a:t>单击此处添加章节标题</a:t>
            </a:r>
            <a:endParaRPr lang="zh-CN" altLang="en-US" dirty="0"/>
          </a:p>
        </p:txBody>
      </p:sp>
      <p:sp>
        <p:nvSpPr>
          <p:cNvPr id="30" name="节编号 3"/>
          <p:cNvSpPr>
            <a:spLocks noGrp="1"/>
          </p:cNvSpPr>
          <p:nvPr>
            <p:ph type="body" sz="quarter" idx="16389" hasCustomPrompt="1"/>
            <p:custDataLst>
              <p:tags r:id="rId28"/>
            </p:custDataLst>
          </p:nvPr>
        </p:nvSpPr>
        <p:spPr>
          <a:xfrm>
            <a:off x="9648825" y="1905000"/>
            <a:ext cx="1527175" cy="1524000"/>
          </a:xfrm>
        </p:spPr>
        <p:txBody>
          <a:bodyPr vert="horz" wrap="none" lIns="0" tIns="0" rIns="0" bIns="0" anchor="ctr">
            <a:normAutofit/>
          </a:bodyPr>
          <a:lstStyle>
            <a:lvl1pPr marL="0" indent="0" algn="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7200" b="1" spc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dirty="0"/>
              <a:t>01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结束页_1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矩形 54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5460"/>
          </a:xfrm>
          <a:prstGeom prst="rect">
            <a:avLst/>
          </a:prstGeom>
          <a:gradFill>
            <a:gsLst>
              <a:gs pos="0">
                <a:schemeClr val="accent1"/>
              </a:gs>
              <a:gs pos="55000">
                <a:schemeClr val="accent1">
                  <a:lumMod val="75000"/>
                </a:schemeClr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lt"/>
              <a:ea typeface="+mn-ea"/>
              <a:cs typeface="+mn-cs"/>
            </a:endParaRPr>
          </a:p>
        </p:txBody>
      </p:sp>
      <p:sp>
        <p:nvSpPr>
          <p:cNvPr id="7" name="任意多边形: 形状 308"/>
          <p:cNvSpPr/>
          <p:nvPr userDrawn="1">
            <p:custDataLst>
              <p:tags r:id="rId3"/>
            </p:custDataLst>
          </p:nvPr>
        </p:nvSpPr>
        <p:spPr>
          <a:xfrm>
            <a:off x="7328535" y="4281805"/>
            <a:ext cx="4223385" cy="537845"/>
          </a:xfrm>
          <a:custGeom>
            <a:avLst/>
            <a:gdLst>
              <a:gd name="connsiteX0" fmla="*/ 1893856 w 1893855"/>
              <a:gd name="connsiteY0" fmla="*/ 241074 h 241074"/>
              <a:gd name="connsiteX1" fmla="*/ 1893856 w 1893855"/>
              <a:gd name="connsiteY1" fmla="*/ 164874 h 241074"/>
              <a:gd name="connsiteX2" fmla="*/ 0 w 1893855"/>
              <a:gd name="connsiteY2" fmla="*/ 1330 h 241074"/>
              <a:gd name="connsiteX3" fmla="*/ 0 w 1893855"/>
              <a:gd name="connsiteY3" fmla="*/ 37620 h 241074"/>
              <a:gd name="connsiteX4" fmla="*/ 1893856 w 1893855"/>
              <a:gd name="connsiteY4" fmla="*/ 241074 h 241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93855" h="241074">
                <a:moveTo>
                  <a:pt x="1893856" y="241074"/>
                </a:moveTo>
                <a:lnTo>
                  <a:pt x="1893856" y="164874"/>
                </a:lnTo>
                <a:cubicBezTo>
                  <a:pt x="1893856" y="164874"/>
                  <a:pt x="918115" y="-17244"/>
                  <a:pt x="0" y="1330"/>
                </a:cubicBezTo>
                <a:lnTo>
                  <a:pt x="0" y="37620"/>
                </a:lnTo>
                <a:cubicBezTo>
                  <a:pt x="95" y="37620"/>
                  <a:pt x="807148" y="-11624"/>
                  <a:pt x="1893856" y="241074"/>
                </a:cubicBezTo>
                <a:close/>
              </a:path>
            </a:pathLst>
          </a:custGeom>
          <a:gradFill>
            <a:gsLst>
              <a:gs pos="0">
                <a:schemeClr val="accent2">
                  <a:alpha val="0"/>
                </a:schemeClr>
              </a:gs>
              <a:gs pos="100000">
                <a:schemeClr val="accent2">
                  <a:lumMod val="60000"/>
                  <a:lumOff val="40000"/>
                  <a:alpha val="44000"/>
                </a:schemeClr>
              </a:gs>
            </a:gsLst>
            <a:lin ang="0" scaled="0"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8" name="任意多边形: 形状 305"/>
          <p:cNvSpPr/>
          <p:nvPr userDrawn="1">
            <p:custDataLst>
              <p:tags r:id="rId4"/>
            </p:custDataLst>
          </p:nvPr>
        </p:nvSpPr>
        <p:spPr>
          <a:xfrm>
            <a:off x="7516495" y="4098925"/>
            <a:ext cx="4134485" cy="423545"/>
          </a:xfrm>
          <a:custGeom>
            <a:avLst/>
            <a:gdLst>
              <a:gd name="connsiteX0" fmla="*/ 1853851 w 1853850"/>
              <a:gd name="connsiteY0" fmla="*/ 189894 h 189894"/>
              <a:gd name="connsiteX1" fmla="*/ 1853851 w 1853850"/>
              <a:gd name="connsiteY1" fmla="*/ 82071 h 189894"/>
              <a:gd name="connsiteX2" fmla="*/ 0 w 1853850"/>
              <a:gd name="connsiteY2" fmla="*/ 251 h 189894"/>
              <a:gd name="connsiteX3" fmla="*/ 0 w 1853850"/>
              <a:gd name="connsiteY3" fmla="*/ 25302 h 189894"/>
              <a:gd name="connsiteX4" fmla="*/ 1853851 w 1853850"/>
              <a:gd name="connsiteY4" fmla="*/ 189894 h 1898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53850" h="189894">
                <a:moveTo>
                  <a:pt x="1853851" y="189894"/>
                </a:moveTo>
                <a:lnTo>
                  <a:pt x="1853851" y="82071"/>
                </a:lnTo>
                <a:cubicBezTo>
                  <a:pt x="1853851" y="82071"/>
                  <a:pt x="590931" y="-5273"/>
                  <a:pt x="0" y="251"/>
                </a:cubicBezTo>
                <a:lnTo>
                  <a:pt x="0" y="25302"/>
                </a:lnTo>
                <a:cubicBezTo>
                  <a:pt x="-95" y="25397"/>
                  <a:pt x="691325" y="347"/>
                  <a:pt x="1853851" y="189894"/>
                </a:cubicBezTo>
                <a:close/>
              </a:path>
            </a:pathLst>
          </a:custGeom>
          <a:gradFill>
            <a:gsLst>
              <a:gs pos="0">
                <a:schemeClr val="accent2">
                  <a:alpha val="0"/>
                </a:schemeClr>
              </a:gs>
              <a:gs pos="100000">
                <a:schemeClr val="accent2">
                  <a:lumMod val="60000"/>
                  <a:lumOff val="40000"/>
                  <a:alpha val="10000"/>
                </a:schemeClr>
              </a:gs>
            </a:gsLst>
            <a:lin ang="0" scaled="0"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9" name="任意多边形: 形状 310"/>
          <p:cNvSpPr/>
          <p:nvPr userDrawn="1">
            <p:custDataLst>
              <p:tags r:id="rId5"/>
            </p:custDataLst>
          </p:nvPr>
        </p:nvSpPr>
        <p:spPr>
          <a:xfrm>
            <a:off x="6986270" y="4587875"/>
            <a:ext cx="4857750" cy="1707515"/>
          </a:xfrm>
          <a:custGeom>
            <a:avLst/>
            <a:gdLst>
              <a:gd name="connsiteX0" fmla="*/ 0 w 2178176"/>
              <a:gd name="connsiteY0" fmla="*/ 16764 h 765524"/>
              <a:gd name="connsiteX1" fmla="*/ 0 w 2178176"/>
              <a:gd name="connsiteY1" fmla="*/ 0 h 765524"/>
              <a:gd name="connsiteX2" fmla="*/ 774954 w 2178176"/>
              <a:gd name="connsiteY2" fmla="*/ 19526 h 765524"/>
              <a:gd name="connsiteX3" fmla="*/ 864108 w 2178176"/>
              <a:gd name="connsiteY3" fmla="*/ 25717 h 765524"/>
              <a:gd name="connsiteX4" fmla="*/ 2178177 w 2178176"/>
              <a:gd name="connsiteY4" fmla="*/ 589217 h 765524"/>
              <a:gd name="connsiteX5" fmla="*/ 2178177 w 2178176"/>
              <a:gd name="connsiteY5" fmla="*/ 765524 h 765524"/>
              <a:gd name="connsiteX6" fmla="*/ 1091565 w 2178176"/>
              <a:gd name="connsiteY6" fmla="*/ 109442 h 765524"/>
              <a:gd name="connsiteX7" fmla="*/ 702088 w 2178176"/>
              <a:gd name="connsiteY7" fmla="*/ 45148 h 765524"/>
              <a:gd name="connsiteX8" fmla="*/ 0 w 2178176"/>
              <a:gd name="connsiteY8" fmla="*/ 16764 h 7655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78176" h="765524">
                <a:moveTo>
                  <a:pt x="0" y="16764"/>
                </a:moveTo>
                <a:lnTo>
                  <a:pt x="0" y="0"/>
                </a:lnTo>
                <a:lnTo>
                  <a:pt x="774954" y="19526"/>
                </a:lnTo>
                <a:cubicBezTo>
                  <a:pt x="804767" y="20288"/>
                  <a:pt x="834485" y="22288"/>
                  <a:pt x="864108" y="25717"/>
                </a:cubicBezTo>
                <a:cubicBezTo>
                  <a:pt x="1550956" y="106204"/>
                  <a:pt x="2178177" y="589217"/>
                  <a:pt x="2178177" y="589217"/>
                </a:cubicBezTo>
                <a:lnTo>
                  <a:pt x="2178177" y="765524"/>
                </a:lnTo>
                <a:cubicBezTo>
                  <a:pt x="2178177" y="765524"/>
                  <a:pt x="1669637" y="282988"/>
                  <a:pt x="1091565" y="109442"/>
                </a:cubicBezTo>
                <a:cubicBezTo>
                  <a:pt x="965073" y="71438"/>
                  <a:pt x="834104" y="50482"/>
                  <a:pt x="702088" y="45148"/>
                </a:cubicBezTo>
                <a:lnTo>
                  <a:pt x="0" y="16764"/>
                </a:lnTo>
                <a:close/>
              </a:path>
            </a:pathLst>
          </a:custGeom>
          <a:gradFill>
            <a:gsLst>
              <a:gs pos="0">
                <a:schemeClr val="accent2">
                  <a:alpha val="0"/>
                </a:schemeClr>
              </a:gs>
              <a:gs pos="100000">
                <a:schemeClr val="accent2">
                  <a:alpha val="0"/>
                </a:schemeClr>
              </a:gs>
              <a:gs pos="87000">
                <a:schemeClr val="accent2">
                  <a:alpha val="41000"/>
                </a:schemeClr>
              </a:gs>
            </a:gsLst>
            <a:lin ang="0" scaled="0"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1" name="任意多边形: 形状 279"/>
          <p:cNvSpPr/>
          <p:nvPr userDrawn="1">
            <p:custDataLst>
              <p:tags r:id="rId6"/>
            </p:custDataLst>
          </p:nvPr>
        </p:nvSpPr>
        <p:spPr>
          <a:xfrm>
            <a:off x="0" y="2188845"/>
            <a:ext cx="4743450" cy="1234440"/>
          </a:xfrm>
          <a:custGeom>
            <a:avLst/>
            <a:gdLst>
              <a:gd name="connsiteX0" fmla="*/ 0 w 2127123"/>
              <a:gd name="connsiteY0" fmla="*/ 0 h 470576"/>
              <a:gd name="connsiteX1" fmla="*/ 0 w 2127123"/>
              <a:gd name="connsiteY1" fmla="*/ 203549 h 470576"/>
              <a:gd name="connsiteX2" fmla="*/ 2127123 w 2127123"/>
              <a:gd name="connsiteY2" fmla="*/ 468344 h 470576"/>
              <a:gd name="connsiteX3" fmla="*/ 2127123 w 2127123"/>
              <a:gd name="connsiteY3" fmla="*/ 426530 h 470576"/>
              <a:gd name="connsiteX4" fmla="*/ 0 w 2127123"/>
              <a:gd name="connsiteY4" fmla="*/ 0 h 470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27123" h="470576">
                <a:moveTo>
                  <a:pt x="0" y="0"/>
                </a:moveTo>
                <a:lnTo>
                  <a:pt x="0" y="203549"/>
                </a:lnTo>
                <a:cubicBezTo>
                  <a:pt x="0" y="203549"/>
                  <a:pt x="800100" y="499015"/>
                  <a:pt x="2127123" y="468344"/>
                </a:cubicBezTo>
                <a:lnTo>
                  <a:pt x="2127123" y="426530"/>
                </a:lnTo>
                <a:cubicBezTo>
                  <a:pt x="2127123" y="426530"/>
                  <a:pt x="591026" y="409766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2">
                  <a:alpha val="0"/>
                </a:schemeClr>
              </a:gs>
              <a:gs pos="100000">
                <a:schemeClr val="accent2">
                  <a:lumMod val="60000"/>
                  <a:lumOff val="40000"/>
                  <a:alpha val="86000"/>
                </a:schemeClr>
              </a:gs>
            </a:gsLst>
            <a:lin ang="10800000" scaled="0"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2" name="任意多边形: 形状 280"/>
          <p:cNvSpPr/>
          <p:nvPr userDrawn="1">
            <p:custDataLst>
              <p:tags r:id="rId7"/>
            </p:custDataLst>
          </p:nvPr>
        </p:nvSpPr>
        <p:spPr>
          <a:xfrm>
            <a:off x="751840" y="3163570"/>
            <a:ext cx="3985260" cy="390525"/>
          </a:xfrm>
          <a:custGeom>
            <a:avLst/>
            <a:gdLst>
              <a:gd name="connsiteX0" fmla="*/ 1786985 w 1786985"/>
              <a:gd name="connsiteY0" fmla="*/ 139351 h 174996"/>
              <a:gd name="connsiteX1" fmla="*/ 0 w 1786985"/>
              <a:gd name="connsiteY1" fmla="*/ 0 h 174996"/>
              <a:gd name="connsiteX2" fmla="*/ 0 w 1786985"/>
              <a:gd name="connsiteY2" fmla="*/ 97536 h 174996"/>
              <a:gd name="connsiteX3" fmla="*/ 1786985 w 1786985"/>
              <a:gd name="connsiteY3" fmla="*/ 158877 h 174996"/>
              <a:gd name="connsiteX4" fmla="*/ 1786985 w 1786985"/>
              <a:gd name="connsiteY4" fmla="*/ 139351 h 174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86985" h="174996">
                <a:moveTo>
                  <a:pt x="1786985" y="139351"/>
                </a:moveTo>
                <a:cubicBezTo>
                  <a:pt x="432054" y="147733"/>
                  <a:pt x="0" y="0"/>
                  <a:pt x="0" y="0"/>
                </a:cubicBezTo>
                <a:lnTo>
                  <a:pt x="0" y="97536"/>
                </a:lnTo>
                <a:cubicBezTo>
                  <a:pt x="0" y="97536"/>
                  <a:pt x="802862" y="217456"/>
                  <a:pt x="1786985" y="158877"/>
                </a:cubicBezTo>
                <a:lnTo>
                  <a:pt x="1786985" y="139351"/>
                </a:lnTo>
                <a:close/>
              </a:path>
            </a:pathLst>
          </a:custGeom>
          <a:gradFill>
            <a:gsLst>
              <a:gs pos="0">
                <a:schemeClr val="accent2">
                  <a:alpha val="0"/>
                </a:schemeClr>
              </a:gs>
              <a:gs pos="100000">
                <a:schemeClr val="accent2">
                  <a:lumMod val="60000"/>
                  <a:lumOff val="40000"/>
                  <a:alpha val="20000"/>
                </a:schemeClr>
              </a:gs>
            </a:gsLst>
            <a:lin ang="10800000" scaled="0"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3" name="任意多边形: 形状 281"/>
          <p:cNvSpPr/>
          <p:nvPr userDrawn="1">
            <p:custDataLst>
              <p:tags r:id="rId8"/>
            </p:custDataLst>
          </p:nvPr>
        </p:nvSpPr>
        <p:spPr>
          <a:xfrm>
            <a:off x="0" y="3636010"/>
            <a:ext cx="4743450" cy="205740"/>
          </a:xfrm>
          <a:custGeom>
            <a:avLst/>
            <a:gdLst>
              <a:gd name="connsiteX0" fmla="*/ 0 w 2127123"/>
              <a:gd name="connsiteY0" fmla="*/ 0 h 92247"/>
              <a:gd name="connsiteX1" fmla="*/ 2127123 w 2127123"/>
              <a:gd name="connsiteY1" fmla="*/ 11144 h 92247"/>
              <a:gd name="connsiteX2" fmla="*/ 2127123 w 2127123"/>
              <a:gd name="connsiteY2" fmla="*/ 35814 h 92247"/>
              <a:gd name="connsiteX3" fmla="*/ 0 w 2127123"/>
              <a:gd name="connsiteY3" fmla="*/ 80867 h 92247"/>
              <a:gd name="connsiteX4" fmla="*/ 0 w 2127123"/>
              <a:gd name="connsiteY4" fmla="*/ 0 h 92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27123" h="92247">
                <a:moveTo>
                  <a:pt x="0" y="0"/>
                </a:moveTo>
                <a:cubicBezTo>
                  <a:pt x="0" y="0"/>
                  <a:pt x="931164" y="72485"/>
                  <a:pt x="2127123" y="11144"/>
                </a:cubicBezTo>
                <a:lnTo>
                  <a:pt x="2127123" y="35814"/>
                </a:lnTo>
                <a:cubicBezTo>
                  <a:pt x="2127123" y="35814"/>
                  <a:pt x="621697" y="122682"/>
                  <a:pt x="0" y="80867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2">
                  <a:alpha val="0"/>
                </a:schemeClr>
              </a:gs>
              <a:gs pos="100000">
                <a:schemeClr val="accent2">
                  <a:lumMod val="60000"/>
                  <a:lumOff val="40000"/>
                  <a:alpha val="76000"/>
                </a:schemeClr>
              </a:gs>
            </a:gsLst>
            <a:lin ang="10800000" scaled="0"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5" name="任意多边形: 形状 282"/>
          <p:cNvSpPr/>
          <p:nvPr userDrawn="1">
            <p:custDataLst>
              <p:tags r:id="rId9"/>
            </p:custDataLst>
          </p:nvPr>
        </p:nvSpPr>
        <p:spPr>
          <a:xfrm>
            <a:off x="632460" y="1500505"/>
            <a:ext cx="4233545" cy="1301115"/>
          </a:xfrm>
          <a:custGeom>
            <a:avLst/>
            <a:gdLst>
              <a:gd name="connsiteX0" fmla="*/ 0 w 1898523"/>
              <a:gd name="connsiteY0" fmla="*/ 0 h 583287"/>
              <a:gd name="connsiteX1" fmla="*/ 0 w 1898523"/>
              <a:gd name="connsiteY1" fmla="*/ 89249 h 583287"/>
              <a:gd name="connsiteX2" fmla="*/ 1898523 w 1898523"/>
              <a:gd name="connsiteY2" fmla="*/ 577120 h 583287"/>
              <a:gd name="connsiteX3" fmla="*/ 0 w 1898523"/>
              <a:gd name="connsiteY3" fmla="*/ 0 h 583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98523" h="583287">
                <a:moveTo>
                  <a:pt x="0" y="0"/>
                </a:moveTo>
                <a:lnTo>
                  <a:pt x="0" y="89249"/>
                </a:lnTo>
                <a:cubicBezTo>
                  <a:pt x="0" y="89249"/>
                  <a:pt x="1147667" y="647700"/>
                  <a:pt x="1898523" y="577120"/>
                </a:cubicBezTo>
                <a:cubicBezTo>
                  <a:pt x="1898523" y="577120"/>
                  <a:pt x="869823" y="553879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2">
                  <a:alpha val="0"/>
                </a:schemeClr>
              </a:gs>
              <a:gs pos="100000">
                <a:schemeClr val="accent2">
                  <a:lumMod val="60000"/>
                  <a:lumOff val="40000"/>
                  <a:alpha val="60000"/>
                </a:schemeClr>
              </a:gs>
            </a:gsLst>
            <a:lin ang="10800000" scaled="0"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6" name="任意多边形: 形状 283"/>
          <p:cNvSpPr/>
          <p:nvPr userDrawn="1">
            <p:custDataLst>
              <p:tags r:id="rId10"/>
            </p:custDataLst>
          </p:nvPr>
        </p:nvSpPr>
        <p:spPr>
          <a:xfrm>
            <a:off x="632460" y="119380"/>
            <a:ext cx="4522470" cy="2574925"/>
          </a:xfrm>
          <a:custGeom>
            <a:avLst/>
            <a:gdLst>
              <a:gd name="connsiteX0" fmla="*/ 0 w 1478470"/>
              <a:gd name="connsiteY0" fmla="*/ 0 h 841762"/>
              <a:gd name="connsiteX1" fmla="*/ 52006 w 1478470"/>
              <a:gd name="connsiteY1" fmla="*/ 0 h 841762"/>
              <a:gd name="connsiteX2" fmla="*/ 1478471 w 1478470"/>
              <a:gd name="connsiteY2" fmla="*/ 836295 h 841762"/>
              <a:gd name="connsiteX3" fmla="*/ 0 w 1478470"/>
              <a:gd name="connsiteY3" fmla="*/ 0 h 841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78470" h="841762">
                <a:moveTo>
                  <a:pt x="0" y="0"/>
                </a:moveTo>
                <a:lnTo>
                  <a:pt x="52006" y="0"/>
                </a:lnTo>
                <a:cubicBezTo>
                  <a:pt x="52006" y="0"/>
                  <a:pt x="1128141" y="903256"/>
                  <a:pt x="1478471" y="836295"/>
                </a:cubicBezTo>
                <a:cubicBezTo>
                  <a:pt x="1478471" y="836295"/>
                  <a:pt x="1122521" y="962692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2">
                  <a:alpha val="0"/>
                </a:schemeClr>
              </a:gs>
              <a:gs pos="100000">
                <a:schemeClr val="accent2">
                  <a:lumMod val="60000"/>
                  <a:lumOff val="40000"/>
                  <a:alpha val="55000"/>
                </a:schemeClr>
              </a:gs>
            </a:gsLst>
            <a:lin ang="10800000" scaled="0"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7" name="任意多边形: 形状 284"/>
          <p:cNvSpPr/>
          <p:nvPr userDrawn="1">
            <p:custDataLst>
              <p:tags r:id="rId11"/>
            </p:custDataLst>
          </p:nvPr>
        </p:nvSpPr>
        <p:spPr>
          <a:xfrm>
            <a:off x="1434465" y="2426970"/>
            <a:ext cx="3421380" cy="579755"/>
          </a:xfrm>
          <a:custGeom>
            <a:avLst/>
            <a:gdLst>
              <a:gd name="connsiteX0" fmla="*/ 0 w 1534191"/>
              <a:gd name="connsiteY0" fmla="*/ 59436 h 259827"/>
              <a:gd name="connsiteX1" fmla="*/ 0 w 1534191"/>
              <a:gd name="connsiteY1" fmla="*/ 0 h 259827"/>
              <a:gd name="connsiteX2" fmla="*/ 1534192 w 1534191"/>
              <a:gd name="connsiteY2" fmla="*/ 254127 h 259827"/>
              <a:gd name="connsiteX3" fmla="*/ 0 w 1534191"/>
              <a:gd name="connsiteY3" fmla="*/ 59436 h 259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34191" h="259827">
                <a:moveTo>
                  <a:pt x="0" y="59436"/>
                </a:moveTo>
                <a:lnTo>
                  <a:pt x="0" y="0"/>
                </a:lnTo>
                <a:cubicBezTo>
                  <a:pt x="0" y="0"/>
                  <a:pt x="669989" y="241078"/>
                  <a:pt x="1534192" y="254127"/>
                </a:cubicBezTo>
                <a:cubicBezTo>
                  <a:pt x="1534287" y="254032"/>
                  <a:pt x="962787" y="312134"/>
                  <a:pt x="0" y="59436"/>
                </a:cubicBezTo>
                <a:close/>
              </a:path>
            </a:pathLst>
          </a:custGeom>
          <a:gradFill>
            <a:gsLst>
              <a:gs pos="0">
                <a:schemeClr val="accent2">
                  <a:alpha val="0"/>
                </a:schemeClr>
              </a:gs>
              <a:gs pos="100000">
                <a:schemeClr val="accent2">
                  <a:lumMod val="60000"/>
                  <a:lumOff val="40000"/>
                  <a:alpha val="17000"/>
                </a:schemeClr>
              </a:gs>
            </a:gsLst>
            <a:lin ang="10800000" scaled="0"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9" name="任意多边形: 形状 285"/>
          <p:cNvSpPr/>
          <p:nvPr userDrawn="1">
            <p:custDataLst>
              <p:tags r:id="rId12"/>
            </p:custDataLst>
          </p:nvPr>
        </p:nvSpPr>
        <p:spPr>
          <a:xfrm>
            <a:off x="0" y="2684780"/>
            <a:ext cx="3435350" cy="717550"/>
          </a:xfrm>
          <a:custGeom>
            <a:avLst/>
            <a:gdLst>
              <a:gd name="connsiteX0" fmla="*/ 0 w 1540573"/>
              <a:gd name="connsiteY0" fmla="*/ 0 h 321759"/>
              <a:gd name="connsiteX1" fmla="*/ 1540574 w 1540573"/>
              <a:gd name="connsiteY1" fmla="*/ 321564 h 321759"/>
              <a:gd name="connsiteX2" fmla="*/ 0 w 1540573"/>
              <a:gd name="connsiteY2" fmla="*/ 64103 h 321759"/>
              <a:gd name="connsiteX3" fmla="*/ 0 w 1540573"/>
              <a:gd name="connsiteY3" fmla="*/ 0 h 321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40573" h="321759">
                <a:moveTo>
                  <a:pt x="0" y="0"/>
                </a:moveTo>
                <a:cubicBezTo>
                  <a:pt x="0" y="0"/>
                  <a:pt x="373571" y="187738"/>
                  <a:pt x="1540574" y="321564"/>
                </a:cubicBezTo>
                <a:cubicBezTo>
                  <a:pt x="1540574" y="321564"/>
                  <a:pt x="940499" y="338233"/>
                  <a:pt x="0" y="64103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2">
                  <a:alpha val="0"/>
                </a:schemeClr>
              </a:gs>
              <a:gs pos="100000">
                <a:schemeClr val="accent2">
                  <a:lumMod val="60000"/>
                  <a:lumOff val="40000"/>
                  <a:alpha val="49000"/>
                </a:schemeClr>
              </a:gs>
            </a:gsLst>
            <a:lin ang="16200000" scaled="0"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21" name="任意多边形: 形状 286"/>
          <p:cNvSpPr/>
          <p:nvPr userDrawn="1">
            <p:custDataLst>
              <p:tags r:id="rId13"/>
            </p:custDataLst>
          </p:nvPr>
        </p:nvSpPr>
        <p:spPr>
          <a:xfrm>
            <a:off x="0" y="3841115"/>
            <a:ext cx="4743450" cy="210820"/>
          </a:xfrm>
          <a:custGeom>
            <a:avLst/>
            <a:gdLst>
              <a:gd name="connsiteX0" fmla="*/ 2127123 w 2127123"/>
              <a:gd name="connsiteY0" fmla="*/ 0 h 94583"/>
              <a:gd name="connsiteX1" fmla="*/ 0 w 2127123"/>
              <a:gd name="connsiteY1" fmla="*/ 44386 h 94583"/>
              <a:gd name="connsiteX2" fmla="*/ 0 w 2127123"/>
              <a:gd name="connsiteY2" fmla="*/ 94583 h 945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27123" h="94583">
                <a:moveTo>
                  <a:pt x="2127123" y="0"/>
                </a:moveTo>
                <a:lnTo>
                  <a:pt x="0" y="44386"/>
                </a:lnTo>
                <a:lnTo>
                  <a:pt x="0" y="94583"/>
                </a:lnTo>
                <a:close/>
              </a:path>
            </a:pathLst>
          </a:custGeom>
          <a:gradFill>
            <a:gsLst>
              <a:gs pos="0">
                <a:schemeClr val="accent2">
                  <a:alpha val="0"/>
                </a:schemeClr>
              </a:gs>
              <a:gs pos="100000">
                <a:schemeClr val="accent2">
                  <a:lumMod val="60000"/>
                  <a:lumOff val="40000"/>
                  <a:alpha val="70000"/>
                </a:schemeClr>
              </a:gs>
            </a:gsLst>
            <a:lin ang="10800000" scaled="0"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22" name="任意多边形: 形状 287"/>
          <p:cNvSpPr/>
          <p:nvPr userDrawn="1">
            <p:custDataLst>
              <p:tags r:id="rId14"/>
            </p:custDataLst>
          </p:nvPr>
        </p:nvSpPr>
        <p:spPr>
          <a:xfrm>
            <a:off x="113030" y="3907155"/>
            <a:ext cx="4554855" cy="364490"/>
          </a:xfrm>
          <a:custGeom>
            <a:avLst/>
            <a:gdLst>
              <a:gd name="connsiteX0" fmla="*/ 0 w 2042541"/>
              <a:gd name="connsiteY0" fmla="*/ 163544 h 163544"/>
              <a:gd name="connsiteX1" fmla="*/ 0 w 2042541"/>
              <a:gd name="connsiteY1" fmla="*/ 40862 h 163544"/>
              <a:gd name="connsiteX2" fmla="*/ 2042541 w 2042541"/>
              <a:gd name="connsiteY2" fmla="*/ 0 h 163544"/>
              <a:gd name="connsiteX3" fmla="*/ 2042541 w 2042541"/>
              <a:gd name="connsiteY3" fmla="*/ 37148 h 163544"/>
              <a:gd name="connsiteX4" fmla="*/ 0 w 2042541"/>
              <a:gd name="connsiteY4" fmla="*/ 163544 h 163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42541" h="163544">
                <a:moveTo>
                  <a:pt x="0" y="163544"/>
                </a:moveTo>
                <a:lnTo>
                  <a:pt x="0" y="40862"/>
                </a:lnTo>
                <a:lnTo>
                  <a:pt x="2042541" y="0"/>
                </a:lnTo>
                <a:lnTo>
                  <a:pt x="2042541" y="37148"/>
                </a:lnTo>
                <a:cubicBezTo>
                  <a:pt x="2042541" y="37148"/>
                  <a:pt x="245269" y="111538"/>
                  <a:pt x="0" y="163544"/>
                </a:cubicBezTo>
                <a:close/>
              </a:path>
            </a:pathLst>
          </a:custGeom>
          <a:gradFill>
            <a:gsLst>
              <a:gs pos="0">
                <a:schemeClr val="accent2">
                  <a:alpha val="0"/>
                </a:schemeClr>
              </a:gs>
              <a:gs pos="100000">
                <a:schemeClr val="accent2">
                  <a:lumMod val="60000"/>
                  <a:lumOff val="40000"/>
                  <a:alpha val="88000"/>
                </a:schemeClr>
              </a:gs>
            </a:gsLst>
            <a:lin ang="10800000" scaled="0"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3" name="任意多边形: 形状 288"/>
          <p:cNvSpPr/>
          <p:nvPr userDrawn="1">
            <p:custDataLst>
              <p:tags r:id="rId15"/>
            </p:custDataLst>
          </p:nvPr>
        </p:nvSpPr>
        <p:spPr>
          <a:xfrm>
            <a:off x="1787525" y="4226560"/>
            <a:ext cx="3199765" cy="112395"/>
          </a:xfrm>
          <a:custGeom>
            <a:avLst/>
            <a:gdLst>
              <a:gd name="connsiteX0" fmla="*/ 0 w 1434761"/>
              <a:gd name="connsiteY0" fmla="*/ 102263 h 102263"/>
              <a:gd name="connsiteX1" fmla="*/ 0 w 1434761"/>
              <a:gd name="connsiteY1" fmla="*/ 61401 h 102263"/>
              <a:gd name="connsiteX2" fmla="*/ 1434751 w 1434761"/>
              <a:gd name="connsiteY2" fmla="*/ 1965 h 102263"/>
              <a:gd name="connsiteX3" fmla="*/ 1434751 w 1434761"/>
              <a:gd name="connsiteY3" fmla="*/ 20539 h 102263"/>
              <a:gd name="connsiteX4" fmla="*/ 0 w 1434761"/>
              <a:gd name="connsiteY4" fmla="*/ 102263 h 102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4761" h="102263">
                <a:moveTo>
                  <a:pt x="0" y="102263"/>
                </a:moveTo>
                <a:lnTo>
                  <a:pt x="0" y="61401"/>
                </a:lnTo>
                <a:cubicBezTo>
                  <a:pt x="0" y="61401"/>
                  <a:pt x="858679" y="-12894"/>
                  <a:pt x="1434751" y="1965"/>
                </a:cubicBezTo>
                <a:lnTo>
                  <a:pt x="1434751" y="20539"/>
                </a:lnTo>
                <a:cubicBezTo>
                  <a:pt x="1439037" y="16538"/>
                  <a:pt x="157067" y="76641"/>
                  <a:pt x="0" y="102263"/>
                </a:cubicBezTo>
                <a:close/>
              </a:path>
            </a:pathLst>
          </a:custGeom>
          <a:gradFill>
            <a:gsLst>
              <a:gs pos="0">
                <a:schemeClr val="accent2">
                  <a:alpha val="59000"/>
                </a:schemeClr>
              </a:gs>
              <a:gs pos="100000">
                <a:schemeClr val="accent2">
                  <a:lumMod val="60000"/>
                  <a:lumOff val="40000"/>
                  <a:alpha val="15000"/>
                </a:schemeClr>
              </a:gs>
            </a:gsLst>
            <a:lin ang="18900000" scaled="0"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25" name="任意多边形: 形状 289"/>
          <p:cNvSpPr/>
          <p:nvPr userDrawn="1">
            <p:custDataLst>
              <p:tags r:id="rId16"/>
            </p:custDataLst>
          </p:nvPr>
        </p:nvSpPr>
        <p:spPr>
          <a:xfrm>
            <a:off x="534035" y="4088765"/>
            <a:ext cx="4134485" cy="423545"/>
          </a:xfrm>
          <a:custGeom>
            <a:avLst/>
            <a:gdLst>
              <a:gd name="connsiteX0" fmla="*/ 0 w 1853850"/>
              <a:gd name="connsiteY0" fmla="*/ 189894 h 189894"/>
              <a:gd name="connsiteX1" fmla="*/ 0 w 1853850"/>
              <a:gd name="connsiteY1" fmla="*/ 82071 h 189894"/>
              <a:gd name="connsiteX2" fmla="*/ 1853851 w 1853850"/>
              <a:gd name="connsiteY2" fmla="*/ 251 h 189894"/>
              <a:gd name="connsiteX3" fmla="*/ 1853851 w 1853850"/>
              <a:gd name="connsiteY3" fmla="*/ 25302 h 189894"/>
              <a:gd name="connsiteX4" fmla="*/ 0 w 1853850"/>
              <a:gd name="connsiteY4" fmla="*/ 189894 h 1898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53850" h="189894">
                <a:moveTo>
                  <a:pt x="0" y="189894"/>
                </a:moveTo>
                <a:lnTo>
                  <a:pt x="0" y="82071"/>
                </a:lnTo>
                <a:cubicBezTo>
                  <a:pt x="0" y="82071"/>
                  <a:pt x="1262920" y="-5273"/>
                  <a:pt x="1853851" y="251"/>
                </a:cubicBezTo>
                <a:lnTo>
                  <a:pt x="1853851" y="25302"/>
                </a:lnTo>
                <a:cubicBezTo>
                  <a:pt x="1853946" y="25397"/>
                  <a:pt x="1162526" y="347"/>
                  <a:pt x="0" y="189894"/>
                </a:cubicBezTo>
                <a:close/>
              </a:path>
            </a:pathLst>
          </a:custGeom>
          <a:gradFill>
            <a:gsLst>
              <a:gs pos="0">
                <a:schemeClr val="accent2">
                  <a:alpha val="0"/>
                </a:schemeClr>
              </a:gs>
              <a:gs pos="100000">
                <a:schemeClr val="accent2">
                  <a:lumMod val="60000"/>
                  <a:lumOff val="40000"/>
                  <a:alpha val="10000"/>
                </a:schemeClr>
              </a:gs>
            </a:gsLst>
            <a:lin ang="10800000" scaled="0"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26" name="任意多边形: 形状 290"/>
          <p:cNvSpPr/>
          <p:nvPr userDrawn="1">
            <p:custDataLst>
              <p:tags r:id="rId17"/>
            </p:custDataLst>
          </p:nvPr>
        </p:nvSpPr>
        <p:spPr>
          <a:xfrm>
            <a:off x="0" y="4338955"/>
            <a:ext cx="5197475" cy="1267460"/>
          </a:xfrm>
          <a:custGeom>
            <a:avLst/>
            <a:gdLst>
              <a:gd name="connsiteX0" fmla="*/ 0 w 2330576"/>
              <a:gd name="connsiteY0" fmla="*/ 389950 h 568448"/>
              <a:gd name="connsiteX1" fmla="*/ 2330577 w 2330576"/>
              <a:gd name="connsiteY1" fmla="*/ 568 h 568448"/>
              <a:gd name="connsiteX2" fmla="*/ 2330577 w 2330576"/>
              <a:gd name="connsiteY2" fmla="*/ 30381 h 568448"/>
              <a:gd name="connsiteX3" fmla="*/ 0 w 2330576"/>
              <a:gd name="connsiteY3" fmla="*/ 568448 h 568448"/>
              <a:gd name="connsiteX4" fmla="*/ 0 w 2330576"/>
              <a:gd name="connsiteY4" fmla="*/ 389950 h 568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30576" h="568448">
                <a:moveTo>
                  <a:pt x="0" y="389950"/>
                </a:moveTo>
                <a:cubicBezTo>
                  <a:pt x="0" y="389950"/>
                  <a:pt x="841915" y="-17244"/>
                  <a:pt x="2330577" y="568"/>
                </a:cubicBezTo>
                <a:lnTo>
                  <a:pt x="2330577" y="30381"/>
                </a:lnTo>
                <a:cubicBezTo>
                  <a:pt x="2330577" y="30381"/>
                  <a:pt x="911543" y="-36484"/>
                  <a:pt x="0" y="568448"/>
                </a:cubicBezTo>
                <a:lnTo>
                  <a:pt x="0" y="389950"/>
                </a:lnTo>
                <a:close/>
              </a:path>
            </a:pathLst>
          </a:custGeom>
          <a:gradFill>
            <a:gsLst>
              <a:gs pos="0">
                <a:schemeClr val="accent2">
                  <a:alpha val="0"/>
                </a:schemeClr>
              </a:gs>
              <a:gs pos="100000">
                <a:schemeClr val="accent2">
                  <a:lumMod val="60000"/>
                  <a:lumOff val="40000"/>
                  <a:alpha val="42000"/>
                </a:schemeClr>
              </a:gs>
            </a:gsLst>
            <a:lin ang="10800000" scaled="0"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27" name="任意多边形: 形状 291"/>
          <p:cNvSpPr/>
          <p:nvPr userDrawn="1">
            <p:custDataLst>
              <p:tags r:id="rId18"/>
            </p:custDataLst>
          </p:nvPr>
        </p:nvSpPr>
        <p:spPr>
          <a:xfrm>
            <a:off x="1248410" y="4723765"/>
            <a:ext cx="4066540" cy="1014730"/>
          </a:xfrm>
          <a:custGeom>
            <a:avLst/>
            <a:gdLst>
              <a:gd name="connsiteX0" fmla="*/ 191 w 1823370"/>
              <a:gd name="connsiteY0" fmla="*/ 413197 h 455106"/>
              <a:gd name="connsiteX1" fmla="*/ 88297 w 1823370"/>
              <a:gd name="connsiteY1" fmla="*/ 348808 h 455106"/>
              <a:gd name="connsiteX2" fmla="*/ 460915 w 1823370"/>
              <a:gd name="connsiteY2" fmla="*/ 134495 h 455106"/>
              <a:gd name="connsiteX3" fmla="*/ 876586 w 1823370"/>
              <a:gd name="connsiteY3" fmla="*/ 8575 h 455106"/>
              <a:gd name="connsiteX4" fmla="*/ 1006697 w 1823370"/>
              <a:gd name="connsiteY4" fmla="*/ 98 h 455106"/>
              <a:gd name="connsiteX5" fmla="*/ 1245013 w 1823370"/>
              <a:gd name="connsiteY5" fmla="*/ 574 h 455106"/>
              <a:gd name="connsiteX6" fmla="*/ 1516856 w 1823370"/>
              <a:gd name="connsiteY6" fmla="*/ 479 h 455106"/>
              <a:gd name="connsiteX7" fmla="*/ 1746218 w 1823370"/>
              <a:gd name="connsiteY7" fmla="*/ 383 h 455106"/>
              <a:gd name="connsiteX8" fmla="*/ 1823371 w 1823370"/>
              <a:gd name="connsiteY8" fmla="*/ 383 h 455106"/>
              <a:gd name="connsiteX9" fmla="*/ 1823371 w 1823370"/>
              <a:gd name="connsiteY9" fmla="*/ 14576 h 455106"/>
              <a:gd name="connsiteX10" fmla="*/ 1711071 w 1823370"/>
              <a:gd name="connsiteY10" fmla="*/ 16004 h 455106"/>
              <a:gd name="connsiteX11" fmla="*/ 1453896 w 1823370"/>
              <a:gd name="connsiteY11" fmla="*/ 19338 h 455106"/>
              <a:gd name="connsiteX12" fmla="*/ 1171099 w 1823370"/>
              <a:gd name="connsiteY12" fmla="*/ 22958 h 455106"/>
              <a:gd name="connsiteX13" fmla="*/ 945642 w 1823370"/>
              <a:gd name="connsiteY13" fmla="*/ 26482 h 455106"/>
              <a:gd name="connsiteX14" fmla="*/ 734473 w 1823370"/>
              <a:gd name="connsiteY14" fmla="*/ 65153 h 455106"/>
              <a:gd name="connsiteX15" fmla="*/ 336709 w 1823370"/>
              <a:gd name="connsiteY15" fmla="*/ 239651 h 455106"/>
              <a:gd name="connsiteX16" fmla="*/ 330898 w 1823370"/>
              <a:gd name="connsiteY16" fmla="*/ 242890 h 455106"/>
              <a:gd name="connsiteX17" fmla="*/ 0 w 1823370"/>
              <a:gd name="connsiteY17" fmla="*/ 455107 h 455106"/>
              <a:gd name="connsiteX18" fmla="*/ 191 w 1823370"/>
              <a:gd name="connsiteY18" fmla="*/ 413197 h 4551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823370" h="455106">
                <a:moveTo>
                  <a:pt x="191" y="413197"/>
                </a:moveTo>
                <a:cubicBezTo>
                  <a:pt x="28670" y="390527"/>
                  <a:pt x="58483" y="369477"/>
                  <a:pt x="88297" y="348808"/>
                </a:cubicBezTo>
                <a:cubicBezTo>
                  <a:pt x="206312" y="267083"/>
                  <a:pt x="330708" y="195074"/>
                  <a:pt x="460915" y="134495"/>
                </a:cubicBezTo>
                <a:cubicBezTo>
                  <a:pt x="592265" y="73345"/>
                  <a:pt x="732377" y="26672"/>
                  <a:pt x="876586" y="8575"/>
                </a:cubicBezTo>
                <a:cubicBezTo>
                  <a:pt x="919734" y="3241"/>
                  <a:pt x="963168" y="383"/>
                  <a:pt x="1006697" y="98"/>
                </a:cubicBezTo>
                <a:cubicBezTo>
                  <a:pt x="1086136" y="-283"/>
                  <a:pt x="1165574" y="574"/>
                  <a:pt x="1245013" y="574"/>
                </a:cubicBezTo>
                <a:cubicBezTo>
                  <a:pt x="1335596" y="574"/>
                  <a:pt x="1426274" y="479"/>
                  <a:pt x="1516856" y="479"/>
                </a:cubicBezTo>
                <a:cubicBezTo>
                  <a:pt x="1593342" y="479"/>
                  <a:pt x="1669828" y="479"/>
                  <a:pt x="1746218" y="383"/>
                </a:cubicBezTo>
                <a:cubicBezTo>
                  <a:pt x="1771936" y="383"/>
                  <a:pt x="1797653" y="383"/>
                  <a:pt x="1823371" y="383"/>
                </a:cubicBezTo>
                <a:cubicBezTo>
                  <a:pt x="1823371" y="383"/>
                  <a:pt x="1823371" y="14576"/>
                  <a:pt x="1823371" y="14576"/>
                </a:cubicBezTo>
                <a:cubicBezTo>
                  <a:pt x="1785938" y="15052"/>
                  <a:pt x="1748504" y="15528"/>
                  <a:pt x="1711071" y="16004"/>
                </a:cubicBezTo>
                <a:cubicBezTo>
                  <a:pt x="1625346" y="17147"/>
                  <a:pt x="1539621" y="18195"/>
                  <a:pt x="1453896" y="19338"/>
                </a:cubicBezTo>
                <a:cubicBezTo>
                  <a:pt x="1359599" y="20576"/>
                  <a:pt x="1265396" y="21815"/>
                  <a:pt x="1171099" y="22958"/>
                </a:cubicBezTo>
                <a:cubicBezTo>
                  <a:pt x="1095947" y="23910"/>
                  <a:pt x="1020699" y="22862"/>
                  <a:pt x="945642" y="26482"/>
                </a:cubicBezTo>
                <a:cubicBezTo>
                  <a:pt x="874776" y="29911"/>
                  <a:pt x="802481" y="45627"/>
                  <a:pt x="734473" y="65153"/>
                </a:cubicBezTo>
                <a:cubicBezTo>
                  <a:pt x="595789" y="105063"/>
                  <a:pt x="462534" y="169643"/>
                  <a:pt x="336709" y="239651"/>
                </a:cubicBezTo>
                <a:cubicBezTo>
                  <a:pt x="334804" y="240699"/>
                  <a:pt x="332899" y="241842"/>
                  <a:pt x="330898" y="242890"/>
                </a:cubicBezTo>
                <a:cubicBezTo>
                  <a:pt x="216503" y="306898"/>
                  <a:pt x="106394" y="378621"/>
                  <a:pt x="0" y="455107"/>
                </a:cubicBezTo>
                <a:cubicBezTo>
                  <a:pt x="191" y="455012"/>
                  <a:pt x="191" y="413197"/>
                  <a:pt x="191" y="413197"/>
                </a:cubicBezTo>
                <a:close/>
              </a:path>
            </a:pathLst>
          </a:custGeom>
          <a:gradFill>
            <a:gsLst>
              <a:gs pos="0">
                <a:schemeClr val="accent2">
                  <a:alpha val="0"/>
                </a:schemeClr>
              </a:gs>
              <a:gs pos="98000">
                <a:schemeClr val="accent2">
                  <a:lumMod val="60000"/>
                  <a:lumOff val="40000"/>
                  <a:alpha val="0"/>
                </a:schemeClr>
              </a:gs>
              <a:gs pos="50000">
                <a:schemeClr val="accent2">
                  <a:lumMod val="60000"/>
                  <a:lumOff val="40000"/>
                  <a:alpha val="100000"/>
                </a:schemeClr>
              </a:gs>
            </a:gsLst>
            <a:lin ang="10800000" scaled="0"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28" name="任意多边形: 形状 292"/>
          <p:cNvSpPr/>
          <p:nvPr userDrawn="1">
            <p:custDataLst>
              <p:tags r:id="rId19"/>
            </p:custDataLst>
          </p:nvPr>
        </p:nvSpPr>
        <p:spPr>
          <a:xfrm>
            <a:off x="632460" y="4271645"/>
            <a:ext cx="4223385" cy="537845"/>
          </a:xfrm>
          <a:custGeom>
            <a:avLst/>
            <a:gdLst>
              <a:gd name="connsiteX0" fmla="*/ 0 w 1893855"/>
              <a:gd name="connsiteY0" fmla="*/ 241074 h 241074"/>
              <a:gd name="connsiteX1" fmla="*/ 0 w 1893855"/>
              <a:gd name="connsiteY1" fmla="*/ 164874 h 241074"/>
              <a:gd name="connsiteX2" fmla="*/ 1893856 w 1893855"/>
              <a:gd name="connsiteY2" fmla="*/ 1330 h 241074"/>
              <a:gd name="connsiteX3" fmla="*/ 1893856 w 1893855"/>
              <a:gd name="connsiteY3" fmla="*/ 37620 h 241074"/>
              <a:gd name="connsiteX4" fmla="*/ 0 w 1893855"/>
              <a:gd name="connsiteY4" fmla="*/ 241074 h 241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93855" h="241074">
                <a:moveTo>
                  <a:pt x="0" y="241074"/>
                </a:moveTo>
                <a:lnTo>
                  <a:pt x="0" y="164874"/>
                </a:lnTo>
                <a:cubicBezTo>
                  <a:pt x="0" y="164874"/>
                  <a:pt x="975741" y="-17244"/>
                  <a:pt x="1893856" y="1330"/>
                </a:cubicBezTo>
                <a:lnTo>
                  <a:pt x="1893856" y="37620"/>
                </a:lnTo>
                <a:cubicBezTo>
                  <a:pt x="1893856" y="37620"/>
                  <a:pt x="1086803" y="-11624"/>
                  <a:pt x="0" y="241074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  <a:alpha val="23000"/>
                </a:schemeClr>
              </a:gs>
              <a:gs pos="100000">
                <a:schemeClr val="accent2">
                  <a:lumMod val="60000"/>
                  <a:lumOff val="40000"/>
                  <a:alpha val="0"/>
                </a:schemeClr>
              </a:gs>
            </a:gsLst>
            <a:lin ang="18900000" scaled="0"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29" name="任意多边形: 形状 293"/>
          <p:cNvSpPr/>
          <p:nvPr userDrawn="1">
            <p:custDataLst>
              <p:tags r:id="rId20"/>
            </p:custDataLst>
          </p:nvPr>
        </p:nvSpPr>
        <p:spPr>
          <a:xfrm>
            <a:off x="1248410" y="4940300"/>
            <a:ext cx="4072255" cy="1002030"/>
          </a:xfrm>
          <a:custGeom>
            <a:avLst/>
            <a:gdLst>
              <a:gd name="connsiteX0" fmla="*/ 5334 w 1825942"/>
              <a:gd name="connsiteY0" fmla="*/ 449199 h 449198"/>
              <a:gd name="connsiteX1" fmla="*/ 0 w 1825942"/>
              <a:gd name="connsiteY1" fmla="*/ 441293 h 449198"/>
              <a:gd name="connsiteX2" fmla="*/ 513493 w 1825942"/>
              <a:gd name="connsiteY2" fmla="*/ 139255 h 449198"/>
              <a:gd name="connsiteX3" fmla="*/ 1044035 w 1825942"/>
              <a:gd name="connsiteY3" fmla="*/ 0 h 449198"/>
              <a:gd name="connsiteX4" fmla="*/ 1825942 w 1825942"/>
              <a:gd name="connsiteY4" fmla="*/ 0 h 449198"/>
              <a:gd name="connsiteX5" fmla="*/ 1825942 w 1825942"/>
              <a:gd name="connsiteY5" fmla="*/ 9525 h 449198"/>
              <a:gd name="connsiteX6" fmla="*/ 1044035 w 1825942"/>
              <a:gd name="connsiteY6" fmla="*/ 9525 h 449198"/>
              <a:gd name="connsiteX7" fmla="*/ 517779 w 1825942"/>
              <a:gd name="connsiteY7" fmla="*/ 147828 h 449198"/>
              <a:gd name="connsiteX8" fmla="*/ 5334 w 1825942"/>
              <a:gd name="connsiteY8" fmla="*/ 449199 h 449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25942" h="449198">
                <a:moveTo>
                  <a:pt x="5334" y="449199"/>
                </a:moveTo>
                <a:lnTo>
                  <a:pt x="0" y="441293"/>
                </a:lnTo>
                <a:cubicBezTo>
                  <a:pt x="172784" y="324612"/>
                  <a:pt x="345567" y="223075"/>
                  <a:pt x="513493" y="139255"/>
                </a:cubicBezTo>
                <a:cubicBezTo>
                  <a:pt x="709232" y="41624"/>
                  <a:pt x="867918" y="0"/>
                  <a:pt x="1044035" y="0"/>
                </a:cubicBezTo>
                <a:lnTo>
                  <a:pt x="1825942" y="0"/>
                </a:lnTo>
                <a:lnTo>
                  <a:pt x="1825942" y="9525"/>
                </a:lnTo>
                <a:lnTo>
                  <a:pt x="1044035" y="9525"/>
                </a:lnTo>
                <a:cubicBezTo>
                  <a:pt x="869442" y="9525"/>
                  <a:pt x="712089" y="50863"/>
                  <a:pt x="517779" y="147828"/>
                </a:cubicBezTo>
                <a:cubicBezTo>
                  <a:pt x="350234" y="231457"/>
                  <a:pt x="177832" y="332803"/>
                  <a:pt x="5334" y="449199"/>
                </a:cubicBezTo>
                <a:close/>
              </a:path>
            </a:pathLst>
          </a:custGeom>
          <a:gradFill>
            <a:gsLst>
              <a:gs pos="0">
                <a:schemeClr val="accent2">
                  <a:alpha val="0"/>
                </a:schemeClr>
              </a:gs>
              <a:gs pos="98000">
                <a:schemeClr val="accent2">
                  <a:lumMod val="60000"/>
                  <a:lumOff val="40000"/>
                  <a:alpha val="0"/>
                </a:schemeClr>
              </a:gs>
              <a:gs pos="73000">
                <a:schemeClr val="accent2">
                  <a:lumMod val="60000"/>
                  <a:lumOff val="40000"/>
                  <a:alpha val="35000"/>
                </a:schemeClr>
              </a:gs>
            </a:gsLst>
            <a:lin ang="10800000" scaled="0"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0" name="任意多边形: 形状 294"/>
          <p:cNvSpPr/>
          <p:nvPr userDrawn="1">
            <p:custDataLst>
              <p:tags r:id="rId21"/>
            </p:custDataLst>
          </p:nvPr>
        </p:nvSpPr>
        <p:spPr>
          <a:xfrm>
            <a:off x="2026285" y="5140325"/>
            <a:ext cx="3251200" cy="760730"/>
          </a:xfrm>
          <a:custGeom>
            <a:avLst/>
            <a:gdLst>
              <a:gd name="connsiteX0" fmla="*/ 5429 w 1457991"/>
              <a:gd name="connsiteY0" fmla="*/ 377390 h 377390"/>
              <a:gd name="connsiteX1" fmla="*/ 0 w 1457991"/>
              <a:gd name="connsiteY1" fmla="*/ 369580 h 377390"/>
              <a:gd name="connsiteX2" fmla="*/ 663130 w 1457991"/>
              <a:gd name="connsiteY2" fmla="*/ 23060 h 377390"/>
              <a:gd name="connsiteX3" fmla="*/ 975551 w 1457991"/>
              <a:gd name="connsiteY3" fmla="*/ 1724 h 377390"/>
              <a:gd name="connsiteX4" fmla="*/ 1069277 w 1457991"/>
              <a:gd name="connsiteY4" fmla="*/ 3439 h 377390"/>
              <a:gd name="connsiteX5" fmla="*/ 1069372 w 1457991"/>
              <a:gd name="connsiteY5" fmla="*/ 3439 h 377390"/>
              <a:gd name="connsiteX6" fmla="*/ 1457992 w 1457991"/>
              <a:gd name="connsiteY6" fmla="*/ 3439 h 377390"/>
              <a:gd name="connsiteX7" fmla="*/ 1457992 w 1457991"/>
              <a:gd name="connsiteY7" fmla="*/ 12964 h 377390"/>
              <a:gd name="connsiteX8" fmla="*/ 1069372 w 1457991"/>
              <a:gd name="connsiteY8" fmla="*/ 12964 h 377390"/>
              <a:gd name="connsiteX9" fmla="*/ 1069277 w 1457991"/>
              <a:gd name="connsiteY9" fmla="*/ 12964 h 377390"/>
              <a:gd name="connsiteX10" fmla="*/ 975265 w 1457991"/>
              <a:gd name="connsiteY10" fmla="*/ 11249 h 377390"/>
              <a:gd name="connsiteX11" fmla="*/ 665607 w 1457991"/>
              <a:gd name="connsiteY11" fmla="*/ 32204 h 377390"/>
              <a:gd name="connsiteX12" fmla="*/ 5429 w 1457991"/>
              <a:gd name="connsiteY12" fmla="*/ 377390 h 3773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457991" h="377390">
                <a:moveTo>
                  <a:pt x="5429" y="377390"/>
                </a:moveTo>
                <a:lnTo>
                  <a:pt x="0" y="369580"/>
                </a:lnTo>
                <a:cubicBezTo>
                  <a:pt x="190405" y="236039"/>
                  <a:pt x="418147" y="90402"/>
                  <a:pt x="663130" y="23060"/>
                </a:cubicBezTo>
                <a:cubicBezTo>
                  <a:pt x="761619" y="-3991"/>
                  <a:pt x="870395" y="-1038"/>
                  <a:pt x="975551" y="1724"/>
                </a:cubicBezTo>
                <a:cubicBezTo>
                  <a:pt x="1008031" y="2582"/>
                  <a:pt x="1038701" y="3439"/>
                  <a:pt x="1069277" y="3439"/>
                </a:cubicBezTo>
                <a:cubicBezTo>
                  <a:pt x="1069277" y="3439"/>
                  <a:pt x="1069372" y="3439"/>
                  <a:pt x="1069372" y="3439"/>
                </a:cubicBezTo>
                <a:lnTo>
                  <a:pt x="1457992" y="3439"/>
                </a:lnTo>
                <a:lnTo>
                  <a:pt x="1457992" y="12964"/>
                </a:lnTo>
                <a:lnTo>
                  <a:pt x="1069372" y="12964"/>
                </a:lnTo>
                <a:cubicBezTo>
                  <a:pt x="1069372" y="12964"/>
                  <a:pt x="1069277" y="12964"/>
                  <a:pt x="1069277" y="12964"/>
                </a:cubicBezTo>
                <a:cubicBezTo>
                  <a:pt x="1038606" y="12964"/>
                  <a:pt x="1006412" y="12107"/>
                  <a:pt x="975265" y="11249"/>
                </a:cubicBezTo>
                <a:cubicBezTo>
                  <a:pt x="870776" y="8392"/>
                  <a:pt x="762762" y="5534"/>
                  <a:pt x="665607" y="32204"/>
                </a:cubicBezTo>
                <a:cubicBezTo>
                  <a:pt x="421958" y="99260"/>
                  <a:pt x="195167" y="244326"/>
                  <a:pt x="5429" y="377390"/>
                </a:cubicBezTo>
                <a:close/>
              </a:path>
            </a:pathLst>
          </a:custGeom>
          <a:gradFill>
            <a:gsLst>
              <a:gs pos="0">
                <a:schemeClr val="accent2">
                  <a:alpha val="0"/>
                </a:schemeClr>
              </a:gs>
              <a:gs pos="98000">
                <a:schemeClr val="accent2">
                  <a:lumMod val="60000"/>
                  <a:lumOff val="40000"/>
                  <a:alpha val="0"/>
                </a:schemeClr>
              </a:gs>
              <a:gs pos="73000">
                <a:schemeClr val="accent2">
                  <a:lumMod val="60000"/>
                  <a:lumOff val="40000"/>
                  <a:alpha val="35000"/>
                </a:schemeClr>
              </a:gs>
            </a:gsLst>
            <a:lin ang="10800000" scaled="0"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1" name="任意多边形: 形状 295"/>
          <p:cNvSpPr/>
          <p:nvPr userDrawn="1">
            <p:custDataLst>
              <p:tags r:id="rId22"/>
            </p:custDataLst>
          </p:nvPr>
        </p:nvSpPr>
        <p:spPr>
          <a:xfrm>
            <a:off x="7328535" y="2113280"/>
            <a:ext cx="4743450" cy="1078865"/>
          </a:xfrm>
          <a:custGeom>
            <a:avLst/>
            <a:gdLst>
              <a:gd name="connsiteX0" fmla="*/ 2127123 w 2127123"/>
              <a:gd name="connsiteY0" fmla="*/ 0 h 483884"/>
              <a:gd name="connsiteX1" fmla="*/ 2127123 w 2127123"/>
              <a:gd name="connsiteY1" fmla="*/ 219075 h 483884"/>
              <a:gd name="connsiteX2" fmla="*/ 0 w 2127123"/>
              <a:gd name="connsiteY2" fmla="*/ 483870 h 483884"/>
              <a:gd name="connsiteX3" fmla="*/ 0 w 2127123"/>
              <a:gd name="connsiteY3" fmla="*/ 442055 h 483884"/>
              <a:gd name="connsiteX4" fmla="*/ 2127123 w 2127123"/>
              <a:gd name="connsiteY4" fmla="*/ 0 h 483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27123" h="483884">
                <a:moveTo>
                  <a:pt x="2127123" y="0"/>
                </a:moveTo>
                <a:lnTo>
                  <a:pt x="2127123" y="219075"/>
                </a:lnTo>
                <a:cubicBezTo>
                  <a:pt x="2127123" y="219075"/>
                  <a:pt x="1368552" y="486156"/>
                  <a:pt x="0" y="483870"/>
                </a:cubicBezTo>
                <a:lnTo>
                  <a:pt x="0" y="442055"/>
                </a:lnTo>
                <a:cubicBezTo>
                  <a:pt x="0" y="442055"/>
                  <a:pt x="1371409" y="456819"/>
                  <a:pt x="2127123" y="0"/>
                </a:cubicBezTo>
                <a:close/>
              </a:path>
            </a:pathLst>
          </a:custGeom>
          <a:gradFill>
            <a:gsLst>
              <a:gs pos="0">
                <a:schemeClr val="accent2">
                  <a:alpha val="0"/>
                </a:schemeClr>
              </a:gs>
              <a:gs pos="100000">
                <a:schemeClr val="accent2">
                  <a:lumMod val="60000"/>
                  <a:lumOff val="40000"/>
                  <a:alpha val="23000"/>
                </a:schemeClr>
              </a:gs>
            </a:gsLst>
            <a:lin ang="0" scaled="0"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2" name="任意多边形: 形状 296"/>
          <p:cNvSpPr/>
          <p:nvPr userDrawn="1">
            <p:custDataLst>
              <p:tags r:id="rId23"/>
            </p:custDataLst>
          </p:nvPr>
        </p:nvSpPr>
        <p:spPr>
          <a:xfrm>
            <a:off x="7447915" y="3173095"/>
            <a:ext cx="3985260" cy="390525"/>
          </a:xfrm>
          <a:custGeom>
            <a:avLst/>
            <a:gdLst>
              <a:gd name="connsiteX0" fmla="*/ 0 w 1786985"/>
              <a:gd name="connsiteY0" fmla="*/ 139351 h 174996"/>
              <a:gd name="connsiteX1" fmla="*/ 1786985 w 1786985"/>
              <a:gd name="connsiteY1" fmla="*/ 0 h 174996"/>
              <a:gd name="connsiteX2" fmla="*/ 1786985 w 1786985"/>
              <a:gd name="connsiteY2" fmla="*/ 97536 h 174996"/>
              <a:gd name="connsiteX3" fmla="*/ 0 w 1786985"/>
              <a:gd name="connsiteY3" fmla="*/ 158877 h 174996"/>
              <a:gd name="connsiteX4" fmla="*/ 0 w 1786985"/>
              <a:gd name="connsiteY4" fmla="*/ 139351 h 174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86985" h="174996">
                <a:moveTo>
                  <a:pt x="0" y="139351"/>
                </a:moveTo>
                <a:cubicBezTo>
                  <a:pt x="1354931" y="147733"/>
                  <a:pt x="1786985" y="0"/>
                  <a:pt x="1786985" y="0"/>
                </a:cubicBezTo>
                <a:lnTo>
                  <a:pt x="1786985" y="97536"/>
                </a:lnTo>
                <a:cubicBezTo>
                  <a:pt x="1786985" y="97536"/>
                  <a:pt x="984123" y="217456"/>
                  <a:pt x="0" y="158877"/>
                </a:cubicBezTo>
                <a:lnTo>
                  <a:pt x="0" y="139351"/>
                </a:lnTo>
                <a:close/>
              </a:path>
            </a:pathLst>
          </a:custGeom>
          <a:gradFill>
            <a:gsLst>
              <a:gs pos="0">
                <a:schemeClr val="accent2">
                  <a:alpha val="0"/>
                </a:schemeClr>
              </a:gs>
              <a:gs pos="100000">
                <a:schemeClr val="accent2">
                  <a:lumMod val="60000"/>
                  <a:lumOff val="40000"/>
                  <a:alpha val="23000"/>
                </a:schemeClr>
              </a:gs>
            </a:gsLst>
            <a:lin ang="0" scaled="0"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3" name="任意多边形: 形状 297"/>
          <p:cNvSpPr/>
          <p:nvPr userDrawn="1">
            <p:custDataLst>
              <p:tags r:id="rId24"/>
            </p:custDataLst>
          </p:nvPr>
        </p:nvSpPr>
        <p:spPr>
          <a:xfrm>
            <a:off x="7447915" y="3604895"/>
            <a:ext cx="4743450" cy="205740"/>
          </a:xfrm>
          <a:custGeom>
            <a:avLst/>
            <a:gdLst>
              <a:gd name="connsiteX0" fmla="*/ 2127123 w 2127123"/>
              <a:gd name="connsiteY0" fmla="*/ 0 h 92247"/>
              <a:gd name="connsiteX1" fmla="*/ 0 w 2127123"/>
              <a:gd name="connsiteY1" fmla="*/ 11144 h 92247"/>
              <a:gd name="connsiteX2" fmla="*/ 0 w 2127123"/>
              <a:gd name="connsiteY2" fmla="*/ 35814 h 92247"/>
              <a:gd name="connsiteX3" fmla="*/ 2127123 w 2127123"/>
              <a:gd name="connsiteY3" fmla="*/ 80867 h 92247"/>
              <a:gd name="connsiteX4" fmla="*/ 2127123 w 2127123"/>
              <a:gd name="connsiteY4" fmla="*/ 0 h 92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27123" h="92247">
                <a:moveTo>
                  <a:pt x="2127123" y="0"/>
                </a:moveTo>
                <a:cubicBezTo>
                  <a:pt x="2127123" y="0"/>
                  <a:pt x="1195959" y="72485"/>
                  <a:pt x="0" y="11144"/>
                </a:cubicBezTo>
                <a:lnTo>
                  <a:pt x="0" y="35814"/>
                </a:lnTo>
                <a:cubicBezTo>
                  <a:pt x="0" y="35814"/>
                  <a:pt x="1505426" y="122682"/>
                  <a:pt x="2127123" y="80867"/>
                </a:cubicBezTo>
                <a:lnTo>
                  <a:pt x="2127123" y="0"/>
                </a:lnTo>
                <a:close/>
              </a:path>
            </a:pathLst>
          </a:custGeom>
          <a:gradFill>
            <a:gsLst>
              <a:gs pos="0">
                <a:schemeClr val="accent2">
                  <a:alpha val="0"/>
                </a:schemeClr>
              </a:gs>
              <a:gs pos="100000">
                <a:schemeClr val="accent2">
                  <a:lumMod val="60000"/>
                  <a:lumOff val="40000"/>
                  <a:alpha val="68000"/>
                </a:schemeClr>
              </a:gs>
            </a:gsLst>
            <a:lin ang="0" scaled="0"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34" name="任意多边形: 形状 298"/>
          <p:cNvSpPr/>
          <p:nvPr userDrawn="1">
            <p:custDataLst>
              <p:tags r:id="rId25"/>
            </p:custDataLst>
          </p:nvPr>
        </p:nvSpPr>
        <p:spPr>
          <a:xfrm>
            <a:off x="7610475" y="1125855"/>
            <a:ext cx="4233545" cy="1301115"/>
          </a:xfrm>
          <a:custGeom>
            <a:avLst/>
            <a:gdLst>
              <a:gd name="connsiteX0" fmla="*/ 1898523 w 1898523"/>
              <a:gd name="connsiteY0" fmla="*/ 0 h 583287"/>
              <a:gd name="connsiteX1" fmla="*/ 1898523 w 1898523"/>
              <a:gd name="connsiteY1" fmla="*/ 89249 h 583287"/>
              <a:gd name="connsiteX2" fmla="*/ 0 w 1898523"/>
              <a:gd name="connsiteY2" fmla="*/ 577120 h 583287"/>
              <a:gd name="connsiteX3" fmla="*/ 1898523 w 1898523"/>
              <a:gd name="connsiteY3" fmla="*/ 0 h 583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98523" h="583287">
                <a:moveTo>
                  <a:pt x="1898523" y="0"/>
                </a:moveTo>
                <a:lnTo>
                  <a:pt x="1898523" y="89249"/>
                </a:lnTo>
                <a:cubicBezTo>
                  <a:pt x="1898523" y="89249"/>
                  <a:pt x="750856" y="647700"/>
                  <a:pt x="0" y="577120"/>
                </a:cubicBezTo>
                <a:cubicBezTo>
                  <a:pt x="0" y="577120"/>
                  <a:pt x="685609" y="660178"/>
                  <a:pt x="1898523" y="0"/>
                </a:cubicBezTo>
                <a:close/>
              </a:path>
            </a:pathLst>
          </a:custGeom>
          <a:gradFill>
            <a:gsLst>
              <a:gs pos="0">
                <a:schemeClr val="accent2">
                  <a:alpha val="0"/>
                </a:schemeClr>
              </a:gs>
              <a:gs pos="100000">
                <a:schemeClr val="accent2">
                  <a:lumMod val="60000"/>
                  <a:lumOff val="40000"/>
                  <a:alpha val="49000"/>
                </a:schemeClr>
              </a:gs>
            </a:gsLst>
            <a:lin ang="0" scaled="0"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5" name="任意多边形: 形状 299"/>
          <p:cNvSpPr/>
          <p:nvPr userDrawn="1">
            <p:custDataLst>
              <p:tags r:id="rId26"/>
            </p:custDataLst>
          </p:nvPr>
        </p:nvSpPr>
        <p:spPr>
          <a:xfrm>
            <a:off x="0" y="0"/>
            <a:ext cx="4538980" cy="2584450"/>
          </a:xfrm>
          <a:custGeom>
            <a:avLst/>
            <a:gdLst>
              <a:gd name="connsiteX0" fmla="*/ 1478471 w 1478470"/>
              <a:gd name="connsiteY0" fmla="*/ 0 h 841762"/>
              <a:gd name="connsiteX1" fmla="*/ 1426464 w 1478470"/>
              <a:gd name="connsiteY1" fmla="*/ 0 h 841762"/>
              <a:gd name="connsiteX2" fmla="*/ 0 w 1478470"/>
              <a:gd name="connsiteY2" fmla="*/ 836295 h 841762"/>
              <a:gd name="connsiteX3" fmla="*/ 1478471 w 1478470"/>
              <a:gd name="connsiteY3" fmla="*/ 0 h 841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78470" h="841762">
                <a:moveTo>
                  <a:pt x="1478471" y="0"/>
                </a:moveTo>
                <a:lnTo>
                  <a:pt x="1426464" y="0"/>
                </a:lnTo>
                <a:cubicBezTo>
                  <a:pt x="1426464" y="0"/>
                  <a:pt x="350330" y="903256"/>
                  <a:pt x="0" y="836295"/>
                </a:cubicBezTo>
                <a:cubicBezTo>
                  <a:pt x="0" y="836295"/>
                  <a:pt x="355949" y="962692"/>
                  <a:pt x="1478471" y="0"/>
                </a:cubicBezTo>
                <a:close/>
              </a:path>
            </a:pathLst>
          </a:custGeom>
          <a:gradFill>
            <a:gsLst>
              <a:gs pos="0">
                <a:schemeClr val="accent2">
                  <a:alpha val="0"/>
                </a:schemeClr>
              </a:gs>
              <a:gs pos="100000">
                <a:schemeClr val="accent2">
                  <a:lumMod val="60000"/>
                  <a:lumOff val="40000"/>
                  <a:alpha val="59000"/>
                </a:schemeClr>
              </a:gs>
            </a:gsLst>
            <a:lin ang="18900000" scaled="0"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36" name="任意多边形: 形状 300"/>
          <p:cNvSpPr/>
          <p:nvPr userDrawn="1">
            <p:custDataLst>
              <p:tags r:id="rId27"/>
            </p:custDataLst>
          </p:nvPr>
        </p:nvSpPr>
        <p:spPr>
          <a:xfrm>
            <a:off x="7610475" y="2266315"/>
            <a:ext cx="3421380" cy="579755"/>
          </a:xfrm>
          <a:custGeom>
            <a:avLst/>
            <a:gdLst>
              <a:gd name="connsiteX0" fmla="*/ 1534192 w 1534192"/>
              <a:gd name="connsiteY0" fmla="*/ 59436 h 259827"/>
              <a:gd name="connsiteX1" fmla="*/ 1534192 w 1534192"/>
              <a:gd name="connsiteY1" fmla="*/ 0 h 259827"/>
              <a:gd name="connsiteX2" fmla="*/ 0 w 1534192"/>
              <a:gd name="connsiteY2" fmla="*/ 254127 h 259827"/>
              <a:gd name="connsiteX3" fmla="*/ 1534192 w 1534192"/>
              <a:gd name="connsiteY3" fmla="*/ 59436 h 259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34192" h="259827">
                <a:moveTo>
                  <a:pt x="1534192" y="59436"/>
                </a:moveTo>
                <a:lnTo>
                  <a:pt x="1534192" y="0"/>
                </a:lnTo>
                <a:cubicBezTo>
                  <a:pt x="1534192" y="0"/>
                  <a:pt x="864203" y="241078"/>
                  <a:pt x="0" y="254127"/>
                </a:cubicBezTo>
                <a:cubicBezTo>
                  <a:pt x="-95" y="254032"/>
                  <a:pt x="571405" y="312134"/>
                  <a:pt x="1534192" y="59436"/>
                </a:cubicBezTo>
                <a:close/>
              </a:path>
            </a:pathLst>
          </a:custGeom>
          <a:gradFill>
            <a:gsLst>
              <a:gs pos="0">
                <a:schemeClr val="accent2">
                  <a:alpha val="0"/>
                </a:schemeClr>
              </a:gs>
              <a:gs pos="100000">
                <a:schemeClr val="accent2">
                  <a:lumMod val="60000"/>
                  <a:lumOff val="40000"/>
                  <a:alpha val="17000"/>
                </a:schemeClr>
              </a:gs>
            </a:gsLst>
            <a:lin ang="0" scaled="0"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7" name="任意多边形: 形状 301"/>
          <p:cNvSpPr/>
          <p:nvPr userDrawn="1">
            <p:custDataLst>
              <p:tags r:id="rId28"/>
            </p:custDataLst>
          </p:nvPr>
        </p:nvSpPr>
        <p:spPr>
          <a:xfrm>
            <a:off x="8836025" y="2694305"/>
            <a:ext cx="3355340" cy="694690"/>
          </a:xfrm>
          <a:custGeom>
            <a:avLst/>
            <a:gdLst>
              <a:gd name="connsiteX0" fmla="*/ 1504569 w 1504569"/>
              <a:gd name="connsiteY0" fmla="*/ 0 h 311475"/>
              <a:gd name="connsiteX1" fmla="*/ 0 w 1504569"/>
              <a:gd name="connsiteY1" fmla="*/ 310706 h 311475"/>
              <a:gd name="connsiteX2" fmla="*/ 1504569 w 1504569"/>
              <a:gd name="connsiteY2" fmla="*/ 64103 h 311475"/>
              <a:gd name="connsiteX3" fmla="*/ 1504569 w 1504569"/>
              <a:gd name="connsiteY3" fmla="*/ 0 h 311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04569" h="311475">
                <a:moveTo>
                  <a:pt x="1504569" y="0"/>
                </a:moveTo>
                <a:cubicBezTo>
                  <a:pt x="1504569" y="0"/>
                  <a:pt x="669798" y="296704"/>
                  <a:pt x="0" y="310706"/>
                </a:cubicBezTo>
                <a:cubicBezTo>
                  <a:pt x="0" y="310706"/>
                  <a:pt x="564071" y="338233"/>
                  <a:pt x="1504569" y="64103"/>
                </a:cubicBezTo>
                <a:lnTo>
                  <a:pt x="1504569" y="0"/>
                </a:lnTo>
                <a:close/>
              </a:path>
            </a:pathLst>
          </a:custGeom>
          <a:gradFill>
            <a:gsLst>
              <a:gs pos="0">
                <a:schemeClr val="accent2">
                  <a:alpha val="0"/>
                </a:schemeClr>
              </a:gs>
              <a:gs pos="100000">
                <a:schemeClr val="accent2">
                  <a:lumMod val="60000"/>
                  <a:lumOff val="40000"/>
                  <a:alpha val="67000"/>
                </a:schemeClr>
              </a:gs>
            </a:gsLst>
            <a:lin ang="0" scaled="0"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8" name="任意多边形: 形状 302"/>
          <p:cNvSpPr/>
          <p:nvPr userDrawn="1">
            <p:custDataLst>
              <p:tags r:id="rId29"/>
            </p:custDataLst>
          </p:nvPr>
        </p:nvSpPr>
        <p:spPr>
          <a:xfrm>
            <a:off x="7447915" y="3851275"/>
            <a:ext cx="4743450" cy="210820"/>
          </a:xfrm>
          <a:custGeom>
            <a:avLst/>
            <a:gdLst>
              <a:gd name="connsiteX0" fmla="*/ 0 w 2127123"/>
              <a:gd name="connsiteY0" fmla="*/ 0 h 94583"/>
              <a:gd name="connsiteX1" fmla="*/ 2127123 w 2127123"/>
              <a:gd name="connsiteY1" fmla="*/ 44387 h 94583"/>
              <a:gd name="connsiteX2" fmla="*/ 2127123 w 2127123"/>
              <a:gd name="connsiteY2" fmla="*/ 94583 h 945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27123" h="94583">
                <a:moveTo>
                  <a:pt x="0" y="0"/>
                </a:moveTo>
                <a:lnTo>
                  <a:pt x="2127123" y="44387"/>
                </a:lnTo>
                <a:lnTo>
                  <a:pt x="2127123" y="94583"/>
                </a:lnTo>
                <a:close/>
              </a:path>
            </a:pathLst>
          </a:custGeom>
          <a:gradFill>
            <a:gsLst>
              <a:gs pos="0">
                <a:schemeClr val="accent2">
                  <a:alpha val="0"/>
                </a:schemeClr>
              </a:gs>
              <a:gs pos="100000">
                <a:schemeClr val="accent2">
                  <a:lumMod val="60000"/>
                  <a:lumOff val="40000"/>
                  <a:alpha val="54000"/>
                </a:schemeClr>
              </a:gs>
            </a:gsLst>
            <a:lin ang="0" scaled="0"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39" name="任意多边形: 形状 303"/>
          <p:cNvSpPr/>
          <p:nvPr userDrawn="1">
            <p:custDataLst>
              <p:tags r:id="rId30"/>
            </p:custDataLst>
          </p:nvPr>
        </p:nvSpPr>
        <p:spPr>
          <a:xfrm>
            <a:off x="7515860" y="3916680"/>
            <a:ext cx="4554855" cy="364490"/>
          </a:xfrm>
          <a:custGeom>
            <a:avLst/>
            <a:gdLst>
              <a:gd name="connsiteX0" fmla="*/ 2042541 w 2042540"/>
              <a:gd name="connsiteY0" fmla="*/ 163544 h 163544"/>
              <a:gd name="connsiteX1" fmla="*/ 2042541 w 2042540"/>
              <a:gd name="connsiteY1" fmla="*/ 40862 h 163544"/>
              <a:gd name="connsiteX2" fmla="*/ 0 w 2042540"/>
              <a:gd name="connsiteY2" fmla="*/ 0 h 163544"/>
              <a:gd name="connsiteX3" fmla="*/ 0 w 2042540"/>
              <a:gd name="connsiteY3" fmla="*/ 37147 h 163544"/>
              <a:gd name="connsiteX4" fmla="*/ 2042541 w 2042540"/>
              <a:gd name="connsiteY4" fmla="*/ 163544 h 163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42540" h="163544">
                <a:moveTo>
                  <a:pt x="2042541" y="163544"/>
                </a:moveTo>
                <a:lnTo>
                  <a:pt x="2042541" y="40862"/>
                </a:lnTo>
                <a:lnTo>
                  <a:pt x="0" y="0"/>
                </a:lnTo>
                <a:lnTo>
                  <a:pt x="0" y="37147"/>
                </a:lnTo>
                <a:cubicBezTo>
                  <a:pt x="0" y="37147"/>
                  <a:pt x="1797272" y="111538"/>
                  <a:pt x="2042541" y="163544"/>
                </a:cubicBezTo>
                <a:close/>
              </a:path>
            </a:pathLst>
          </a:custGeom>
          <a:gradFill>
            <a:gsLst>
              <a:gs pos="0">
                <a:schemeClr val="accent2">
                  <a:alpha val="0"/>
                </a:schemeClr>
              </a:gs>
              <a:gs pos="100000">
                <a:schemeClr val="accent2">
                  <a:lumMod val="60000"/>
                  <a:lumOff val="40000"/>
                  <a:alpha val="44000"/>
                </a:schemeClr>
              </a:gs>
            </a:gsLst>
            <a:lin ang="0" scaled="0"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40" name="任意多边形: 形状 304"/>
          <p:cNvSpPr/>
          <p:nvPr userDrawn="1">
            <p:custDataLst>
              <p:tags r:id="rId31"/>
            </p:custDataLst>
          </p:nvPr>
        </p:nvSpPr>
        <p:spPr>
          <a:xfrm>
            <a:off x="7197090" y="4236085"/>
            <a:ext cx="3199765" cy="156845"/>
          </a:xfrm>
          <a:custGeom>
            <a:avLst/>
            <a:gdLst>
              <a:gd name="connsiteX0" fmla="*/ 1434761 w 1434761"/>
              <a:gd name="connsiteY0" fmla="*/ 102263 h 102263"/>
              <a:gd name="connsiteX1" fmla="*/ 1434761 w 1434761"/>
              <a:gd name="connsiteY1" fmla="*/ 61401 h 102263"/>
              <a:gd name="connsiteX2" fmla="*/ 10 w 1434761"/>
              <a:gd name="connsiteY2" fmla="*/ 1965 h 102263"/>
              <a:gd name="connsiteX3" fmla="*/ 10 w 1434761"/>
              <a:gd name="connsiteY3" fmla="*/ 20539 h 102263"/>
              <a:gd name="connsiteX4" fmla="*/ 1434761 w 1434761"/>
              <a:gd name="connsiteY4" fmla="*/ 102263 h 102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4761" h="102263">
                <a:moveTo>
                  <a:pt x="1434761" y="102263"/>
                </a:moveTo>
                <a:lnTo>
                  <a:pt x="1434761" y="61401"/>
                </a:lnTo>
                <a:cubicBezTo>
                  <a:pt x="1434761" y="61401"/>
                  <a:pt x="576082" y="-12894"/>
                  <a:pt x="10" y="1965"/>
                </a:cubicBezTo>
                <a:lnTo>
                  <a:pt x="10" y="20539"/>
                </a:lnTo>
                <a:cubicBezTo>
                  <a:pt x="-4181" y="16538"/>
                  <a:pt x="1277789" y="76641"/>
                  <a:pt x="1434761" y="102263"/>
                </a:cubicBezTo>
                <a:close/>
              </a:path>
            </a:pathLst>
          </a:custGeom>
          <a:gradFill>
            <a:gsLst>
              <a:gs pos="0">
                <a:schemeClr val="accent2">
                  <a:alpha val="0"/>
                </a:schemeClr>
              </a:gs>
              <a:gs pos="100000">
                <a:schemeClr val="accent2">
                  <a:lumMod val="60000"/>
                  <a:lumOff val="40000"/>
                  <a:alpha val="65000"/>
                </a:schemeClr>
              </a:gs>
            </a:gsLst>
            <a:lin ang="0" scaled="0"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41" name="任意多边形: 形状 306"/>
          <p:cNvSpPr/>
          <p:nvPr userDrawn="1">
            <p:custDataLst>
              <p:tags r:id="rId32"/>
            </p:custDataLst>
          </p:nvPr>
        </p:nvSpPr>
        <p:spPr>
          <a:xfrm>
            <a:off x="6993890" y="4392924"/>
            <a:ext cx="5197475" cy="1455426"/>
          </a:xfrm>
          <a:custGeom>
            <a:avLst/>
            <a:gdLst>
              <a:gd name="connsiteX0" fmla="*/ 8185 w 8185"/>
              <a:gd name="connsiteY0" fmla="*/ 1289 h 2292"/>
              <a:gd name="connsiteX1" fmla="*/ 0 w 8185"/>
              <a:gd name="connsiteY1" fmla="*/ 2 h 2292"/>
              <a:gd name="connsiteX2" fmla="*/ 0 w 8185"/>
              <a:gd name="connsiteY2" fmla="*/ 106 h 2292"/>
              <a:gd name="connsiteX3" fmla="*/ 8185 w 8185"/>
              <a:gd name="connsiteY3" fmla="*/ 2292 h 2292"/>
              <a:gd name="connsiteX4" fmla="*/ 8185 w 8185"/>
              <a:gd name="connsiteY4" fmla="*/ 1289 h 22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85" h="2292">
                <a:moveTo>
                  <a:pt x="8185" y="1289"/>
                </a:moveTo>
                <a:cubicBezTo>
                  <a:pt x="8185" y="1289"/>
                  <a:pt x="5228" y="-59"/>
                  <a:pt x="0" y="2"/>
                </a:cubicBezTo>
                <a:lnTo>
                  <a:pt x="0" y="106"/>
                </a:lnTo>
                <a:cubicBezTo>
                  <a:pt x="0" y="106"/>
                  <a:pt x="6165" y="53"/>
                  <a:pt x="8185" y="2292"/>
                </a:cubicBezTo>
                <a:lnTo>
                  <a:pt x="8185" y="1289"/>
                </a:lnTo>
                <a:close/>
              </a:path>
            </a:pathLst>
          </a:custGeom>
          <a:gradFill>
            <a:gsLst>
              <a:gs pos="0">
                <a:schemeClr val="accent2">
                  <a:alpha val="0"/>
                </a:schemeClr>
              </a:gs>
              <a:gs pos="100000">
                <a:schemeClr val="accent2">
                  <a:alpha val="100000"/>
                </a:schemeClr>
              </a:gs>
            </a:gsLst>
            <a:lin ang="0" scaled="0"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42" name="任意多边形: 形状 307"/>
          <p:cNvSpPr/>
          <p:nvPr userDrawn="1">
            <p:custDataLst>
              <p:tags r:id="rId33"/>
            </p:custDataLst>
          </p:nvPr>
        </p:nvSpPr>
        <p:spPr>
          <a:xfrm>
            <a:off x="6869430" y="4794250"/>
            <a:ext cx="4066540" cy="1014730"/>
          </a:xfrm>
          <a:custGeom>
            <a:avLst/>
            <a:gdLst>
              <a:gd name="connsiteX0" fmla="*/ 1823181 w 1823370"/>
              <a:gd name="connsiteY0" fmla="*/ 413197 h 455106"/>
              <a:gd name="connsiteX1" fmla="*/ 1735074 w 1823370"/>
              <a:gd name="connsiteY1" fmla="*/ 348808 h 455106"/>
              <a:gd name="connsiteX2" fmla="*/ 1362456 w 1823370"/>
              <a:gd name="connsiteY2" fmla="*/ 134495 h 455106"/>
              <a:gd name="connsiteX3" fmla="*/ 946785 w 1823370"/>
              <a:gd name="connsiteY3" fmla="*/ 8575 h 455106"/>
              <a:gd name="connsiteX4" fmla="*/ 816674 w 1823370"/>
              <a:gd name="connsiteY4" fmla="*/ 98 h 455106"/>
              <a:gd name="connsiteX5" fmla="*/ 578358 w 1823370"/>
              <a:gd name="connsiteY5" fmla="*/ 574 h 455106"/>
              <a:gd name="connsiteX6" fmla="*/ 306515 w 1823370"/>
              <a:gd name="connsiteY6" fmla="*/ 479 h 455106"/>
              <a:gd name="connsiteX7" fmla="*/ 77153 w 1823370"/>
              <a:gd name="connsiteY7" fmla="*/ 383 h 455106"/>
              <a:gd name="connsiteX8" fmla="*/ 0 w 1823370"/>
              <a:gd name="connsiteY8" fmla="*/ 383 h 455106"/>
              <a:gd name="connsiteX9" fmla="*/ 0 w 1823370"/>
              <a:gd name="connsiteY9" fmla="*/ 14576 h 455106"/>
              <a:gd name="connsiteX10" fmla="*/ 112300 w 1823370"/>
              <a:gd name="connsiteY10" fmla="*/ 16004 h 455106"/>
              <a:gd name="connsiteX11" fmla="*/ 369475 w 1823370"/>
              <a:gd name="connsiteY11" fmla="*/ 19338 h 455106"/>
              <a:gd name="connsiteX12" fmla="*/ 652272 w 1823370"/>
              <a:gd name="connsiteY12" fmla="*/ 22958 h 455106"/>
              <a:gd name="connsiteX13" fmla="*/ 877729 w 1823370"/>
              <a:gd name="connsiteY13" fmla="*/ 26482 h 455106"/>
              <a:gd name="connsiteX14" fmla="*/ 1088898 w 1823370"/>
              <a:gd name="connsiteY14" fmla="*/ 65153 h 455106"/>
              <a:gd name="connsiteX15" fmla="*/ 1486662 w 1823370"/>
              <a:gd name="connsiteY15" fmla="*/ 239651 h 455106"/>
              <a:gd name="connsiteX16" fmla="*/ 1492472 w 1823370"/>
              <a:gd name="connsiteY16" fmla="*/ 242890 h 455106"/>
              <a:gd name="connsiteX17" fmla="*/ 1823371 w 1823370"/>
              <a:gd name="connsiteY17" fmla="*/ 455107 h 455106"/>
              <a:gd name="connsiteX18" fmla="*/ 1823181 w 1823370"/>
              <a:gd name="connsiteY18" fmla="*/ 413197 h 4551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823370" h="455106">
                <a:moveTo>
                  <a:pt x="1823181" y="413197"/>
                </a:moveTo>
                <a:cubicBezTo>
                  <a:pt x="1794700" y="390527"/>
                  <a:pt x="1764887" y="369477"/>
                  <a:pt x="1735074" y="348808"/>
                </a:cubicBezTo>
                <a:cubicBezTo>
                  <a:pt x="1617059" y="267083"/>
                  <a:pt x="1492663" y="195074"/>
                  <a:pt x="1362456" y="134495"/>
                </a:cubicBezTo>
                <a:cubicBezTo>
                  <a:pt x="1231106" y="73345"/>
                  <a:pt x="1090994" y="26672"/>
                  <a:pt x="946785" y="8575"/>
                </a:cubicBezTo>
                <a:cubicBezTo>
                  <a:pt x="903637" y="3241"/>
                  <a:pt x="860203" y="383"/>
                  <a:pt x="816674" y="98"/>
                </a:cubicBezTo>
                <a:cubicBezTo>
                  <a:pt x="737235" y="-283"/>
                  <a:pt x="657797" y="574"/>
                  <a:pt x="578358" y="574"/>
                </a:cubicBezTo>
                <a:cubicBezTo>
                  <a:pt x="487775" y="574"/>
                  <a:pt x="397097" y="479"/>
                  <a:pt x="306515" y="479"/>
                </a:cubicBezTo>
                <a:cubicBezTo>
                  <a:pt x="230029" y="479"/>
                  <a:pt x="153543" y="479"/>
                  <a:pt x="77153" y="383"/>
                </a:cubicBezTo>
                <a:cubicBezTo>
                  <a:pt x="51435" y="383"/>
                  <a:pt x="25718" y="383"/>
                  <a:pt x="0" y="383"/>
                </a:cubicBezTo>
                <a:cubicBezTo>
                  <a:pt x="0" y="383"/>
                  <a:pt x="0" y="14576"/>
                  <a:pt x="0" y="14576"/>
                </a:cubicBezTo>
                <a:cubicBezTo>
                  <a:pt x="37433" y="15052"/>
                  <a:pt x="74867" y="15528"/>
                  <a:pt x="112300" y="16004"/>
                </a:cubicBezTo>
                <a:cubicBezTo>
                  <a:pt x="198025" y="17147"/>
                  <a:pt x="283750" y="18195"/>
                  <a:pt x="369475" y="19338"/>
                </a:cubicBezTo>
                <a:cubicBezTo>
                  <a:pt x="463772" y="20576"/>
                  <a:pt x="557975" y="21815"/>
                  <a:pt x="652272" y="22958"/>
                </a:cubicBezTo>
                <a:cubicBezTo>
                  <a:pt x="727424" y="23910"/>
                  <a:pt x="802672" y="22862"/>
                  <a:pt x="877729" y="26482"/>
                </a:cubicBezTo>
                <a:cubicBezTo>
                  <a:pt x="948595" y="29911"/>
                  <a:pt x="1020890" y="45627"/>
                  <a:pt x="1088898" y="65153"/>
                </a:cubicBezTo>
                <a:cubicBezTo>
                  <a:pt x="1227582" y="105063"/>
                  <a:pt x="1360837" y="169643"/>
                  <a:pt x="1486662" y="239651"/>
                </a:cubicBezTo>
                <a:cubicBezTo>
                  <a:pt x="1488567" y="240699"/>
                  <a:pt x="1490472" y="241842"/>
                  <a:pt x="1492472" y="242890"/>
                </a:cubicBezTo>
                <a:cubicBezTo>
                  <a:pt x="1606868" y="306898"/>
                  <a:pt x="1716977" y="378621"/>
                  <a:pt x="1823371" y="455107"/>
                </a:cubicBezTo>
                <a:cubicBezTo>
                  <a:pt x="1823181" y="455012"/>
                  <a:pt x="1823181" y="413197"/>
                  <a:pt x="1823181" y="413197"/>
                </a:cubicBezTo>
                <a:close/>
              </a:path>
            </a:pathLst>
          </a:custGeom>
          <a:gradFill>
            <a:gsLst>
              <a:gs pos="0">
                <a:schemeClr val="accent2">
                  <a:alpha val="0"/>
                </a:schemeClr>
              </a:gs>
              <a:gs pos="100000">
                <a:schemeClr val="accent2">
                  <a:lumMod val="60000"/>
                  <a:lumOff val="40000"/>
                  <a:alpha val="0"/>
                </a:schemeClr>
              </a:gs>
              <a:gs pos="86000">
                <a:schemeClr val="accent2">
                  <a:lumMod val="60000"/>
                  <a:lumOff val="40000"/>
                  <a:alpha val="20000"/>
                </a:schemeClr>
              </a:gs>
            </a:gsLst>
            <a:lin ang="0" scaled="0"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43" name="任意多边形: 形状 309"/>
          <p:cNvSpPr/>
          <p:nvPr userDrawn="1">
            <p:custDataLst>
              <p:tags r:id="rId34"/>
            </p:custDataLst>
          </p:nvPr>
        </p:nvSpPr>
        <p:spPr>
          <a:xfrm>
            <a:off x="6869430" y="4940300"/>
            <a:ext cx="4072255" cy="1002030"/>
          </a:xfrm>
          <a:custGeom>
            <a:avLst/>
            <a:gdLst>
              <a:gd name="connsiteX0" fmla="*/ 1820608 w 1825942"/>
              <a:gd name="connsiteY0" fmla="*/ 449199 h 449199"/>
              <a:gd name="connsiteX1" fmla="*/ 1825942 w 1825942"/>
              <a:gd name="connsiteY1" fmla="*/ 441293 h 449199"/>
              <a:gd name="connsiteX2" fmla="*/ 1312450 w 1825942"/>
              <a:gd name="connsiteY2" fmla="*/ 139256 h 449199"/>
              <a:gd name="connsiteX3" fmla="*/ 781907 w 1825942"/>
              <a:gd name="connsiteY3" fmla="*/ 0 h 449199"/>
              <a:gd name="connsiteX4" fmla="*/ 0 w 1825942"/>
              <a:gd name="connsiteY4" fmla="*/ 0 h 449199"/>
              <a:gd name="connsiteX5" fmla="*/ 0 w 1825942"/>
              <a:gd name="connsiteY5" fmla="*/ 9525 h 449199"/>
              <a:gd name="connsiteX6" fmla="*/ 781907 w 1825942"/>
              <a:gd name="connsiteY6" fmla="*/ 9525 h 449199"/>
              <a:gd name="connsiteX7" fmla="*/ 1308164 w 1825942"/>
              <a:gd name="connsiteY7" fmla="*/ 147828 h 449199"/>
              <a:gd name="connsiteX8" fmla="*/ 1820608 w 1825942"/>
              <a:gd name="connsiteY8" fmla="*/ 449199 h 4491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25942" h="449199">
                <a:moveTo>
                  <a:pt x="1820608" y="449199"/>
                </a:moveTo>
                <a:lnTo>
                  <a:pt x="1825942" y="441293"/>
                </a:lnTo>
                <a:cubicBezTo>
                  <a:pt x="1653159" y="324612"/>
                  <a:pt x="1480375" y="223075"/>
                  <a:pt x="1312450" y="139256"/>
                </a:cubicBezTo>
                <a:cubicBezTo>
                  <a:pt x="1116711" y="41624"/>
                  <a:pt x="958024" y="0"/>
                  <a:pt x="781907" y="0"/>
                </a:cubicBezTo>
                <a:lnTo>
                  <a:pt x="0" y="0"/>
                </a:lnTo>
                <a:lnTo>
                  <a:pt x="0" y="9525"/>
                </a:lnTo>
                <a:lnTo>
                  <a:pt x="781907" y="9525"/>
                </a:lnTo>
                <a:cubicBezTo>
                  <a:pt x="956500" y="9525"/>
                  <a:pt x="1113854" y="50863"/>
                  <a:pt x="1308164" y="147828"/>
                </a:cubicBezTo>
                <a:cubicBezTo>
                  <a:pt x="1475708" y="231458"/>
                  <a:pt x="1648111" y="332804"/>
                  <a:pt x="1820608" y="449199"/>
                </a:cubicBezTo>
                <a:close/>
              </a:path>
            </a:pathLst>
          </a:custGeom>
          <a:gradFill>
            <a:gsLst>
              <a:gs pos="100000">
                <a:schemeClr val="accent2">
                  <a:lumMod val="60000"/>
                  <a:lumOff val="40000"/>
                  <a:alpha val="0"/>
                </a:schemeClr>
              </a:gs>
              <a:gs pos="0">
                <a:schemeClr val="accent2">
                  <a:alpha val="0"/>
                </a:schemeClr>
              </a:gs>
              <a:gs pos="74000">
                <a:schemeClr val="accent2">
                  <a:lumMod val="60000"/>
                  <a:lumOff val="40000"/>
                  <a:alpha val="65000"/>
                </a:schemeClr>
              </a:gs>
            </a:gsLst>
            <a:lin ang="0" scaled="0"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57" name="任意多边形: 形状 56"/>
          <p:cNvSpPr/>
          <p:nvPr userDrawn="1">
            <p:custDataLst>
              <p:tags r:id="rId35"/>
            </p:custDataLst>
          </p:nvPr>
        </p:nvSpPr>
        <p:spPr>
          <a:xfrm>
            <a:off x="7021195" y="5140325"/>
            <a:ext cx="4289650" cy="1715770"/>
          </a:xfrm>
          <a:custGeom>
            <a:avLst/>
            <a:gdLst>
              <a:gd name="connsiteX0" fmla="*/ 0 w 4289650"/>
              <a:gd name="connsiteY0" fmla="*/ 0 h 1715770"/>
              <a:gd name="connsiteX1" fmla="*/ 1365600 w 4289650"/>
              <a:gd name="connsiteY1" fmla="*/ 0 h 1715770"/>
              <a:gd name="connsiteX2" fmla="*/ 2178291 w 4289650"/>
              <a:gd name="connsiteY2" fmla="*/ 183341 h 1715770"/>
              <a:gd name="connsiteX3" fmla="*/ 4170426 w 4289650"/>
              <a:gd name="connsiteY3" fmla="*/ 1600274 h 1715770"/>
              <a:gd name="connsiteX4" fmla="*/ 4289650 w 4289650"/>
              <a:gd name="connsiteY4" fmla="*/ 1715770 h 1715770"/>
              <a:gd name="connsiteX5" fmla="*/ 4259227 w 4289650"/>
              <a:gd name="connsiteY5" fmla="*/ 1715770 h 1715770"/>
              <a:gd name="connsiteX6" fmla="*/ 4156007 w 4289650"/>
              <a:gd name="connsiteY6" fmla="*/ 1615769 h 1715770"/>
              <a:gd name="connsiteX7" fmla="*/ 2169157 w 4289650"/>
              <a:gd name="connsiteY7" fmla="*/ 202460 h 1715770"/>
              <a:gd name="connsiteX8" fmla="*/ 1365600 w 4289650"/>
              <a:gd name="connsiteY8" fmla="*/ 21245 h 1715770"/>
              <a:gd name="connsiteX9" fmla="*/ 0 w 4289650"/>
              <a:gd name="connsiteY9" fmla="*/ 21245 h 1715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289650" h="1715770">
                <a:moveTo>
                  <a:pt x="0" y="0"/>
                </a:moveTo>
                <a:lnTo>
                  <a:pt x="1365600" y="0"/>
                </a:lnTo>
                <a:cubicBezTo>
                  <a:pt x="1646833" y="0"/>
                  <a:pt x="1927856" y="63308"/>
                  <a:pt x="2178291" y="183341"/>
                </a:cubicBezTo>
                <a:cubicBezTo>
                  <a:pt x="2654466" y="411427"/>
                  <a:pt x="3363526" y="836487"/>
                  <a:pt x="4170426" y="1600274"/>
                </a:cubicBezTo>
                <a:lnTo>
                  <a:pt x="4289650" y="1715770"/>
                </a:lnTo>
                <a:lnTo>
                  <a:pt x="4259227" y="1715770"/>
                </a:lnTo>
                <a:lnTo>
                  <a:pt x="4156007" y="1615769"/>
                </a:lnTo>
                <a:cubicBezTo>
                  <a:pt x="3351141" y="853842"/>
                  <a:pt x="2644032" y="429989"/>
                  <a:pt x="2169157" y="202460"/>
                </a:cubicBezTo>
                <a:cubicBezTo>
                  <a:pt x="1921696" y="83917"/>
                  <a:pt x="1643861" y="21245"/>
                  <a:pt x="1365600" y="21245"/>
                </a:cubicBezTo>
                <a:lnTo>
                  <a:pt x="0" y="21245"/>
                </a:lnTo>
                <a:close/>
              </a:path>
            </a:pathLst>
          </a:custGeom>
          <a:gradFill>
            <a:gsLst>
              <a:gs pos="0">
                <a:schemeClr val="accent2">
                  <a:alpha val="0"/>
                </a:schemeClr>
              </a:gs>
              <a:gs pos="100000">
                <a:schemeClr val="accent2">
                  <a:lumMod val="60000"/>
                  <a:lumOff val="40000"/>
                  <a:alpha val="0"/>
                </a:schemeClr>
              </a:gs>
              <a:gs pos="82000">
                <a:schemeClr val="accent2">
                  <a:lumMod val="60000"/>
                  <a:lumOff val="40000"/>
                </a:schemeClr>
              </a:gs>
            </a:gsLst>
            <a:lin ang="0" scaled="0"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45" name="任意多边形: 形状 122"/>
          <p:cNvSpPr/>
          <p:nvPr userDrawn="1">
            <p:custDataLst>
              <p:tags r:id="rId36"/>
            </p:custDataLst>
          </p:nvPr>
        </p:nvSpPr>
        <p:spPr>
          <a:xfrm rot="480000">
            <a:off x="8657590" y="4911725"/>
            <a:ext cx="1409700" cy="1409700"/>
          </a:xfrm>
          <a:custGeom>
            <a:avLst/>
            <a:gdLst>
              <a:gd name="connsiteX0" fmla="*/ 1582064 w 1582064"/>
              <a:gd name="connsiteY0" fmla="*/ 791032 h 1582064"/>
              <a:gd name="connsiteX1" fmla="*/ 791032 w 1582064"/>
              <a:gd name="connsiteY1" fmla="*/ 1582064 h 1582064"/>
              <a:gd name="connsiteX2" fmla="*/ 0 w 1582064"/>
              <a:gd name="connsiteY2" fmla="*/ 791032 h 1582064"/>
              <a:gd name="connsiteX3" fmla="*/ 791032 w 1582064"/>
              <a:gd name="connsiteY3" fmla="*/ 0 h 1582064"/>
              <a:gd name="connsiteX4" fmla="*/ 1582064 w 1582064"/>
              <a:gd name="connsiteY4" fmla="*/ 791032 h 1582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82064" h="1582064">
                <a:moveTo>
                  <a:pt x="1582064" y="791032"/>
                </a:moveTo>
                <a:cubicBezTo>
                  <a:pt x="1582064" y="1227907"/>
                  <a:pt x="1227907" y="1582064"/>
                  <a:pt x="791032" y="1582064"/>
                </a:cubicBezTo>
                <a:cubicBezTo>
                  <a:pt x="354157" y="1582064"/>
                  <a:pt x="0" y="1227907"/>
                  <a:pt x="0" y="791032"/>
                </a:cubicBezTo>
                <a:cubicBezTo>
                  <a:pt x="0" y="354157"/>
                  <a:pt x="354157" y="0"/>
                  <a:pt x="791032" y="0"/>
                </a:cubicBezTo>
                <a:cubicBezTo>
                  <a:pt x="1227907" y="0"/>
                  <a:pt x="1582064" y="354157"/>
                  <a:pt x="1582064" y="791032"/>
                </a:cubicBezTo>
                <a:close/>
              </a:path>
            </a:pathLst>
          </a:custGeom>
          <a:gradFill>
            <a:gsLst>
              <a:gs pos="24000">
                <a:schemeClr val="accent1"/>
              </a:gs>
              <a:gs pos="100000">
                <a:srgbClr val="FFFFFF"/>
              </a:gs>
              <a:gs pos="78000">
                <a:schemeClr val="accent2"/>
              </a:gs>
            </a:gsLst>
            <a:path path="circle">
              <a:fillToRect l="100000" t="100000"/>
            </a:path>
            <a:tileRect r="-100000" b="-100000"/>
          </a:gradFill>
          <a:ln w="7620" cap="flat">
            <a:noFill/>
            <a:prstDash val="solid"/>
            <a:miter/>
          </a:ln>
          <a:effectLst>
            <a:innerShdw blurRad="393700" dist="254000">
              <a:schemeClr val="accent2">
                <a:lumMod val="20000"/>
                <a:lumOff val="80000"/>
                <a:alpha val="65000"/>
              </a:schemeClr>
            </a:inn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46" name="任意多边形: 形状 122"/>
          <p:cNvSpPr/>
          <p:nvPr userDrawn="1">
            <p:custDataLst>
              <p:tags r:id="rId37"/>
            </p:custDataLst>
          </p:nvPr>
        </p:nvSpPr>
        <p:spPr>
          <a:xfrm rot="5400000">
            <a:off x="8174355" y="1033780"/>
            <a:ext cx="816610" cy="816610"/>
          </a:xfrm>
          <a:custGeom>
            <a:avLst/>
            <a:gdLst>
              <a:gd name="connsiteX0" fmla="*/ 1582064 w 1582064"/>
              <a:gd name="connsiteY0" fmla="*/ 791032 h 1582064"/>
              <a:gd name="connsiteX1" fmla="*/ 791032 w 1582064"/>
              <a:gd name="connsiteY1" fmla="*/ 1582064 h 1582064"/>
              <a:gd name="connsiteX2" fmla="*/ 0 w 1582064"/>
              <a:gd name="connsiteY2" fmla="*/ 791032 h 1582064"/>
              <a:gd name="connsiteX3" fmla="*/ 791032 w 1582064"/>
              <a:gd name="connsiteY3" fmla="*/ 0 h 1582064"/>
              <a:gd name="connsiteX4" fmla="*/ 1582064 w 1582064"/>
              <a:gd name="connsiteY4" fmla="*/ 791032 h 1582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82064" h="1582064">
                <a:moveTo>
                  <a:pt x="1582064" y="791032"/>
                </a:moveTo>
                <a:cubicBezTo>
                  <a:pt x="1582064" y="1227907"/>
                  <a:pt x="1227907" y="1582064"/>
                  <a:pt x="791032" y="1582064"/>
                </a:cubicBezTo>
                <a:cubicBezTo>
                  <a:pt x="354157" y="1582064"/>
                  <a:pt x="0" y="1227907"/>
                  <a:pt x="0" y="791032"/>
                </a:cubicBezTo>
                <a:cubicBezTo>
                  <a:pt x="0" y="354157"/>
                  <a:pt x="354157" y="0"/>
                  <a:pt x="791032" y="0"/>
                </a:cubicBezTo>
                <a:cubicBezTo>
                  <a:pt x="1227907" y="0"/>
                  <a:pt x="1582064" y="354157"/>
                  <a:pt x="1582064" y="791032"/>
                </a:cubicBezTo>
                <a:close/>
              </a:path>
            </a:pathLst>
          </a:custGeom>
          <a:gradFill>
            <a:gsLst>
              <a:gs pos="70000">
                <a:schemeClr val="accent1">
                  <a:alpha val="67000"/>
                </a:schemeClr>
              </a:gs>
              <a:gs pos="85000">
                <a:schemeClr val="accent1">
                  <a:lumMod val="20000"/>
                  <a:lumOff val="80000"/>
                </a:schemeClr>
              </a:gs>
              <a:gs pos="0">
                <a:schemeClr val="accent2">
                  <a:lumMod val="75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 w="7620" cap="flat">
            <a:noFill/>
            <a:prstDash val="solid"/>
            <a:miter/>
          </a:ln>
          <a:effectLst>
            <a:innerShdw blurRad="393700" dist="254000">
              <a:schemeClr val="accent1">
                <a:lumMod val="20000"/>
                <a:lumOff val="80000"/>
                <a:alpha val="65000"/>
              </a:schemeClr>
            </a:innerShdw>
            <a:softEdge rad="88900"/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47" name="椭圆 46"/>
          <p:cNvSpPr/>
          <p:nvPr userDrawn="1">
            <p:custDataLst>
              <p:tags r:id="rId38"/>
            </p:custDataLst>
          </p:nvPr>
        </p:nvSpPr>
        <p:spPr>
          <a:xfrm>
            <a:off x="10158095" y="1850390"/>
            <a:ext cx="75565" cy="75565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glow rad="76200">
              <a:srgbClr val="FFFFFF">
                <a:alpha val="10000"/>
              </a:srgbClr>
            </a:glo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48" name="椭圆 47"/>
          <p:cNvSpPr/>
          <p:nvPr userDrawn="1">
            <p:custDataLst>
              <p:tags r:id="rId39"/>
            </p:custDataLst>
          </p:nvPr>
        </p:nvSpPr>
        <p:spPr>
          <a:xfrm>
            <a:off x="1711960" y="2113280"/>
            <a:ext cx="75565" cy="75565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glow rad="25400">
              <a:srgbClr val="FFFFFF">
                <a:alpha val="10000"/>
              </a:srgbClr>
            </a:glo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49" name="椭圆 48"/>
          <p:cNvSpPr/>
          <p:nvPr userDrawn="1">
            <p:custDataLst>
              <p:tags r:id="rId40"/>
            </p:custDataLst>
          </p:nvPr>
        </p:nvSpPr>
        <p:spPr>
          <a:xfrm>
            <a:off x="3428365" y="4098925"/>
            <a:ext cx="36000" cy="36000"/>
          </a:xfrm>
          <a:prstGeom prst="ellipse">
            <a:avLst/>
          </a:prstGeom>
          <a:solidFill>
            <a:srgbClr val="FFFFFF">
              <a:alpha val="75000"/>
            </a:srgbClr>
          </a:solidFill>
          <a:ln>
            <a:noFill/>
          </a:ln>
          <a:effectLst>
            <a:glow rad="25400">
              <a:srgbClr val="FFFFFF">
                <a:alpha val="10000"/>
              </a:srgbClr>
            </a:glo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50" name="椭圆 49"/>
          <p:cNvSpPr/>
          <p:nvPr userDrawn="1">
            <p:custDataLst>
              <p:tags r:id="rId41"/>
            </p:custDataLst>
          </p:nvPr>
        </p:nvSpPr>
        <p:spPr>
          <a:xfrm flipV="1">
            <a:off x="11297285" y="3517900"/>
            <a:ext cx="36000" cy="36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glow rad="25400">
              <a:srgbClr val="FFFFFF">
                <a:alpha val="10000"/>
              </a:srgbClr>
            </a:glo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51" name="椭圆 50"/>
          <p:cNvSpPr/>
          <p:nvPr userDrawn="1">
            <p:custDataLst>
              <p:tags r:id="rId42"/>
            </p:custDataLst>
          </p:nvPr>
        </p:nvSpPr>
        <p:spPr>
          <a:xfrm>
            <a:off x="213995" y="3253105"/>
            <a:ext cx="75565" cy="75565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glow rad="50800">
              <a:srgbClr val="FFFFFF">
                <a:alpha val="10000"/>
              </a:srgbClr>
            </a:glo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52" name="任意多边形: 形状 122"/>
          <p:cNvSpPr/>
          <p:nvPr userDrawn="1">
            <p:custDataLst>
              <p:tags r:id="rId43"/>
            </p:custDataLst>
          </p:nvPr>
        </p:nvSpPr>
        <p:spPr>
          <a:xfrm rot="5400000">
            <a:off x="3464560" y="5288280"/>
            <a:ext cx="450215" cy="450215"/>
          </a:xfrm>
          <a:custGeom>
            <a:avLst/>
            <a:gdLst>
              <a:gd name="connsiteX0" fmla="*/ 1582064 w 1582064"/>
              <a:gd name="connsiteY0" fmla="*/ 791032 h 1582064"/>
              <a:gd name="connsiteX1" fmla="*/ 791032 w 1582064"/>
              <a:gd name="connsiteY1" fmla="*/ 1582064 h 1582064"/>
              <a:gd name="connsiteX2" fmla="*/ 0 w 1582064"/>
              <a:gd name="connsiteY2" fmla="*/ 791032 h 1582064"/>
              <a:gd name="connsiteX3" fmla="*/ 791032 w 1582064"/>
              <a:gd name="connsiteY3" fmla="*/ 0 h 1582064"/>
              <a:gd name="connsiteX4" fmla="*/ 1582064 w 1582064"/>
              <a:gd name="connsiteY4" fmla="*/ 791032 h 1582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82064" h="1582064">
                <a:moveTo>
                  <a:pt x="1582064" y="791032"/>
                </a:moveTo>
                <a:cubicBezTo>
                  <a:pt x="1582064" y="1227907"/>
                  <a:pt x="1227907" y="1582064"/>
                  <a:pt x="791032" y="1582064"/>
                </a:cubicBezTo>
                <a:cubicBezTo>
                  <a:pt x="354157" y="1582064"/>
                  <a:pt x="0" y="1227907"/>
                  <a:pt x="0" y="791032"/>
                </a:cubicBezTo>
                <a:cubicBezTo>
                  <a:pt x="0" y="354157"/>
                  <a:pt x="354157" y="0"/>
                  <a:pt x="791032" y="0"/>
                </a:cubicBezTo>
                <a:cubicBezTo>
                  <a:pt x="1227907" y="0"/>
                  <a:pt x="1582064" y="354157"/>
                  <a:pt x="1582064" y="791032"/>
                </a:cubicBezTo>
                <a:close/>
              </a:path>
            </a:pathLst>
          </a:custGeom>
          <a:gradFill>
            <a:gsLst>
              <a:gs pos="70000">
                <a:schemeClr val="accent1">
                  <a:alpha val="67000"/>
                </a:schemeClr>
              </a:gs>
              <a:gs pos="85000">
                <a:schemeClr val="accent1">
                  <a:lumMod val="20000"/>
                  <a:lumOff val="80000"/>
                </a:schemeClr>
              </a:gs>
              <a:gs pos="0">
                <a:schemeClr val="accent2">
                  <a:lumMod val="7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7620" cap="flat">
            <a:noFill/>
            <a:prstDash val="solid"/>
            <a:miter/>
          </a:ln>
          <a:effectLst>
            <a:innerShdw blurRad="393700" dist="254000">
              <a:schemeClr val="accent1">
                <a:lumMod val="20000"/>
                <a:lumOff val="80000"/>
                <a:alpha val="65000"/>
              </a:schemeClr>
            </a:inn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53" name="椭圆 52"/>
          <p:cNvSpPr/>
          <p:nvPr userDrawn="1">
            <p:custDataLst>
              <p:tags r:id="rId44"/>
            </p:custDataLst>
          </p:nvPr>
        </p:nvSpPr>
        <p:spPr>
          <a:xfrm>
            <a:off x="8174355" y="4687570"/>
            <a:ext cx="36000" cy="36000"/>
          </a:xfrm>
          <a:prstGeom prst="ellipse">
            <a:avLst/>
          </a:prstGeom>
          <a:solidFill>
            <a:srgbClr val="FFFFFF">
              <a:alpha val="70000"/>
            </a:srgbClr>
          </a:solidFill>
          <a:ln>
            <a:noFill/>
          </a:ln>
          <a:effectLst>
            <a:glow rad="25400">
              <a:srgbClr val="FFFFFF">
                <a:alpha val="10000"/>
              </a:srgbClr>
            </a:glo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54" name="椭圆 53"/>
          <p:cNvSpPr/>
          <p:nvPr userDrawn="1">
            <p:custDataLst>
              <p:tags r:id="rId45"/>
            </p:custDataLst>
          </p:nvPr>
        </p:nvSpPr>
        <p:spPr>
          <a:xfrm>
            <a:off x="653143" y="0"/>
            <a:ext cx="2860675" cy="2860675"/>
          </a:xfrm>
          <a:prstGeom prst="ellipse">
            <a:avLst/>
          </a:prstGeom>
          <a:gradFill>
            <a:gsLst>
              <a:gs pos="2000">
                <a:schemeClr val="accent1"/>
              </a:gs>
              <a:gs pos="86000">
                <a:schemeClr val="accent2">
                  <a:lumMod val="60000"/>
                  <a:lumOff val="40000"/>
                  <a:alpha val="100000"/>
                </a:schemeClr>
              </a:gs>
            </a:gsLst>
            <a:lin ang="18900000"/>
          </a:gradFill>
          <a:ln>
            <a:noFill/>
          </a:ln>
          <a:effectLst>
            <a:softEdge rad="2413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lt"/>
              <a:ea typeface="+mn-ea"/>
              <a:cs typeface="+mn-cs"/>
            </a:endParaRPr>
          </a:p>
        </p:txBody>
      </p:sp>
      <p:sp>
        <p:nvSpPr>
          <p:cNvPr id="14" name="日期占位符 3"/>
          <p:cNvSpPr>
            <a:spLocks noGrp="1"/>
          </p:cNvSpPr>
          <p:nvPr>
            <p:ph type="dt" sz="half" idx="16385"/>
            <p:custDataLst>
              <p:tags r:id="rId4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>
                <a:latin typeface="+mn-lt"/>
                <a:ea typeface="+mn-ea"/>
                <a:cs typeface="+mn-cs"/>
              </a:rPr>
            </a:fld>
            <a:endParaRPr lang="zh-CN" altLang="en-US">
              <a:latin typeface="+mn-lt"/>
              <a:ea typeface="+mn-ea"/>
              <a:cs typeface="+mn-cs"/>
            </a:endParaRPr>
          </a:p>
        </p:txBody>
      </p:sp>
      <p:sp>
        <p:nvSpPr>
          <p:cNvPr id="18" name="页脚占位符 4"/>
          <p:cNvSpPr>
            <a:spLocks noGrp="1"/>
          </p:cNvSpPr>
          <p:nvPr>
            <p:ph type="ftr" sz="quarter" idx="16386"/>
            <p:custDataLst>
              <p:tags r:id="rId47"/>
            </p:custDataLst>
          </p:nvPr>
        </p:nvSpPr>
        <p:spPr/>
        <p:txBody>
          <a:bodyPr/>
          <a:lstStyle/>
          <a:p>
            <a:endParaRPr lang="zh-CN" altLang="en-US">
              <a:latin typeface="+mn-lt"/>
              <a:ea typeface="+mn-ea"/>
              <a:cs typeface="+mn-cs"/>
            </a:endParaRPr>
          </a:p>
        </p:txBody>
      </p:sp>
      <p:sp>
        <p:nvSpPr>
          <p:cNvPr id="20" name="灯片编号占位符 5"/>
          <p:cNvSpPr>
            <a:spLocks noGrp="1"/>
          </p:cNvSpPr>
          <p:nvPr>
            <p:ph type="sldNum" sz="quarter" idx="16387"/>
            <p:custDataLst>
              <p:tags r:id="rId48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>
                <a:latin typeface="+mn-lt"/>
                <a:ea typeface="+mn-ea"/>
                <a:cs typeface="+mn-cs"/>
              </a:rPr>
            </a:fld>
            <a:endParaRPr lang="zh-CN" altLang="en-US">
              <a:latin typeface="+mn-lt"/>
              <a:ea typeface="+mn-ea"/>
              <a:cs typeface="+mn-cs"/>
            </a:endParaRPr>
          </a:p>
        </p:txBody>
      </p:sp>
      <p:sp>
        <p:nvSpPr>
          <p:cNvPr id="10" name="副标题 2"/>
          <p:cNvSpPr>
            <a:spLocks noGrp="1"/>
          </p:cNvSpPr>
          <p:nvPr>
            <p:ph type="body" idx="16389" hasCustomPrompt="1"/>
            <p:custDataLst>
              <p:tags r:id="rId49"/>
            </p:custDataLst>
          </p:nvPr>
        </p:nvSpPr>
        <p:spPr>
          <a:xfrm>
            <a:off x="3364971" y="2667000"/>
            <a:ext cx="5449358" cy="457200"/>
          </a:xfrm>
        </p:spPr>
        <p:txBody>
          <a:bodyPr vert="horz" wrap="square"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spc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2000">
                <a:latin typeface="+mn-lt"/>
                <a:ea typeface="+mn-ea"/>
                <a:cs typeface="+mn-cs"/>
              </a:defRPr>
            </a:lvl2pPr>
            <a:lvl3pPr marL="914400" indent="0" algn="ctr">
              <a:buNone/>
              <a:defRPr sz="1800">
                <a:latin typeface="+mn-lt"/>
                <a:ea typeface="+mn-ea"/>
                <a:cs typeface="+mn-cs"/>
              </a:defRPr>
            </a:lvl3pPr>
            <a:lvl4pPr marL="1371600" indent="0" algn="ctr">
              <a:buNone/>
              <a:defRPr sz="1600">
                <a:latin typeface="+mn-lt"/>
                <a:ea typeface="+mn-ea"/>
                <a:cs typeface="+mn-cs"/>
              </a:defRPr>
            </a:lvl4pPr>
            <a:lvl5pPr marL="1828800" indent="0" algn="ctr">
              <a:buNone/>
              <a:defRPr sz="1600">
                <a:latin typeface="+mn-lt"/>
                <a:ea typeface="+mn-ea"/>
                <a:cs typeface="+mn-cs"/>
              </a:defRPr>
            </a:lvl5pPr>
            <a:lvl6pPr marL="2286000" indent="0" algn="ctr">
              <a:buNone/>
              <a:defRPr sz="1600">
                <a:latin typeface="+mn-lt"/>
                <a:ea typeface="+mn-ea"/>
                <a:cs typeface="+mn-cs"/>
              </a:defRPr>
            </a:lvl6pPr>
            <a:lvl7pPr marL="2743200" indent="0" algn="ctr">
              <a:buNone/>
              <a:defRPr sz="1600">
                <a:latin typeface="+mn-lt"/>
                <a:ea typeface="+mn-ea"/>
                <a:cs typeface="+mn-cs"/>
              </a:defRPr>
            </a:lvl7pPr>
            <a:lvl8pPr marL="3200400" indent="0" algn="ctr">
              <a:buNone/>
              <a:defRPr sz="1600">
                <a:latin typeface="+mn-lt"/>
                <a:ea typeface="+mn-ea"/>
                <a:cs typeface="+mn-cs"/>
              </a:defRPr>
            </a:lvl8pPr>
            <a:lvl9pPr marL="3657600" indent="0" algn="ctr">
              <a:buNone/>
              <a:defRPr sz="1600"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THE END</a:t>
            </a:r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ctrTitle" idx="16388" hasCustomPrompt="1"/>
            <p:custDataLst>
              <p:tags r:id="rId50"/>
            </p:custDataLst>
          </p:nvPr>
        </p:nvSpPr>
        <p:spPr>
          <a:xfrm>
            <a:off x="3364089" y="3175000"/>
            <a:ext cx="5451122" cy="1016000"/>
          </a:xfrm>
        </p:spPr>
        <p:txBody>
          <a:bodyPr vert="horz" wrap="square" lIns="0" tIns="0" rIns="0" bIns="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6400" spc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zh-CN" altLang="en-US" dirty="0"/>
              <a:t>谢谢观看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>
                <a:latin typeface="+mn-lt"/>
                <a:ea typeface="+mn-ea"/>
                <a:cs typeface="+mn-cs"/>
              </a:rPr>
            </a:fld>
            <a:endParaRPr lang="zh-CN" altLang="en-US">
              <a:latin typeface="+mn-lt"/>
              <a:ea typeface="+mn-ea"/>
              <a:cs typeface="+mn-cs"/>
            </a:endParaRPr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latin typeface="+mn-lt"/>
              <a:ea typeface="+mn-ea"/>
              <a:cs typeface="+mn-cs"/>
            </a:endParaRPr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>
                <a:latin typeface="+mn-lt"/>
                <a:ea typeface="+mn-ea"/>
                <a:cs typeface="+mn-cs"/>
              </a:rPr>
            </a:fld>
            <a:endParaRPr lang="zh-CN" altLang="en-US">
              <a:latin typeface="+mn-lt"/>
              <a:ea typeface="+mn-ea"/>
              <a:cs typeface="+mn-cs"/>
            </a:endParaRPr>
          </a:p>
        </p:txBody>
      </p:sp>
      <p:sp>
        <p:nvSpPr>
          <p:cNvPr id="11" name="Subtitle 10"/>
          <p:cNvSpPr>
            <a:spLocks noGrp="1"/>
          </p:cNvSpPr>
          <p:nvPr>
            <p:ph type="subTitle" idx="17826305" hasCustomPrompt="1"/>
            <p:custDataLst>
              <p:tags r:id="rId5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2000">
                <a:latin typeface="+mn-lt"/>
                <a:ea typeface="+mn-ea"/>
                <a:cs typeface="+mn-cs"/>
              </a:defRPr>
            </a:lvl2pPr>
            <a:lvl3pPr marL="914400" indent="0" algn="ctr">
              <a:buNone/>
              <a:defRPr sz="1800">
                <a:latin typeface="+mn-lt"/>
                <a:ea typeface="+mn-ea"/>
                <a:cs typeface="+mn-cs"/>
              </a:defRPr>
            </a:lvl3pPr>
            <a:lvl4pPr marL="1371600" indent="0" algn="ctr">
              <a:buNone/>
              <a:defRPr sz="1600">
                <a:latin typeface="+mn-lt"/>
                <a:ea typeface="+mn-ea"/>
                <a:cs typeface="+mn-cs"/>
              </a:defRPr>
            </a:lvl4pPr>
            <a:lvl5pPr marL="1828800" indent="0" algn="ctr">
              <a:buNone/>
              <a:defRPr sz="1600">
                <a:latin typeface="+mn-lt"/>
                <a:ea typeface="+mn-ea"/>
                <a:cs typeface="+mn-cs"/>
              </a:defRPr>
            </a:lvl5pPr>
            <a:lvl6pPr marL="2286000" indent="0" algn="ctr">
              <a:buNone/>
              <a:defRPr sz="1600">
                <a:latin typeface="+mn-lt"/>
                <a:ea typeface="+mn-ea"/>
                <a:cs typeface="+mn-cs"/>
              </a:defRPr>
            </a:lvl6pPr>
            <a:lvl7pPr marL="2743200" indent="0" algn="ctr">
              <a:buNone/>
              <a:defRPr sz="1600">
                <a:latin typeface="+mn-lt"/>
                <a:ea typeface="+mn-ea"/>
                <a:cs typeface="+mn-cs"/>
              </a:defRPr>
            </a:lvl7pPr>
            <a:lvl8pPr marL="3200400" indent="0" algn="ctr">
              <a:buNone/>
              <a:defRPr sz="1600">
                <a:latin typeface="+mn-lt"/>
                <a:ea typeface="+mn-ea"/>
                <a:cs typeface="+mn-cs"/>
              </a:defRPr>
            </a:lvl8pPr>
            <a:lvl9pPr marL="3657600" indent="0" algn="ctr">
              <a:buNone/>
              <a:defRPr sz="1600"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12" name="Title 11"/>
          <p:cNvSpPr>
            <a:spLocks noGrp="1"/>
          </p:cNvSpPr>
          <p:nvPr>
            <p:ph type="ctrTitle" idx="17826049" hasCustomPrompt="1"/>
            <p:custDataLst>
              <p:tags r:id="rId6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319883777" hasCustomPrompt="1"/>
            <p:custDataLst>
              <p:tags r:id="rId7"/>
            </p:custDataLst>
          </p:nvPr>
        </p:nvSpPr>
        <p:spPr>
          <a:xfrm>
            <a:off x="40703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4" name="装饰  3"/>
          <p:cNvSpPr>
            <a:spLocks noGrp="1"/>
          </p:cNvSpPr>
          <p:nvPr>
            <p:ph type="body" idx="319883522" hasCustomPrompt="1"/>
            <p:custDataLst>
              <p:tags r:id="rId8"/>
            </p:custDataLst>
          </p:nvPr>
        </p:nvSpPr>
        <p:spPr>
          <a:xfrm>
            <a:off x="48514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>
                <a:latin typeface="+mn-lt"/>
                <a:ea typeface="+mn-ea"/>
                <a:cs typeface="+mn-cs"/>
              </a:defRPr>
            </a:lvl1pPr>
            <a:lvl2pPr>
              <a:buNone/>
              <a:defRPr>
                <a:latin typeface="+mn-lt"/>
                <a:ea typeface="+mn-ea"/>
                <a:cs typeface="+mn-cs"/>
              </a:defRPr>
            </a:lvl2pPr>
            <a:lvl3pPr>
              <a:buNone/>
              <a:defRPr>
                <a:latin typeface="+mn-lt"/>
                <a:ea typeface="+mn-ea"/>
                <a:cs typeface="+mn-cs"/>
              </a:defRPr>
            </a:lvl3pPr>
            <a:lvl4pPr>
              <a:buNone/>
              <a:defRPr>
                <a:latin typeface="+mn-lt"/>
                <a:ea typeface="+mn-ea"/>
                <a:cs typeface="+mn-cs"/>
              </a:defRPr>
            </a:lvl4pPr>
            <a:lvl5pPr>
              <a:buNone/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Text Placeholder 14"/>
          <p:cNvSpPr>
            <a:spLocks noGrp="1"/>
          </p:cNvSpPr>
          <p:nvPr>
            <p:ph type="body" idx="51446017" hasCustomPrompt="1"/>
            <p:custDataLst>
              <p:tags r:id="rId9"/>
            </p:custDataLst>
          </p:nvPr>
        </p:nvSpPr>
        <p:spPr>
          <a:xfrm>
            <a:off x="50800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Text Placeholder 15"/>
          <p:cNvSpPr>
            <a:spLocks noGrp="1"/>
          </p:cNvSpPr>
          <p:nvPr>
            <p:ph type="body" idx="319949313" hasCustomPrompt="1"/>
            <p:custDataLst>
              <p:tags r:id="rId10"/>
            </p:custDataLst>
          </p:nvPr>
        </p:nvSpPr>
        <p:spPr>
          <a:xfrm>
            <a:off x="79946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319949058" hasCustomPrompt="1"/>
            <p:custDataLst>
              <p:tags r:id="rId11"/>
            </p:custDataLst>
          </p:nvPr>
        </p:nvSpPr>
        <p:spPr>
          <a:xfrm>
            <a:off x="87757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>
                <a:latin typeface="+mn-lt"/>
                <a:ea typeface="+mn-ea"/>
                <a:cs typeface="+mn-cs"/>
              </a:defRPr>
            </a:lvl1pPr>
            <a:lvl2pPr>
              <a:buNone/>
              <a:defRPr>
                <a:latin typeface="+mn-lt"/>
                <a:ea typeface="+mn-ea"/>
                <a:cs typeface="+mn-cs"/>
              </a:defRPr>
            </a:lvl2pPr>
            <a:lvl3pPr>
              <a:buNone/>
              <a:defRPr>
                <a:latin typeface="+mn-lt"/>
                <a:ea typeface="+mn-ea"/>
                <a:cs typeface="+mn-cs"/>
              </a:defRPr>
            </a:lvl3pPr>
            <a:lvl4pPr>
              <a:buNone/>
              <a:defRPr>
                <a:latin typeface="+mn-lt"/>
                <a:ea typeface="+mn-ea"/>
                <a:cs typeface="+mn-cs"/>
              </a:defRPr>
            </a:lvl4pPr>
            <a:lvl5pPr>
              <a:buNone/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Text Placeholder 17"/>
          <p:cNvSpPr>
            <a:spLocks noGrp="1"/>
          </p:cNvSpPr>
          <p:nvPr>
            <p:ph type="body" idx="51511553" hasCustomPrompt="1"/>
            <p:custDataLst>
              <p:tags r:id="rId12"/>
            </p:custDataLst>
          </p:nvPr>
        </p:nvSpPr>
        <p:spPr>
          <a:xfrm>
            <a:off x="90043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Text Placeholder 18"/>
          <p:cNvSpPr>
            <a:spLocks noGrp="1"/>
          </p:cNvSpPr>
          <p:nvPr>
            <p:ph type="body" idx="320014849" hasCustomPrompt="1"/>
            <p:custDataLst>
              <p:tags r:id="rId13"/>
            </p:custDataLst>
          </p:nvPr>
        </p:nvSpPr>
        <p:spPr>
          <a:xfrm>
            <a:off x="40703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320014594" hasCustomPrompt="1"/>
            <p:custDataLst>
              <p:tags r:id="rId14"/>
            </p:custDataLst>
          </p:nvPr>
        </p:nvSpPr>
        <p:spPr>
          <a:xfrm>
            <a:off x="48514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>
                <a:latin typeface="+mn-lt"/>
                <a:ea typeface="+mn-ea"/>
                <a:cs typeface="+mn-cs"/>
              </a:defRPr>
            </a:lvl1pPr>
            <a:lvl2pPr>
              <a:buNone/>
              <a:defRPr>
                <a:latin typeface="+mn-lt"/>
                <a:ea typeface="+mn-ea"/>
                <a:cs typeface="+mn-cs"/>
              </a:defRPr>
            </a:lvl2pPr>
            <a:lvl3pPr>
              <a:buNone/>
              <a:defRPr>
                <a:latin typeface="+mn-lt"/>
                <a:ea typeface="+mn-ea"/>
                <a:cs typeface="+mn-cs"/>
              </a:defRPr>
            </a:lvl3pPr>
            <a:lvl4pPr>
              <a:buNone/>
              <a:defRPr>
                <a:latin typeface="+mn-lt"/>
                <a:ea typeface="+mn-ea"/>
                <a:cs typeface="+mn-cs"/>
              </a:defRPr>
            </a:lvl4pPr>
            <a:lvl5pPr>
              <a:buNone/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51577089" hasCustomPrompt="1"/>
            <p:custDataLst>
              <p:tags r:id="rId15"/>
            </p:custDataLst>
          </p:nvPr>
        </p:nvSpPr>
        <p:spPr>
          <a:xfrm>
            <a:off x="50800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2" name="Text Placeholder 21"/>
          <p:cNvSpPr>
            <a:spLocks noGrp="1"/>
          </p:cNvSpPr>
          <p:nvPr>
            <p:ph type="body" idx="320080385" hasCustomPrompt="1"/>
            <p:custDataLst>
              <p:tags r:id="rId16"/>
            </p:custDataLst>
          </p:nvPr>
        </p:nvSpPr>
        <p:spPr>
          <a:xfrm>
            <a:off x="79946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320080130" hasCustomPrompt="1"/>
            <p:custDataLst>
              <p:tags r:id="rId17"/>
            </p:custDataLst>
          </p:nvPr>
        </p:nvSpPr>
        <p:spPr>
          <a:xfrm>
            <a:off x="87757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>
                <a:latin typeface="+mn-lt"/>
                <a:ea typeface="+mn-ea"/>
                <a:cs typeface="+mn-cs"/>
              </a:defRPr>
            </a:lvl1pPr>
            <a:lvl2pPr>
              <a:buNone/>
              <a:defRPr>
                <a:latin typeface="+mn-lt"/>
                <a:ea typeface="+mn-ea"/>
                <a:cs typeface="+mn-cs"/>
              </a:defRPr>
            </a:lvl2pPr>
            <a:lvl3pPr>
              <a:buNone/>
              <a:defRPr>
                <a:latin typeface="+mn-lt"/>
                <a:ea typeface="+mn-ea"/>
                <a:cs typeface="+mn-cs"/>
              </a:defRPr>
            </a:lvl3pPr>
            <a:lvl4pPr>
              <a:buNone/>
              <a:defRPr>
                <a:latin typeface="+mn-lt"/>
                <a:ea typeface="+mn-ea"/>
                <a:cs typeface="+mn-cs"/>
              </a:defRPr>
            </a:lvl4pPr>
            <a:lvl5pPr>
              <a:buNone/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Text Placeholder 23"/>
          <p:cNvSpPr>
            <a:spLocks noGrp="1"/>
          </p:cNvSpPr>
          <p:nvPr>
            <p:ph type="body" idx="51642625" hasCustomPrompt="1"/>
            <p:custDataLst>
              <p:tags r:id="rId18"/>
            </p:custDataLst>
          </p:nvPr>
        </p:nvSpPr>
        <p:spPr>
          <a:xfrm>
            <a:off x="90043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2_15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装饰  6"/>
          <p:cNvSpPr>
            <a:spLocks noGrp="1"/>
          </p:cNvSpPr>
          <p:nvPr>
            <p:ph type="body" idx="16392" hasCustomPrompt="1"/>
            <p:custDataLst>
              <p:tags r:id="rId3"/>
            </p:custDataLst>
          </p:nvPr>
        </p:nvSpPr>
        <p:spPr>
          <a:xfrm>
            <a:off x="609600" y="4165600"/>
            <a:ext cx="3454400" cy="2082800"/>
          </a:xfrm>
          <a:custGeom>
            <a:avLst/>
            <a:gdLst>
              <a:gd name="connisteX0" fmla="*/ 0 w 3454400"/>
              <a:gd name="connsiteY0" fmla="*/ 0 h 2082800"/>
              <a:gd name="connisteX1" fmla="*/ 3454400 w 3454400"/>
              <a:gd name="connsiteY1" fmla="*/ 0 h 2082800"/>
              <a:gd name="connisteX2" fmla="*/ 3454400 w 3454400"/>
              <a:gd name="connsiteY2" fmla="*/ 1879600 h 2082800"/>
              <a:gd name="connisteX3" fmla="*/ 3251200 w 3454400"/>
              <a:gd name="connsiteY3" fmla="*/ 2082800 h 2082800"/>
              <a:gd name="connisteX4" fmla="*/ 203200 w 3454400"/>
              <a:gd name="connsiteY4" fmla="*/ 2082800 h 2082800"/>
              <a:gd name="connisteX5" fmla="*/ 0 w 3454400"/>
              <a:gd name="connsiteY5" fmla="*/ 1879600 h 2082800"/>
              <a:gd name="connisteX6" fmla="*/ 0 w 3454400"/>
              <a:gd name="connsiteY6" fmla="*/ 0 h 208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82800">
                <a:moveTo>
                  <a:pt x="0" y="0"/>
                </a:moveTo>
                <a:lnTo>
                  <a:pt x="3454400" y="0"/>
                </a:lnTo>
                <a:lnTo>
                  <a:pt x="3454400" y="1879600"/>
                </a:lnTo>
                <a:cubicBezTo>
                  <a:pt x="3454400" y="1991824"/>
                  <a:pt x="3363424" y="2082800"/>
                  <a:pt x="3251200" y="2082800"/>
                </a:cubicBezTo>
                <a:lnTo>
                  <a:pt x="203200" y="2082800"/>
                </a:lnTo>
                <a:cubicBezTo>
                  <a:pt x="90976" y="2082800"/>
                  <a:pt x="0" y="1991824"/>
                  <a:pt x="0" y="18796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" name="图片占位符 1"/>
          <p:cNvSpPr>
            <a:spLocks noGrp="1"/>
          </p:cNvSpPr>
          <p:nvPr>
            <p:ph type="pic" idx="16393" hasCustomPrompt="1"/>
            <p:custDataLst>
              <p:tags r:id="rId4"/>
            </p:custDataLst>
          </p:nvPr>
        </p:nvSpPr>
        <p:spPr>
          <a:xfrm>
            <a:off x="609600" y="1524000"/>
            <a:ext cx="3454400" cy="2641600"/>
          </a:xfrm>
          <a:custGeom>
            <a:avLst/>
            <a:gdLst>
              <a:gd name="connisteX0" fmla="*/ 0 w 3454400"/>
              <a:gd name="connsiteY0" fmla="*/ 203200 h 2641600"/>
              <a:gd name="connisteX1" fmla="*/ 203200 w 3454400"/>
              <a:gd name="connsiteY1" fmla="*/ 0 h 2641600"/>
              <a:gd name="connisteX2" fmla="*/ 3251200 w 3454400"/>
              <a:gd name="connsiteY2" fmla="*/ 0 h 2641600"/>
              <a:gd name="connisteX3" fmla="*/ 3454400 w 3454400"/>
              <a:gd name="connsiteY3" fmla="*/ 203200 h 2641600"/>
              <a:gd name="connisteX4" fmla="*/ 3454400 w 3454400"/>
              <a:gd name="connsiteY4" fmla="*/ 2641600 h 2641600"/>
              <a:gd name="connisteX5" fmla="*/ 0 w 3454400"/>
              <a:gd name="connsiteY5" fmla="*/ 2641600 h 2641600"/>
              <a:gd name="connisteX6" fmla="*/ 0 w 3454400"/>
              <a:gd name="connsiteY6" fmla="*/ 203200 h 2641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641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641600"/>
                </a:lnTo>
                <a:lnTo>
                  <a:pt x="0" y="26416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914400" y="44704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914400" y="5029200"/>
            <a:ext cx="28448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5" name="装饰  0"/>
          <p:cNvSpPr>
            <a:spLocks noGrp="1"/>
          </p:cNvSpPr>
          <p:nvPr>
            <p:ph type="body" idx="16394" hasCustomPrompt="1"/>
            <p:custDataLst>
              <p:tags r:id="rId7"/>
            </p:custDataLst>
          </p:nvPr>
        </p:nvSpPr>
        <p:spPr>
          <a:xfrm>
            <a:off x="4368800" y="4165600"/>
            <a:ext cx="3454400" cy="2082800"/>
          </a:xfrm>
          <a:custGeom>
            <a:avLst/>
            <a:gdLst>
              <a:gd name="connisteX0" fmla="*/ 0 w 3454400"/>
              <a:gd name="connsiteY0" fmla="*/ 0 h 2082800"/>
              <a:gd name="connisteX1" fmla="*/ 3454400 w 3454400"/>
              <a:gd name="connsiteY1" fmla="*/ 0 h 2082800"/>
              <a:gd name="connisteX2" fmla="*/ 3454400 w 3454400"/>
              <a:gd name="connsiteY2" fmla="*/ 1879600 h 2082800"/>
              <a:gd name="connisteX3" fmla="*/ 3251200 w 3454400"/>
              <a:gd name="connsiteY3" fmla="*/ 2082800 h 2082800"/>
              <a:gd name="connisteX4" fmla="*/ 203200 w 3454400"/>
              <a:gd name="connsiteY4" fmla="*/ 2082800 h 2082800"/>
              <a:gd name="connisteX5" fmla="*/ 0 w 3454400"/>
              <a:gd name="connsiteY5" fmla="*/ 1879600 h 2082800"/>
              <a:gd name="connisteX6" fmla="*/ 0 w 3454400"/>
              <a:gd name="connsiteY6" fmla="*/ 0 h 208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82800">
                <a:moveTo>
                  <a:pt x="0" y="0"/>
                </a:moveTo>
                <a:lnTo>
                  <a:pt x="3454400" y="0"/>
                </a:lnTo>
                <a:lnTo>
                  <a:pt x="3454400" y="1879600"/>
                </a:lnTo>
                <a:cubicBezTo>
                  <a:pt x="3454400" y="1991824"/>
                  <a:pt x="3363424" y="2082800"/>
                  <a:pt x="3251200" y="2082800"/>
                </a:cubicBezTo>
                <a:lnTo>
                  <a:pt x="203200" y="2082800"/>
                </a:lnTo>
                <a:cubicBezTo>
                  <a:pt x="90976" y="2082800"/>
                  <a:pt x="0" y="1991824"/>
                  <a:pt x="0" y="187960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0" name="图片占位符 19"/>
          <p:cNvSpPr>
            <a:spLocks noGrp="1"/>
          </p:cNvSpPr>
          <p:nvPr>
            <p:ph type="pic" idx="16395" hasCustomPrompt="1"/>
            <p:custDataLst>
              <p:tags r:id="rId8"/>
            </p:custDataLst>
          </p:nvPr>
        </p:nvSpPr>
        <p:spPr>
          <a:xfrm>
            <a:off x="4368800" y="1524000"/>
            <a:ext cx="3454400" cy="2641600"/>
          </a:xfrm>
          <a:custGeom>
            <a:avLst/>
            <a:gdLst>
              <a:gd name="connisteX0" fmla="*/ 0 w 3454400"/>
              <a:gd name="connsiteY0" fmla="*/ 203200 h 2641600"/>
              <a:gd name="connisteX1" fmla="*/ 203200 w 3454400"/>
              <a:gd name="connsiteY1" fmla="*/ 0 h 2641600"/>
              <a:gd name="connisteX2" fmla="*/ 3251200 w 3454400"/>
              <a:gd name="connsiteY2" fmla="*/ 0 h 2641600"/>
              <a:gd name="connisteX3" fmla="*/ 3454400 w 3454400"/>
              <a:gd name="connsiteY3" fmla="*/ 203200 h 2641600"/>
              <a:gd name="connisteX4" fmla="*/ 3454400 w 3454400"/>
              <a:gd name="connsiteY4" fmla="*/ 2641600 h 2641600"/>
              <a:gd name="connisteX5" fmla="*/ 0 w 3454400"/>
              <a:gd name="connsiteY5" fmla="*/ 2641600 h 2641600"/>
              <a:gd name="connisteX6" fmla="*/ 0 w 3454400"/>
              <a:gd name="connsiteY6" fmla="*/ 203200 h 2641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641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641600"/>
                </a:lnTo>
                <a:lnTo>
                  <a:pt x="0" y="26416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1" name="文本占位符 20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4673600" y="44704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4673600" y="5029200"/>
            <a:ext cx="28448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3" name="装饰  4"/>
          <p:cNvSpPr>
            <a:spLocks noGrp="1"/>
          </p:cNvSpPr>
          <p:nvPr>
            <p:ph type="body" idx="16396" hasCustomPrompt="1"/>
            <p:custDataLst>
              <p:tags r:id="rId11"/>
            </p:custDataLst>
          </p:nvPr>
        </p:nvSpPr>
        <p:spPr>
          <a:xfrm>
            <a:off x="8128000" y="4165600"/>
            <a:ext cx="3454400" cy="2082800"/>
          </a:xfrm>
          <a:custGeom>
            <a:avLst/>
            <a:gdLst>
              <a:gd name="connisteX0" fmla="*/ 0 w 3454400"/>
              <a:gd name="connsiteY0" fmla="*/ 0 h 2082800"/>
              <a:gd name="connisteX1" fmla="*/ 3454400 w 3454400"/>
              <a:gd name="connsiteY1" fmla="*/ 0 h 2082800"/>
              <a:gd name="connisteX2" fmla="*/ 3454400 w 3454400"/>
              <a:gd name="connsiteY2" fmla="*/ 1879600 h 2082800"/>
              <a:gd name="connisteX3" fmla="*/ 3251200 w 3454400"/>
              <a:gd name="connsiteY3" fmla="*/ 2082800 h 2082800"/>
              <a:gd name="connisteX4" fmla="*/ 203200 w 3454400"/>
              <a:gd name="connsiteY4" fmla="*/ 2082800 h 2082800"/>
              <a:gd name="connisteX5" fmla="*/ 0 w 3454400"/>
              <a:gd name="connsiteY5" fmla="*/ 1879600 h 2082800"/>
              <a:gd name="connisteX6" fmla="*/ 0 w 3454400"/>
              <a:gd name="connsiteY6" fmla="*/ 0 h 208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82800">
                <a:moveTo>
                  <a:pt x="0" y="0"/>
                </a:moveTo>
                <a:lnTo>
                  <a:pt x="3454400" y="0"/>
                </a:lnTo>
                <a:lnTo>
                  <a:pt x="3454400" y="1879600"/>
                </a:lnTo>
                <a:cubicBezTo>
                  <a:pt x="3454400" y="1991824"/>
                  <a:pt x="3363424" y="2082800"/>
                  <a:pt x="3251200" y="2082800"/>
                </a:cubicBezTo>
                <a:lnTo>
                  <a:pt x="203200" y="2082800"/>
                </a:lnTo>
                <a:cubicBezTo>
                  <a:pt x="90976" y="2082800"/>
                  <a:pt x="0" y="1991824"/>
                  <a:pt x="0" y="18796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图片占位符 23"/>
          <p:cNvSpPr>
            <a:spLocks noGrp="1"/>
          </p:cNvSpPr>
          <p:nvPr>
            <p:ph type="pic" idx="16397" hasCustomPrompt="1"/>
            <p:custDataLst>
              <p:tags r:id="rId12"/>
            </p:custDataLst>
          </p:nvPr>
        </p:nvSpPr>
        <p:spPr>
          <a:xfrm>
            <a:off x="8128000" y="1524000"/>
            <a:ext cx="3454400" cy="2641600"/>
          </a:xfrm>
          <a:custGeom>
            <a:avLst/>
            <a:gdLst>
              <a:gd name="connisteX0" fmla="*/ 0 w 3454400"/>
              <a:gd name="connsiteY0" fmla="*/ 203200 h 2641600"/>
              <a:gd name="connisteX1" fmla="*/ 203200 w 3454400"/>
              <a:gd name="connsiteY1" fmla="*/ 0 h 2641600"/>
              <a:gd name="connisteX2" fmla="*/ 3251200 w 3454400"/>
              <a:gd name="connsiteY2" fmla="*/ 0 h 2641600"/>
              <a:gd name="connisteX3" fmla="*/ 3454400 w 3454400"/>
              <a:gd name="connsiteY3" fmla="*/ 203200 h 2641600"/>
              <a:gd name="connisteX4" fmla="*/ 3454400 w 3454400"/>
              <a:gd name="connsiteY4" fmla="*/ 2641600 h 2641600"/>
              <a:gd name="connisteX5" fmla="*/ 0 w 3454400"/>
              <a:gd name="connsiteY5" fmla="*/ 2641600 h 2641600"/>
              <a:gd name="connisteX6" fmla="*/ 0 w 3454400"/>
              <a:gd name="connsiteY6" fmla="*/ 203200 h 2641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641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641600"/>
                </a:lnTo>
                <a:lnTo>
                  <a:pt x="0" y="26416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5" name="文本占位符 24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8432800" y="44704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26" name="文本占位符 25"/>
          <p:cNvSpPr>
            <a:spLocks noGrp="1"/>
          </p:cNvSpPr>
          <p:nvPr>
            <p:ph type="body" idx="16391" hasCustomPrompt="1"/>
            <p:custDataLst>
              <p:tags r:id="rId14"/>
            </p:custDataLst>
          </p:nvPr>
        </p:nvSpPr>
        <p:spPr>
          <a:xfrm>
            <a:off x="8432800" y="5029200"/>
            <a:ext cx="28448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1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1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</p:spPr>
        <p:txBody>
          <a:bodyPr/>
          <a:lstStyle/>
          <a:p>
            <a:fld id="{E0E4E26D-9B76-4BEB-9376-96B04CF347F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fld id="{30FC698D-0B6F-4D48-B256-F6CA4A1BA32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vortex dir="r"/>
      </p:transition>
    </mc:Choice>
    <mc:Fallback>
      <p:transition spd="slow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95960" y="6356350"/>
            <a:ext cx="2743200" cy="365125"/>
          </a:xfrm>
        </p:spPr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>
                <a:latin typeface="+mn-lt"/>
                <a:ea typeface="+mn-ea"/>
                <a:cs typeface="+mn-cs"/>
              </a:rPr>
            </a:fld>
            <a:endParaRPr lang="zh-CN" altLang="en-US" dirty="0"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753983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>
                <a:latin typeface="+mn-lt"/>
                <a:ea typeface="+mn-ea"/>
                <a:cs typeface="+mn-cs"/>
              </a:rPr>
            </a:fld>
            <a:endParaRPr lang="zh-CN" altLang="en-US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4" Type="http://schemas.openxmlformats.org/officeDocument/2006/relationships/theme" Target="../theme/theme2.xml"/><Relationship Id="rId43" Type="http://schemas.openxmlformats.org/officeDocument/2006/relationships/tags" Target="../tags/tag454.xml"/><Relationship Id="rId42" Type="http://schemas.openxmlformats.org/officeDocument/2006/relationships/tags" Target="../tags/tag453.xml"/><Relationship Id="rId41" Type="http://schemas.openxmlformats.org/officeDocument/2006/relationships/tags" Target="../tags/tag452.xml"/><Relationship Id="rId40" Type="http://schemas.openxmlformats.org/officeDocument/2006/relationships/tags" Target="../tags/tag451.xml"/><Relationship Id="rId4" Type="http://schemas.openxmlformats.org/officeDocument/2006/relationships/slideLayout" Target="../slideLayouts/slideLayout14.xml"/><Relationship Id="rId39" Type="http://schemas.openxmlformats.org/officeDocument/2006/relationships/tags" Target="../tags/tag450.xml"/><Relationship Id="rId38" Type="http://schemas.openxmlformats.org/officeDocument/2006/relationships/tags" Target="../tags/tag449.xml"/><Relationship Id="rId37" Type="http://schemas.openxmlformats.org/officeDocument/2006/relationships/tags" Target="../tags/tag448.xml"/><Relationship Id="rId36" Type="http://schemas.openxmlformats.org/officeDocument/2006/relationships/tags" Target="../tags/tag447.xml"/><Relationship Id="rId35" Type="http://schemas.openxmlformats.org/officeDocument/2006/relationships/tags" Target="../tags/tag446.xml"/><Relationship Id="rId34" Type="http://schemas.openxmlformats.org/officeDocument/2006/relationships/tags" Target="../tags/tag445.xml"/><Relationship Id="rId33" Type="http://schemas.openxmlformats.org/officeDocument/2006/relationships/tags" Target="../tags/tag444.xml"/><Relationship Id="rId32" Type="http://schemas.openxmlformats.org/officeDocument/2006/relationships/slideLayout" Target="../slideLayouts/slideLayout42.xml"/><Relationship Id="rId31" Type="http://schemas.openxmlformats.org/officeDocument/2006/relationships/slideLayout" Target="../slideLayouts/slideLayout41.xml"/><Relationship Id="rId30" Type="http://schemas.openxmlformats.org/officeDocument/2006/relationships/slideLayout" Target="../slideLayouts/slideLayout40.xml"/><Relationship Id="rId3" Type="http://schemas.openxmlformats.org/officeDocument/2006/relationships/slideLayout" Target="../slideLayouts/slideLayout13.xml"/><Relationship Id="rId29" Type="http://schemas.openxmlformats.org/officeDocument/2006/relationships/slideLayout" Target="../slideLayouts/slideLayout39.xml"/><Relationship Id="rId28" Type="http://schemas.openxmlformats.org/officeDocument/2006/relationships/slideLayout" Target="../slideLayouts/slideLayout38.xml"/><Relationship Id="rId27" Type="http://schemas.openxmlformats.org/officeDocument/2006/relationships/slideLayout" Target="../slideLayouts/slideLayout37.xml"/><Relationship Id="rId26" Type="http://schemas.openxmlformats.org/officeDocument/2006/relationships/slideLayout" Target="../slideLayouts/slideLayout36.xml"/><Relationship Id="rId25" Type="http://schemas.openxmlformats.org/officeDocument/2006/relationships/slideLayout" Target="../slideLayouts/slideLayout35.xml"/><Relationship Id="rId24" Type="http://schemas.openxmlformats.org/officeDocument/2006/relationships/slideLayout" Target="../slideLayouts/slideLayout34.xml"/><Relationship Id="rId23" Type="http://schemas.openxmlformats.org/officeDocument/2006/relationships/slideLayout" Target="../slideLayouts/slideLayout33.xml"/><Relationship Id="rId22" Type="http://schemas.openxmlformats.org/officeDocument/2006/relationships/slideLayout" Target="../slideLayouts/slideLayout32.xml"/><Relationship Id="rId21" Type="http://schemas.openxmlformats.org/officeDocument/2006/relationships/slideLayout" Target="../slideLayouts/slideLayout31.xml"/><Relationship Id="rId20" Type="http://schemas.openxmlformats.org/officeDocument/2006/relationships/slideLayout" Target="../slideLayouts/slideLayout30.xml"/><Relationship Id="rId2" Type="http://schemas.openxmlformats.org/officeDocument/2006/relationships/slideLayout" Target="../slideLayouts/slideLayout12.xml"/><Relationship Id="rId19" Type="http://schemas.openxmlformats.org/officeDocument/2006/relationships/slideLayout" Target="../slideLayouts/slideLayout29.xml"/><Relationship Id="rId18" Type="http://schemas.openxmlformats.org/officeDocument/2006/relationships/slideLayout" Target="../slideLayouts/slideLayout28.xml"/><Relationship Id="rId17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26.xml"/><Relationship Id="rId15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1.xml"/></Relationships>
</file>

<file path=ppt/slideMasters/_rels/slideMaster3.xml.rels><?xml version="1.0" encoding="UTF-8" standalone="yes"?>
<Relationships xmlns="http://schemas.openxmlformats.org/package/2006/relationships"><Relationship Id="rId4" Type="http://schemas.openxmlformats.org/officeDocument/2006/relationships/theme" Target="../theme/theme3.xml"/><Relationship Id="rId3" Type="http://schemas.openxmlformats.org/officeDocument/2006/relationships/slideLayout" Target="../slideLayouts/slideLayout45.xml"/><Relationship Id="rId2" Type="http://schemas.openxmlformats.org/officeDocument/2006/relationships/slideLayout" Target="../slideLayouts/slideLayout44.xml"/><Relationship Id="rId1" Type="http://schemas.openxmlformats.org/officeDocument/2006/relationships/slideLayout" Target="../slideLayouts/slideLayout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168" y="52311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>
                <a:latin typeface="+mj-lt"/>
                <a:ea typeface="+mj-ea"/>
                <a:cs typeface="+mj-cs"/>
              </a:rPr>
              <a:t>单击此处编辑母版标题样式</a:t>
            </a:r>
            <a:endParaRPr lang="zh-CN" altLang="en-US">
              <a:latin typeface="+mj-lt"/>
              <a:ea typeface="+mj-ea"/>
              <a:cs typeface="+mj-cs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168" y="198361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zh-CN" altLang="en-US" dirty="0">
                <a:latin typeface="+mn-lt"/>
                <a:ea typeface="+mn-ea"/>
                <a:cs typeface="+mn-cs"/>
              </a:rPr>
              <a:t>单击此处编辑母版文本样式</a:t>
            </a:r>
            <a:endParaRPr lang="zh-CN" altLang="en-US" dirty="0">
              <a:latin typeface="+mn-lt"/>
              <a:ea typeface="+mn-ea"/>
              <a:cs typeface="+mn-cs"/>
            </a:endParaRPr>
          </a:p>
          <a:p>
            <a:pPr lvl="1"/>
            <a:r>
              <a:rPr lang="zh-CN" altLang="en-US" dirty="0">
                <a:latin typeface="+mn-lt"/>
                <a:ea typeface="+mn-ea"/>
                <a:cs typeface="+mn-cs"/>
              </a:rPr>
              <a:t>第二级</a:t>
            </a:r>
            <a:endParaRPr lang="zh-CN" altLang="en-US" dirty="0">
              <a:latin typeface="+mn-lt"/>
              <a:ea typeface="+mn-ea"/>
              <a:cs typeface="+mn-cs"/>
            </a:endParaRPr>
          </a:p>
          <a:p>
            <a:pPr lvl="2"/>
            <a:r>
              <a:rPr lang="zh-CN" altLang="en-US" dirty="0">
                <a:latin typeface="+mn-lt"/>
                <a:ea typeface="+mn-ea"/>
                <a:cs typeface="+mn-cs"/>
              </a:rPr>
              <a:t>第三级</a:t>
            </a:r>
            <a:endParaRPr lang="zh-CN" altLang="en-US" dirty="0">
              <a:latin typeface="+mn-lt"/>
              <a:ea typeface="+mn-ea"/>
              <a:cs typeface="+mn-cs"/>
            </a:endParaRPr>
          </a:p>
          <a:p>
            <a:pPr lvl="3"/>
            <a:r>
              <a:rPr lang="zh-CN" altLang="en-US" dirty="0">
                <a:latin typeface="+mn-lt"/>
                <a:ea typeface="+mn-ea"/>
                <a:cs typeface="+mn-cs"/>
              </a:rPr>
              <a:t>第四级</a:t>
            </a:r>
            <a:endParaRPr lang="zh-CN" altLang="en-US" dirty="0">
              <a:latin typeface="+mn-lt"/>
              <a:ea typeface="+mn-ea"/>
              <a:cs typeface="+mn-cs"/>
            </a:endParaRPr>
          </a:p>
          <a:p>
            <a:pPr lvl="4"/>
            <a:r>
              <a:rPr lang="zh-CN" altLang="en-US" dirty="0">
                <a:latin typeface="+mn-lt"/>
                <a:ea typeface="+mn-ea"/>
                <a:cs typeface="+mn-cs"/>
              </a:rPr>
              <a:t>第五级</a:t>
            </a:r>
            <a:endParaRPr lang="en-US" altLang="zh-CN" dirty="0">
              <a:latin typeface="+mn-lt"/>
              <a:ea typeface="+mn-ea"/>
              <a:cs typeface="+mn-cs"/>
            </a:endParaRPr>
          </a:p>
          <a:p>
            <a:pPr lvl="5"/>
            <a:r>
              <a:rPr lang="zh-CN" altLang="en-US" dirty="0">
                <a:latin typeface="+mn-lt"/>
                <a:ea typeface="+mn-ea"/>
                <a:cs typeface="+mn-cs"/>
              </a:rPr>
              <a:t>第六级</a:t>
            </a:r>
            <a:endParaRPr lang="en-US" altLang="zh-CN" dirty="0">
              <a:latin typeface="+mn-lt"/>
              <a:ea typeface="+mn-ea"/>
              <a:cs typeface="+mn-cs"/>
            </a:endParaRPr>
          </a:p>
          <a:p>
            <a:pPr marL="2971800" marR="0" lvl="6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>
                <a:latin typeface="+mn-lt"/>
                <a:ea typeface="+mn-ea"/>
                <a:cs typeface="+mn-cs"/>
              </a:rPr>
              <a:t>第七级</a:t>
            </a:r>
            <a:endParaRPr lang="en-US" altLang="zh-CN" dirty="0">
              <a:latin typeface="+mn-lt"/>
              <a:ea typeface="+mn-ea"/>
              <a:cs typeface="+mn-cs"/>
            </a:endParaRPr>
          </a:p>
          <a:p>
            <a:pPr marL="3429000" marR="0" lvl="7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>
                <a:latin typeface="+mn-lt"/>
                <a:ea typeface="+mn-ea"/>
                <a:cs typeface="+mn-cs"/>
              </a:rPr>
              <a:t>第八级</a:t>
            </a:r>
            <a:endParaRPr lang="en-US" altLang="zh-CN" dirty="0">
              <a:latin typeface="+mn-lt"/>
              <a:ea typeface="+mn-ea"/>
              <a:cs typeface="+mn-cs"/>
            </a:endParaRPr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>
                <a:latin typeface="+mn-lt"/>
                <a:ea typeface="+mn-ea"/>
                <a:cs typeface="+mn-cs"/>
              </a:rPr>
              <a:t>第九级</a:t>
            </a:r>
            <a:endParaRPr lang="en-US" altLang="zh-CN" dirty="0">
              <a:latin typeface="+mn-lt"/>
              <a:ea typeface="+mn-ea"/>
              <a:cs typeface="+mn-cs"/>
            </a:endParaRPr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en-US" altLang="zh-CN" dirty="0">
              <a:latin typeface="+mn-lt"/>
              <a:ea typeface="+mn-ea"/>
              <a:cs typeface="+mn-cs"/>
            </a:endParaRPr>
          </a:p>
          <a:p>
            <a:pPr lvl="5"/>
            <a:endParaRPr lang="zh-CN" altLang="en-US" dirty="0"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•"/>
        <a:defRPr lang="zh-CN" altLang="en-US" sz="2400" kern="1200" dirty="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657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lang="en-US" altLang="zh-CN" sz="2400" kern="1200" dirty="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任意多边形: 形状 21"/>
          <p:cNvSpPr/>
          <p:nvPr userDrawn="1">
            <p:custDataLst>
              <p:tags r:id="rId33"/>
            </p:custDataLst>
          </p:nvPr>
        </p:nvSpPr>
        <p:spPr>
          <a:xfrm>
            <a:off x="7411085" y="6055360"/>
            <a:ext cx="4052312" cy="800735"/>
          </a:xfrm>
          <a:custGeom>
            <a:avLst/>
            <a:gdLst>
              <a:gd name="connsiteX0" fmla="*/ 0 w 4052312"/>
              <a:gd name="connsiteY0" fmla="*/ 0 h 800735"/>
              <a:gd name="connsiteX1" fmla="*/ 1728296 w 4052312"/>
              <a:gd name="connsiteY1" fmla="*/ 43553 h 800735"/>
              <a:gd name="connsiteX2" fmla="*/ 1927127 w 4052312"/>
              <a:gd name="connsiteY2" fmla="*/ 57362 h 800735"/>
              <a:gd name="connsiteX3" fmla="*/ 3966865 w 4052312"/>
              <a:gd name="connsiteY3" fmla="*/ 753134 h 800735"/>
              <a:gd name="connsiteX4" fmla="*/ 4052312 w 4052312"/>
              <a:gd name="connsiteY4" fmla="*/ 800735 h 800735"/>
              <a:gd name="connsiteX5" fmla="*/ 3637384 w 4052312"/>
              <a:gd name="connsiteY5" fmla="*/ 800735 h 800735"/>
              <a:gd name="connsiteX6" fmla="*/ 3356934 w 4052312"/>
              <a:gd name="connsiteY6" fmla="*/ 636076 h 800735"/>
              <a:gd name="connsiteX7" fmla="*/ 2434399 w 4052312"/>
              <a:gd name="connsiteY7" fmla="*/ 244113 h 800735"/>
              <a:gd name="connsiteX8" fmla="*/ 1565791 w 4052312"/>
              <a:gd name="connsiteY8" fmla="*/ 100704 h 800735"/>
              <a:gd name="connsiteX9" fmla="*/ 0 w 4052312"/>
              <a:gd name="connsiteY9" fmla="*/ 37393 h 8007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52312" h="800735">
                <a:moveTo>
                  <a:pt x="0" y="0"/>
                </a:moveTo>
                <a:lnTo>
                  <a:pt x="1728296" y="43553"/>
                </a:lnTo>
                <a:cubicBezTo>
                  <a:pt x="1794785" y="45253"/>
                  <a:pt x="1861061" y="49714"/>
                  <a:pt x="1927127" y="57362"/>
                </a:cubicBezTo>
                <a:cubicBezTo>
                  <a:pt x="2693028" y="147126"/>
                  <a:pt x="3425684" y="461351"/>
                  <a:pt x="3966865" y="753134"/>
                </a:cubicBezTo>
                <a:lnTo>
                  <a:pt x="4052312" y="800735"/>
                </a:lnTo>
                <a:lnTo>
                  <a:pt x="3637384" y="800735"/>
                </a:lnTo>
                <a:lnTo>
                  <a:pt x="3356934" y="636076"/>
                </a:lnTo>
                <a:cubicBezTo>
                  <a:pt x="3069313" y="480737"/>
                  <a:pt x="2756702" y="340887"/>
                  <a:pt x="2434399" y="244113"/>
                </a:cubicBezTo>
                <a:cubicBezTo>
                  <a:pt x="2152298" y="159344"/>
                  <a:pt x="1860212" y="112601"/>
                  <a:pt x="1565791" y="100704"/>
                </a:cubicBezTo>
                <a:lnTo>
                  <a:pt x="0" y="37393"/>
                </a:lnTo>
                <a:close/>
              </a:path>
            </a:pathLst>
          </a:custGeom>
          <a:gradFill>
            <a:gsLst>
              <a:gs pos="33000">
                <a:schemeClr val="accent2">
                  <a:alpha val="0"/>
                </a:schemeClr>
              </a:gs>
              <a:gs pos="99000">
                <a:schemeClr val="accent1">
                  <a:alpha val="15000"/>
                </a:schemeClr>
              </a:gs>
            </a:gsLst>
            <a:lin ang="0" scaled="0"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0" name="任意多边形: 形状 19"/>
          <p:cNvSpPr/>
          <p:nvPr userDrawn="1">
            <p:custDataLst>
              <p:tags r:id="rId34"/>
            </p:custDataLst>
          </p:nvPr>
        </p:nvSpPr>
        <p:spPr>
          <a:xfrm>
            <a:off x="7418705" y="5860403"/>
            <a:ext cx="4770755" cy="995692"/>
          </a:xfrm>
          <a:custGeom>
            <a:avLst/>
            <a:gdLst>
              <a:gd name="connsiteX0" fmla="*/ 306992 w 4770755"/>
              <a:gd name="connsiteY0" fmla="*/ 213 h 995692"/>
              <a:gd name="connsiteX1" fmla="*/ 4761580 w 4770755"/>
              <a:gd name="connsiteY1" fmla="*/ 654344 h 995692"/>
              <a:gd name="connsiteX2" fmla="*/ 4770755 w 4770755"/>
              <a:gd name="connsiteY2" fmla="*/ 657486 h 995692"/>
              <a:gd name="connsiteX3" fmla="*/ 4770755 w 4770755"/>
              <a:gd name="connsiteY3" fmla="*/ 995692 h 995692"/>
              <a:gd name="connsiteX4" fmla="*/ 4618740 w 4770755"/>
              <a:gd name="connsiteY4" fmla="*/ 995692 h 995692"/>
              <a:gd name="connsiteX5" fmla="*/ 4605871 w 4770755"/>
              <a:gd name="connsiteY5" fmla="*/ 987583 h 995692"/>
              <a:gd name="connsiteX6" fmla="*/ 0 w 4770755"/>
              <a:gd name="connsiteY6" fmla="*/ 67317 h 995692"/>
              <a:gd name="connsiteX7" fmla="*/ 0 w 4770755"/>
              <a:gd name="connsiteY7" fmla="*/ 1276 h 995692"/>
              <a:gd name="connsiteX8" fmla="*/ 306992 w 4770755"/>
              <a:gd name="connsiteY8" fmla="*/ 213 h 995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770755" h="995692">
                <a:moveTo>
                  <a:pt x="306992" y="213"/>
                </a:moveTo>
                <a:cubicBezTo>
                  <a:pt x="2527083" y="10852"/>
                  <a:pt x="4059130" y="418527"/>
                  <a:pt x="4761580" y="654344"/>
                </a:cubicBezTo>
                <a:lnTo>
                  <a:pt x="4770755" y="657486"/>
                </a:lnTo>
                <a:lnTo>
                  <a:pt x="4770755" y="995692"/>
                </a:lnTo>
                <a:lnTo>
                  <a:pt x="4618740" y="995692"/>
                </a:lnTo>
                <a:lnTo>
                  <a:pt x="4605871" y="987583"/>
                </a:lnTo>
                <a:cubicBezTo>
                  <a:pt x="2997250" y="41549"/>
                  <a:pt x="0" y="67317"/>
                  <a:pt x="0" y="67317"/>
                </a:cubicBezTo>
                <a:lnTo>
                  <a:pt x="0" y="1276"/>
                </a:lnTo>
                <a:cubicBezTo>
                  <a:pt x="103743" y="66"/>
                  <a:pt x="206078" y="-272"/>
                  <a:pt x="306992" y="213"/>
                </a:cubicBezTo>
                <a:close/>
              </a:path>
            </a:pathLst>
          </a:custGeom>
          <a:gradFill>
            <a:gsLst>
              <a:gs pos="33000">
                <a:schemeClr val="accent2">
                  <a:alpha val="0"/>
                </a:schemeClr>
              </a:gs>
              <a:gs pos="99000">
                <a:schemeClr val="accent1">
                  <a:alpha val="15000"/>
                </a:schemeClr>
              </a:gs>
            </a:gsLst>
            <a:lin ang="0" scaled="0"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7" name="任意多边形: 形状 16"/>
          <p:cNvSpPr/>
          <p:nvPr userDrawn="1">
            <p:custDataLst>
              <p:tags r:id="rId35"/>
            </p:custDataLst>
          </p:nvPr>
        </p:nvSpPr>
        <p:spPr>
          <a:xfrm>
            <a:off x="8256270" y="5637530"/>
            <a:ext cx="3933190" cy="474190"/>
          </a:xfrm>
          <a:custGeom>
            <a:avLst/>
            <a:gdLst>
              <a:gd name="connsiteX0" fmla="*/ 0 w 3933190"/>
              <a:gd name="connsiteY0" fmla="*/ 2968 h 474190"/>
              <a:gd name="connsiteX1" fmla="*/ 3851404 w 3933190"/>
              <a:gd name="connsiteY1" fmla="*/ 305001 h 474190"/>
              <a:gd name="connsiteX2" fmla="*/ 3933190 w 3933190"/>
              <a:gd name="connsiteY2" fmla="*/ 318139 h 474190"/>
              <a:gd name="connsiteX3" fmla="*/ 3933190 w 3933190"/>
              <a:gd name="connsiteY3" fmla="*/ 474190 h 474190"/>
              <a:gd name="connsiteX4" fmla="*/ 3776593 w 3933190"/>
              <a:gd name="connsiteY4" fmla="*/ 439840 h 474190"/>
              <a:gd name="connsiteX5" fmla="*/ 0 w 3933190"/>
              <a:gd name="connsiteY5" fmla="*/ 83932 h 47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33190" h="474190">
                <a:moveTo>
                  <a:pt x="0" y="2968"/>
                </a:moveTo>
                <a:cubicBezTo>
                  <a:pt x="1535579" y="-28112"/>
                  <a:pt x="3143445" y="192669"/>
                  <a:pt x="3851404" y="305001"/>
                </a:cubicBezTo>
                <a:lnTo>
                  <a:pt x="3933190" y="318139"/>
                </a:lnTo>
                <a:lnTo>
                  <a:pt x="3933190" y="474190"/>
                </a:lnTo>
                <a:lnTo>
                  <a:pt x="3776593" y="439840"/>
                </a:lnTo>
                <a:cubicBezTo>
                  <a:pt x="1582037" y="-12630"/>
                  <a:pt x="199" y="83932"/>
                  <a:pt x="0" y="83932"/>
                </a:cubicBezTo>
                <a:close/>
              </a:path>
            </a:pathLst>
          </a:custGeom>
          <a:gradFill>
            <a:gsLst>
              <a:gs pos="33000">
                <a:schemeClr val="accent2">
                  <a:alpha val="0"/>
                </a:schemeClr>
              </a:gs>
              <a:gs pos="99000">
                <a:schemeClr val="accent1">
                  <a:alpha val="15000"/>
                </a:schemeClr>
              </a:gs>
            </a:gsLst>
            <a:lin ang="0" scaled="0"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5" name="任意多边形: 形状 14"/>
          <p:cNvSpPr/>
          <p:nvPr userDrawn="1">
            <p:custDataLst>
              <p:tags r:id="rId36"/>
            </p:custDataLst>
          </p:nvPr>
        </p:nvSpPr>
        <p:spPr>
          <a:xfrm>
            <a:off x="8436610" y="5336539"/>
            <a:ext cx="3752850" cy="364096"/>
          </a:xfrm>
          <a:custGeom>
            <a:avLst/>
            <a:gdLst>
              <a:gd name="connsiteX0" fmla="*/ 127813 w 3752850"/>
              <a:gd name="connsiteY0" fmla="*/ 0 h 364096"/>
              <a:gd name="connsiteX1" fmla="*/ 3673804 w 3752850"/>
              <a:gd name="connsiteY1" fmla="*/ 152807 h 364096"/>
              <a:gd name="connsiteX2" fmla="*/ 3752850 w 3752850"/>
              <a:gd name="connsiteY2" fmla="*/ 157859 h 364096"/>
              <a:gd name="connsiteX3" fmla="*/ 3752850 w 3752850"/>
              <a:gd name="connsiteY3" fmla="*/ 364096 h 364096"/>
              <a:gd name="connsiteX4" fmla="*/ 3660791 w 3752850"/>
              <a:gd name="connsiteY4" fmla="*/ 349755 h 364096"/>
              <a:gd name="connsiteX5" fmla="*/ 0 w 3752850"/>
              <a:gd name="connsiteY5" fmla="*/ 56436 h 364096"/>
              <a:gd name="connsiteX6" fmla="*/ 0 w 3752850"/>
              <a:gd name="connsiteY6" fmla="*/ 561 h 364096"/>
              <a:gd name="connsiteX7" fmla="*/ 127813 w 3752850"/>
              <a:gd name="connsiteY7" fmla="*/ 0 h 364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52850" h="364096">
                <a:moveTo>
                  <a:pt x="127813" y="0"/>
                </a:moveTo>
                <a:cubicBezTo>
                  <a:pt x="1139351" y="168"/>
                  <a:pt x="2855444" y="100852"/>
                  <a:pt x="3673804" y="152807"/>
                </a:cubicBezTo>
                <a:lnTo>
                  <a:pt x="3752850" y="157859"/>
                </a:lnTo>
                <a:lnTo>
                  <a:pt x="3752850" y="364096"/>
                </a:lnTo>
                <a:lnTo>
                  <a:pt x="3660791" y="349755"/>
                </a:lnTo>
                <a:cubicBezTo>
                  <a:pt x="1355076" y="7540"/>
                  <a:pt x="-199" y="56634"/>
                  <a:pt x="0" y="56436"/>
                </a:cubicBezTo>
                <a:lnTo>
                  <a:pt x="0" y="561"/>
                </a:lnTo>
                <a:cubicBezTo>
                  <a:pt x="41185" y="176"/>
                  <a:pt x="83833" y="-7"/>
                  <a:pt x="127813" y="0"/>
                </a:cubicBezTo>
                <a:close/>
              </a:path>
            </a:pathLst>
          </a:custGeom>
          <a:gradFill>
            <a:gsLst>
              <a:gs pos="33000">
                <a:schemeClr val="accent2">
                  <a:alpha val="0"/>
                </a:schemeClr>
              </a:gs>
              <a:gs pos="99000">
                <a:schemeClr val="accent1">
                  <a:alpha val="15000"/>
                </a:schemeClr>
              </a:gs>
            </a:gsLst>
            <a:lin ang="0" scaled="0"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37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>
                <a:latin typeface="+mj-lt"/>
                <a:ea typeface="+mj-ea"/>
                <a:cs typeface="+mj-cs"/>
              </a:rPr>
              <a:t>单击此处编辑母版标题样式</a:t>
            </a:r>
            <a:endParaRPr lang="zh-CN" altLang="en-US" dirty="0">
              <a:latin typeface="+mj-lt"/>
              <a:ea typeface="+mj-ea"/>
              <a:cs typeface="+mj-cs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8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>
                <a:latin typeface="+mn-lt"/>
                <a:ea typeface="+mn-ea"/>
                <a:cs typeface="+mn-cs"/>
              </a:rPr>
              <a:t>单击此处编辑母版文本样式</a:t>
            </a:r>
            <a:endParaRPr lang="zh-CN" altLang="en-US" dirty="0">
              <a:latin typeface="+mn-lt"/>
              <a:ea typeface="+mn-ea"/>
              <a:cs typeface="+mn-cs"/>
            </a:endParaRPr>
          </a:p>
          <a:p>
            <a:pPr lvl="1"/>
            <a:r>
              <a:rPr lang="zh-CN" altLang="en-US" dirty="0">
                <a:latin typeface="+mn-lt"/>
                <a:ea typeface="+mn-ea"/>
                <a:cs typeface="+mn-cs"/>
              </a:rPr>
              <a:t>第二级</a:t>
            </a:r>
            <a:endParaRPr lang="zh-CN" altLang="en-US" dirty="0">
              <a:latin typeface="+mn-lt"/>
              <a:ea typeface="+mn-ea"/>
              <a:cs typeface="+mn-cs"/>
            </a:endParaRPr>
          </a:p>
          <a:p>
            <a:pPr lvl="2"/>
            <a:r>
              <a:rPr lang="zh-CN" altLang="en-US" dirty="0">
                <a:latin typeface="+mn-lt"/>
                <a:ea typeface="+mn-ea"/>
                <a:cs typeface="+mn-cs"/>
              </a:rPr>
              <a:t>第三级</a:t>
            </a:r>
            <a:endParaRPr lang="zh-CN" altLang="en-US" dirty="0">
              <a:latin typeface="+mn-lt"/>
              <a:ea typeface="+mn-ea"/>
              <a:cs typeface="+mn-cs"/>
            </a:endParaRPr>
          </a:p>
          <a:p>
            <a:pPr lvl="3"/>
            <a:r>
              <a:rPr lang="zh-CN" altLang="en-US" dirty="0">
                <a:latin typeface="+mn-lt"/>
                <a:ea typeface="+mn-ea"/>
                <a:cs typeface="+mn-cs"/>
              </a:rPr>
              <a:t>第四级</a:t>
            </a:r>
            <a:endParaRPr lang="zh-CN" altLang="en-US" dirty="0">
              <a:latin typeface="+mn-lt"/>
              <a:ea typeface="+mn-ea"/>
              <a:cs typeface="+mn-cs"/>
            </a:endParaRPr>
          </a:p>
          <a:p>
            <a:pPr lvl="4"/>
            <a:r>
              <a:rPr lang="zh-CN" altLang="en-US" dirty="0">
                <a:latin typeface="+mn-lt"/>
                <a:ea typeface="+mn-ea"/>
                <a:cs typeface="+mn-cs"/>
              </a:rPr>
              <a:t>第五级</a:t>
            </a:r>
            <a:endParaRPr lang="zh-CN" altLang="en-US" dirty="0">
              <a:latin typeface="+mn-lt"/>
              <a:ea typeface="+mn-ea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39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40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41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 userDrawn="1">
            <p:custDataLst>
              <p:tags r:id="rId42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+mn-lt"/>
              <a:ea typeface="+mn-ea"/>
              <a:cs typeface="+mn-cs"/>
            </a:endParaRPr>
          </a:p>
        </p:txBody>
      </p:sp>
    </p:spTree>
    <p:custDataLst>
      <p:tags r:id="rId4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  <p:sldLayoutId id="2147483679" r:id="rId20"/>
    <p:sldLayoutId id="2147483680" r:id="rId21"/>
    <p:sldLayoutId id="2147483681" r:id="rId22"/>
    <p:sldLayoutId id="2147483682" r:id="rId23"/>
    <p:sldLayoutId id="2147483683" r:id="rId24"/>
    <p:sldLayoutId id="2147483684" r:id="rId25"/>
    <p:sldLayoutId id="2147483685" r:id="rId26"/>
    <p:sldLayoutId id="2147483686" r:id="rId27"/>
    <p:sldLayoutId id="2147483687" r:id="rId28"/>
    <p:sldLayoutId id="2147483688" r:id="rId29"/>
    <p:sldLayoutId id="2147483689" r:id="rId30"/>
    <p:sldLayoutId id="2147483690" r:id="rId31"/>
    <p:sldLayoutId id="2147483691" r:id="rId3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4.xml"/><Relationship Id="rId3" Type="http://schemas.openxmlformats.org/officeDocument/2006/relationships/image" Target="../media/image3.png"/><Relationship Id="rId2" Type="http://schemas.microsoft.com/office/2007/relationships/hdphoto" Target="../media/image2.wdp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4.xml"/><Relationship Id="rId2" Type="http://schemas.openxmlformats.org/officeDocument/2006/relationships/image" Target="../media/image3.png"/><Relationship Id="rId1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99" Type="http://schemas.openxmlformats.org/officeDocument/2006/relationships/tags" Target="../tags/tag554.xml"/><Relationship Id="rId98" Type="http://schemas.openxmlformats.org/officeDocument/2006/relationships/tags" Target="../tags/tag553.xml"/><Relationship Id="rId97" Type="http://schemas.openxmlformats.org/officeDocument/2006/relationships/tags" Target="../tags/tag552.xml"/><Relationship Id="rId96" Type="http://schemas.openxmlformats.org/officeDocument/2006/relationships/tags" Target="../tags/tag551.xml"/><Relationship Id="rId95" Type="http://schemas.openxmlformats.org/officeDocument/2006/relationships/tags" Target="../tags/tag550.xml"/><Relationship Id="rId94" Type="http://schemas.openxmlformats.org/officeDocument/2006/relationships/tags" Target="../tags/tag549.xml"/><Relationship Id="rId93" Type="http://schemas.openxmlformats.org/officeDocument/2006/relationships/tags" Target="../tags/tag548.xml"/><Relationship Id="rId92" Type="http://schemas.openxmlformats.org/officeDocument/2006/relationships/tags" Target="../tags/tag547.xml"/><Relationship Id="rId91" Type="http://schemas.openxmlformats.org/officeDocument/2006/relationships/tags" Target="../tags/tag546.xml"/><Relationship Id="rId90" Type="http://schemas.openxmlformats.org/officeDocument/2006/relationships/tags" Target="../tags/tag545.xml"/><Relationship Id="rId9" Type="http://schemas.openxmlformats.org/officeDocument/2006/relationships/tags" Target="../tags/tag464.xml"/><Relationship Id="rId89" Type="http://schemas.openxmlformats.org/officeDocument/2006/relationships/tags" Target="../tags/tag544.xml"/><Relationship Id="rId88" Type="http://schemas.openxmlformats.org/officeDocument/2006/relationships/tags" Target="../tags/tag543.xml"/><Relationship Id="rId87" Type="http://schemas.openxmlformats.org/officeDocument/2006/relationships/tags" Target="../tags/tag542.xml"/><Relationship Id="rId86" Type="http://schemas.openxmlformats.org/officeDocument/2006/relationships/tags" Target="../tags/tag541.xml"/><Relationship Id="rId85" Type="http://schemas.openxmlformats.org/officeDocument/2006/relationships/tags" Target="../tags/tag540.xml"/><Relationship Id="rId84" Type="http://schemas.openxmlformats.org/officeDocument/2006/relationships/tags" Target="../tags/tag539.xml"/><Relationship Id="rId83" Type="http://schemas.openxmlformats.org/officeDocument/2006/relationships/tags" Target="../tags/tag538.xml"/><Relationship Id="rId82" Type="http://schemas.openxmlformats.org/officeDocument/2006/relationships/tags" Target="../tags/tag537.xml"/><Relationship Id="rId81" Type="http://schemas.openxmlformats.org/officeDocument/2006/relationships/tags" Target="../tags/tag536.xml"/><Relationship Id="rId80" Type="http://schemas.openxmlformats.org/officeDocument/2006/relationships/tags" Target="../tags/tag535.xml"/><Relationship Id="rId8" Type="http://schemas.openxmlformats.org/officeDocument/2006/relationships/tags" Target="../tags/tag463.xml"/><Relationship Id="rId79" Type="http://schemas.openxmlformats.org/officeDocument/2006/relationships/tags" Target="../tags/tag534.xml"/><Relationship Id="rId78" Type="http://schemas.openxmlformats.org/officeDocument/2006/relationships/tags" Target="../tags/tag533.xml"/><Relationship Id="rId77" Type="http://schemas.openxmlformats.org/officeDocument/2006/relationships/tags" Target="../tags/tag532.xml"/><Relationship Id="rId76" Type="http://schemas.openxmlformats.org/officeDocument/2006/relationships/tags" Target="../tags/tag531.xml"/><Relationship Id="rId75" Type="http://schemas.openxmlformats.org/officeDocument/2006/relationships/tags" Target="../tags/tag530.xml"/><Relationship Id="rId74" Type="http://schemas.openxmlformats.org/officeDocument/2006/relationships/tags" Target="../tags/tag529.xml"/><Relationship Id="rId73" Type="http://schemas.openxmlformats.org/officeDocument/2006/relationships/tags" Target="../tags/tag528.xml"/><Relationship Id="rId72" Type="http://schemas.openxmlformats.org/officeDocument/2006/relationships/tags" Target="../tags/tag527.xml"/><Relationship Id="rId71" Type="http://schemas.openxmlformats.org/officeDocument/2006/relationships/tags" Target="../tags/tag526.xml"/><Relationship Id="rId70" Type="http://schemas.openxmlformats.org/officeDocument/2006/relationships/tags" Target="../tags/tag525.xml"/><Relationship Id="rId7" Type="http://schemas.openxmlformats.org/officeDocument/2006/relationships/tags" Target="../tags/tag462.xml"/><Relationship Id="rId69" Type="http://schemas.openxmlformats.org/officeDocument/2006/relationships/tags" Target="../tags/tag524.xml"/><Relationship Id="rId68" Type="http://schemas.openxmlformats.org/officeDocument/2006/relationships/tags" Target="../tags/tag523.xml"/><Relationship Id="rId67" Type="http://schemas.openxmlformats.org/officeDocument/2006/relationships/tags" Target="../tags/tag522.xml"/><Relationship Id="rId66" Type="http://schemas.openxmlformats.org/officeDocument/2006/relationships/tags" Target="../tags/tag521.xml"/><Relationship Id="rId65" Type="http://schemas.openxmlformats.org/officeDocument/2006/relationships/tags" Target="../tags/tag520.xml"/><Relationship Id="rId64" Type="http://schemas.openxmlformats.org/officeDocument/2006/relationships/tags" Target="../tags/tag519.xml"/><Relationship Id="rId63" Type="http://schemas.openxmlformats.org/officeDocument/2006/relationships/tags" Target="../tags/tag518.xml"/><Relationship Id="rId62" Type="http://schemas.openxmlformats.org/officeDocument/2006/relationships/tags" Target="../tags/tag517.xml"/><Relationship Id="rId61" Type="http://schemas.openxmlformats.org/officeDocument/2006/relationships/tags" Target="../tags/tag516.xml"/><Relationship Id="rId60" Type="http://schemas.openxmlformats.org/officeDocument/2006/relationships/tags" Target="../tags/tag515.xml"/><Relationship Id="rId6" Type="http://schemas.openxmlformats.org/officeDocument/2006/relationships/tags" Target="../tags/tag461.xml"/><Relationship Id="rId59" Type="http://schemas.openxmlformats.org/officeDocument/2006/relationships/tags" Target="../tags/tag514.xml"/><Relationship Id="rId58" Type="http://schemas.openxmlformats.org/officeDocument/2006/relationships/tags" Target="../tags/tag513.xml"/><Relationship Id="rId57" Type="http://schemas.openxmlformats.org/officeDocument/2006/relationships/tags" Target="../tags/tag512.xml"/><Relationship Id="rId56" Type="http://schemas.openxmlformats.org/officeDocument/2006/relationships/tags" Target="../tags/tag511.xml"/><Relationship Id="rId55" Type="http://schemas.openxmlformats.org/officeDocument/2006/relationships/tags" Target="../tags/tag510.xml"/><Relationship Id="rId54" Type="http://schemas.openxmlformats.org/officeDocument/2006/relationships/tags" Target="../tags/tag509.xml"/><Relationship Id="rId53" Type="http://schemas.openxmlformats.org/officeDocument/2006/relationships/tags" Target="../tags/tag508.xml"/><Relationship Id="rId52" Type="http://schemas.openxmlformats.org/officeDocument/2006/relationships/tags" Target="../tags/tag507.xml"/><Relationship Id="rId51" Type="http://schemas.openxmlformats.org/officeDocument/2006/relationships/tags" Target="../tags/tag506.xml"/><Relationship Id="rId50" Type="http://schemas.openxmlformats.org/officeDocument/2006/relationships/tags" Target="../tags/tag505.xml"/><Relationship Id="rId5" Type="http://schemas.openxmlformats.org/officeDocument/2006/relationships/tags" Target="../tags/tag460.xml"/><Relationship Id="rId49" Type="http://schemas.openxmlformats.org/officeDocument/2006/relationships/tags" Target="../tags/tag504.xml"/><Relationship Id="rId48" Type="http://schemas.openxmlformats.org/officeDocument/2006/relationships/tags" Target="../tags/tag503.xml"/><Relationship Id="rId47" Type="http://schemas.openxmlformats.org/officeDocument/2006/relationships/tags" Target="../tags/tag502.xml"/><Relationship Id="rId46" Type="http://schemas.openxmlformats.org/officeDocument/2006/relationships/tags" Target="../tags/tag501.xml"/><Relationship Id="rId45" Type="http://schemas.openxmlformats.org/officeDocument/2006/relationships/tags" Target="../tags/tag500.xml"/><Relationship Id="rId44" Type="http://schemas.openxmlformats.org/officeDocument/2006/relationships/tags" Target="../tags/tag499.xml"/><Relationship Id="rId43" Type="http://schemas.openxmlformats.org/officeDocument/2006/relationships/tags" Target="../tags/tag498.xml"/><Relationship Id="rId42" Type="http://schemas.openxmlformats.org/officeDocument/2006/relationships/tags" Target="../tags/tag497.xml"/><Relationship Id="rId41" Type="http://schemas.openxmlformats.org/officeDocument/2006/relationships/tags" Target="../tags/tag496.xml"/><Relationship Id="rId40" Type="http://schemas.openxmlformats.org/officeDocument/2006/relationships/tags" Target="../tags/tag495.xml"/><Relationship Id="rId4" Type="http://schemas.openxmlformats.org/officeDocument/2006/relationships/image" Target="../media/image5.png"/><Relationship Id="rId39" Type="http://schemas.openxmlformats.org/officeDocument/2006/relationships/tags" Target="../tags/tag494.xml"/><Relationship Id="rId387" Type="http://schemas.openxmlformats.org/officeDocument/2006/relationships/slideLayout" Target="../slideLayouts/slideLayout21.xml"/><Relationship Id="rId386" Type="http://schemas.openxmlformats.org/officeDocument/2006/relationships/tags" Target="../tags/tag837.xml"/><Relationship Id="rId385" Type="http://schemas.openxmlformats.org/officeDocument/2006/relationships/tags" Target="../tags/tag836.xml"/><Relationship Id="rId384" Type="http://schemas.openxmlformats.org/officeDocument/2006/relationships/tags" Target="../tags/tag835.xml"/><Relationship Id="rId383" Type="http://schemas.openxmlformats.org/officeDocument/2006/relationships/tags" Target="../tags/tag834.xml"/><Relationship Id="rId382" Type="http://schemas.openxmlformats.org/officeDocument/2006/relationships/image" Target="../media/image9.svg"/><Relationship Id="rId381" Type="http://schemas.openxmlformats.org/officeDocument/2006/relationships/image" Target="../media/image8.png"/><Relationship Id="rId380" Type="http://schemas.openxmlformats.org/officeDocument/2006/relationships/tags" Target="../tags/tag833.xml"/><Relationship Id="rId38" Type="http://schemas.openxmlformats.org/officeDocument/2006/relationships/tags" Target="../tags/tag493.xml"/><Relationship Id="rId379" Type="http://schemas.openxmlformats.org/officeDocument/2006/relationships/tags" Target="../tags/tag832.xml"/><Relationship Id="rId378" Type="http://schemas.openxmlformats.org/officeDocument/2006/relationships/tags" Target="../tags/tag831.xml"/><Relationship Id="rId377" Type="http://schemas.openxmlformats.org/officeDocument/2006/relationships/tags" Target="../tags/tag830.xml"/><Relationship Id="rId376" Type="http://schemas.openxmlformats.org/officeDocument/2006/relationships/tags" Target="../tags/tag829.xml"/><Relationship Id="rId375" Type="http://schemas.openxmlformats.org/officeDocument/2006/relationships/tags" Target="../tags/tag828.xml"/><Relationship Id="rId374" Type="http://schemas.openxmlformats.org/officeDocument/2006/relationships/tags" Target="../tags/tag827.xml"/><Relationship Id="rId373" Type="http://schemas.openxmlformats.org/officeDocument/2006/relationships/tags" Target="../tags/tag826.xml"/><Relationship Id="rId372" Type="http://schemas.openxmlformats.org/officeDocument/2006/relationships/tags" Target="../tags/tag825.xml"/><Relationship Id="rId371" Type="http://schemas.openxmlformats.org/officeDocument/2006/relationships/tags" Target="../tags/tag824.xml"/><Relationship Id="rId370" Type="http://schemas.openxmlformats.org/officeDocument/2006/relationships/tags" Target="../tags/tag823.xml"/><Relationship Id="rId37" Type="http://schemas.openxmlformats.org/officeDocument/2006/relationships/tags" Target="../tags/tag492.xml"/><Relationship Id="rId369" Type="http://schemas.openxmlformats.org/officeDocument/2006/relationships/tags" Target="../tags/tag822.xml"/><Relationship Id="rId368" Type="http://schemas.openxmlformats.org/officeDocument/2006/relationships/tags" Target="../tags/tag821.xml"/><Relationship Id="rId367" Type="http://schemas.openxmlformats.org/officeDocument/2006/relationships/tags" Target="../tags/tag820.xml"/><Relationship Id="rId366" Type="http://schemas.openxmlformats.org/officeDocument/2006/relationships/tags" Target="../tags/tag819.xml"/><Relationship Id="rId365" Type="http://schemas.openxmlformats.org/officeDocument/2006/relationships/tags" Target="../tags/tag818.xml"/><Relationship Id="rId364" Type="http://schemas.openxmlformats.org/officeDocument/2006/relationships/tags" Target="../tags/tag817.xml"/><Relationship Id="rId363" Type="http://schemas.openxmlformats.org/officeDocument/2006/relationships/tags" Target="../tags/tag816.xml"/><Relationship Id="rId362" Type="http://schemas.openxmlformats.org/officeDocument/2006/relationships/tags" Target="../tags/tag815.xml"/><Relationship Id="rId361" Type="http://schemas.openxmlformats.org/officeDocument/2006/relationships/tags" Target="../tags/tag814.xml"/><Relationship Id="rId360" Type="http://schemas.openxmlformats.org/officeDocument/2006/relationships/tags" Target="../tags/tag813.xml"/><Relationship Id="rId36" Type="http://schemas.openxmlformats.org/officeDocument/2006/relationships/tags" Target="../tags/tag491.xml"/><Relationship Id="rId359" Type="http://schemas.openxmlformats.org/officeDocument/2006/relationships/tags" Target="../tags/tag812.xml"/><Relationship Id="rId358" Type="http://schemas.openxmlformats.org/officeDocument/2006/relationships/tags" Target="../tags/tag811.xml"/><Relationship Id="rId357" Type="http://schemas.openxmlformats.org/officeDocument/2006/relationships/tags" Target="../tags/tag810.xml"/><Relationship Id="rId356" Type="http://schemas.openxmlformats.org/officeDocument/2006/relationships/tags" Target="../tags/tag809.xml"/><Relationship Id="rId355" Type="http://schemas.openxmlformats.org/officeDocument/2006/relationships/tags" Target="../tags/tag808.xml"/><Relationship Id="rId354" Type="http://schemas.openxmlformats.org/officeDocument/2006/relationships/tags" Target="../tags/tag807.xml"/><Relationship Id="rId353" Type="http://schemas.openxmlformats.org/officeDocument/2006/relationships/tags" Target="../tags/tag806.xml"/><Relationship Id="rId352" Type="http://schemas.openxmlformats.org/officeDocument/2006/relationships/tags" Target="../tags/tag805.xml"/><Relationship Id="rId351" Type="http://schemas.openxmlformats.org/officeDocument/2006/relationships/tags" Target="../tags/tag804.xml"/><Relationship Id="rId350" Type="http://schemas.openxmlformats.org/officeDocument/2006/relationships/tags" Target="../tags/tag803.xml"/><Relationship Id="rId35" Type="http://schemas.openxmlformats.org/officeDocument/2006/relationships/tags" Target="../tags/tag490.xml"/><Relationship Id="rId349" Type="http://schemas.openxmlformats.org/officeDocument/2006/relationships/tags" Target="../tags/tag802.xml"/><Relationship Id="rId348" Type="http://schemas.openxmlformats.org/officeDocument/2006/relationships/tags" Target="../tags/tag801.xml"/><Relationship Id="rId347" Type="http://schemas.openxmlformats.org/officeDocument/2006/relationships/tags" Target="../tags/tag800.xml"/><Relationship Id="rId346" Type="http://schemas.openxmlformats.org/officeDocument/2006/relationships/tags" Target="../tags/tag799.xml"/><Relationship Id="rId345" Type="http://schemas.openxmlformats.org/officeDocument/2006/relationships/tags" Target="../tags/tag798.xml"/><Relationship Id="rId344" Type="http://schemas.openxmlformats.org/officeDocument/2006/relationships/tags" Target="../tags/tag797.xml"/><Relationship Id="rId343" Type="http://schemas.openxmlformats.org/officeDocument/2006/relationships/tags" Target="../tags/tag796.xml"/><Relationship Id="rId342" Type="http://schemas.openxmlformats.org/officeDocument/2006/relationships/tags" Target="../tags/tag795.xml"/><Relationship Id="rId341" Type="http://schemas.openxmlformats.org/officeDocument/2006/relationships/tags" Target="../tags/tag794.xml"/><Relationship Id="rId340" Type="http://schemas.openxmlformats.org/officeDocument/2006/relationships/tags" Target="../tags/tag793.xml"/><Relationship Id="rId34" Type="http://schemas.openxmlformats.org/officeDocument/2006/relationships/tags" Target="../tags/tag489.xml"/><Relationship Id="rId339" Type="http://schemas.openxmlformats.org/officeDocument/2006/relationships/tags" Target="../tags/tag792.xml"/><Relationship Id="rId338" Type="http://schemas.openxmlformats.org/officeDocument/2006/relationships/tags" Target="../tags/tag791.xml"/><Relationship Id="rId337" Type="http://schemas.openxmlformats.org/officeDocument/2006/relationships/tags" Target="../tags/tag790.xml"/><Relationship Id="rId336" Type="http://schemas.openxmlformats.org/officeDocument/2006/relationships/tags" Target="../tags/tag789.xml"/><Relationship Id="rId335" Type="http://schemas.openxmlformats.org/officeDocument/2006/relationships/image" Target="../media/image7.png"/><Relationship Id="rId334" Type="http://schemas.openxmlformats.org/officeDocument/2006/relationships/tags" Target="../tags/tag788.xml"/><Relationship Id="rId333" Type="http://schemas.openxmlformats.org/officeDocument/2006/relationships/tags" Target="../tags/tag787.xml"/><Relationship Id="rId332" Type="http://schemas.openxmlformats.org/officeDocument/2006/relationships/tags" Target="../tags/tag786.xml"/><Relationship Id="rId331" Type="http://schemas.openxmlformats.org/officeDocument/2006/relationships/tags" Target="../tags/tag785.xml"/><Relationship Id="rId330" Type="http://schemas.openxmlformats.org/officeDocument/2006/relationships/tags" Target="../tags/tag784.xml"/><Relationship Id="rId33" Type="http://schemas.openxmlformats.org/officeDocument/2006/relationships/tags" Target="../tags/tag488.xml"/><Relationship Id="rId329" Type="http://schemas.openxmlformats.org/officeDocument/2006/relationships/tags" Target="../tags/tag783.xml"/><Relationship Id="rId328" Type="http://schemas.openxmlformats.org/officeDocument/2006/relationships/tags" Target="../tags/tag782.xml"/><Relationship Id="rId327" Type="http://schemas.openxmlformats.org/officeDocument/2006/relationships/tags" Target="../tags/tag781.xml"/><Relationship Id="rId326" Type="http://schemas.openxmlformats.org/officeDocument/2006/relationships/tags" Target="../tags/tag780.xml"/><Relationship Id="rId325" Type="http://schemas.openxmlformats.org/officeDocument/2006/relationships/tags" Target="../tags/tag779.xml"/><Relationship Id="rId324" Type="http://schemas.openxmlformats.org/officeDocument/2006/relationships/tags" Target="../tags/tag778.xml"/><Relationship Id="rId323" Type="http://schemas.openxmlformats.org/officeDocument/2006/relationships/tags" Target="../tags/tag777.xml"/><Relationship Id="rId322" Type="http://schemas.openxmlformats.org/officeDocument/2006/relationships/tags" Target="../tags/tag776.xml"/><Relationship Id="rId321" Type="http://schemas.openxmlformats.org/officeDocument/2006/relationships/tags" Target="../tags/tag775.xml"/><Relationship Id="rId320" Type="http://schemas.openxmlformats.org/officeDocument/2006/relationships/tags" Target="../tags/tag774.xml"/><Relationship Id="rId32" Type="http://schemas.openxmlformats.org/officeDocument/2006/relationships/tags" Target="../tags/tag487.xml"/><Relationship Id="rId319" Type="http://schemas.openxmlformats.org/officeDocument/2006/relationships/tags" Target="../tags/tag773.xml"/><Relationship Id="rId318" Type="http://schemas.openxmlformats.org/officeDocument/2006/relationships/tags" Target="../tags/tag772.xml"/><Relationship Id="rId317" Type="http://schemas.openxmlformats.org/officeDocument/2006/relationships/tags" Target="../tags/tag771.xml"/><Relationship Id="rId316" Type="http://schemas.openxmlformats.org/officeDocument/2006/relationships/tags" Target="../tags/tag770.xml"/><Relationship Id="rId315" Type="http://schemas.openxmlformats.org/officeDocument/2006/relationships/tags" Target="../tags/tag769.xml"/><Relationship Id="rId314" Type="http://schemas.openxmlformats.org/officeDocument/2006/relationships/tags" Target="../tags/tag768.xml"/><Relationship Id="rId313" Type="http://schemas.openxmlformats.org/officeDocument/2006/relationships/tags" Target="../tags/tag767.xml"/><Relationship Id="rId312" Type="http://schemas.openxmlformats.org/officeDocument/2006/relationships/tags" Target="../tags/tag766.xml"/><Relationship Id="rId311" Type="http://schemas.openxmlformats.org/officeDocument/2006/relationships/tags" Target="../tags/tag765.xml"/><Relationship Id="rId310" Type="http://schemas.openxmlformats.org/officeDocument/2006/relationships/tags" Target="../tags/tag764.xml"/><Relationship Id="rId31" Type="http://schemas.openxmlformats.org/officeDocument/2006/relationships/tags" Target="../tags/tag486.xml"/><Relationship Id="rId309" Type="http://schemas.openxmlformats.org/officeDocument/2006/relationships/tags" Target="../tags/tag763.xml"/><Relationship Id="rId308" Type="http://schemas.openxmlformats.org/officeDocument/2006/relationships/tags" Target="../tags/tag762.xml"/><Relationship Id="rId307" Type="http://schemas.openxmlformats.org/officeDocument/2006/relationships/tags" Target="../tags/tag761.xml"/><Relationship Id="rId306" Type="http://schemas.openxmlformats.org/officeDocument/2006/relationships/tags" Target="../tags/tag760.xml"/><Relationship Id="rId305" Type="http://schemas.openxmlformats.org/officeDocument/2006/relationships/tags" Target="../tags/tag759.xml"/><Relationship Id="rId304" Type="http://schemas.openxmlformats.org/officeDocument/2006/relationships/tags" Target="../tags/tag758.xml"/><Relationship Id="rId303" Type="http://schemas.openxmlformats.org/officeDocument/2006/relationships/tags" Target="../tags/tag757.xml"/><Relationship Id="rId302" Type="http://schemas.openxmlformats.org/officeDocument/2006/relationships/tags" Target="../tags/tag756.xml"/><Relationship Id="rId301" Type="http://schemas.openxmlformats.org/officeDocument/2006/relationships/tags" Target="../tags/tag755.xml"/><Relationship Id="rId300" Type="http://schemas.openxmlformats.org/officeDocument/2006/relationships/tags" Target="../tags/tag754.xml"/><Relationship Id="rId30" Type="http://schemas.openxmlformats.org/officeDocument/2006/relationships/tags" Target="../tags/tag485.xml"/><Relationship Id="rId3" Type="http://schemas.openxmlformats.org/officeDocument/2006/relationships/tags" Target="../tags/tag459.xml"/><Relationship Id="rId299" Type="http://schemas.openxmlformats.org/officeDocument/2006/relationships/tags" Target="../tags/tag753.xml"/><Relationship Id="rId298" Type="http://schemas.openxmlformats.org/officeDocument/2006/relationships/tags" Target="../tags/tag752.xml"/><Relationship Id="rId297" Type="http://schemas.openxmlformats.org/officeDocument/2006/relationships/tags" Target="../tags/tag751.xml"/><Relationship Id="rId296" Type="http://schemas.openxmlformats.org/officeDocument/2006/relationships/tags" Target="../tags/tag750.xml"/><Relationship Id="rId295" Type="http://schemas.openxmlformats.org/officeDocument/2006/relationships/tags" Target="../tags/tag749.xml"/><Relationship Id="rId294" Type="http://schemas.openxmlformats.org/officeDocument/2006/relationships/tags" Target="../tags/tag748.xml"/><Relationship Id="rId293" Type="http://schemas.openxmlformats.org/officeDocument/2006/relationships/tags" Target="../tags/tag747.xml"/><Relationship Id="rId292" Type="http://schemas.openxmlformats.org/officeDocument/2006/relationships/tags" Target="../tags/tag746.xml"/><Relationship Id="rId291" Type="http://schemas.openxmlformats.org/officeDocument/2006/relationships/tags" Target="../tags/tag745.xml"/><Relationship Id="rId290" Type="http://schemas.openxmlformats.org/officeDocument/2006/relationships/tags" Target="../tags/tag744.xml"/><Relationship Id="rId29" Type="http://schemas.openxmlformats.org/officeDocument/2006/relationships/tags" Target="../tags/tag484.xml"/><Relationship Id="rId289" Type="http://schemas.openxmlformats.org/officeDocument/2006/relationships/tags" Target="../tags/tag743.xml"/><Relationship Id="rId288" Type="http://schemas.openxmlformats.org/officeDocument/2006/relationships/tags" Target="../tags/tag742.xml"/><Relationship Id="rId287" Type="http://schemas.openxmlformats.org/officeDocument/2006/relationships/tags" Target="../tags/tag741.xml"/><Relationship Id="rId286" Type="http://schemas.openxmlformats.org/officeDocument/2006/relationships/tags" Target="../tags/tag740.xml"/><Relationship Id="rId285" Type="http://schemas.openxmlformats.org/officeDocument/2006/relationships/tags" Target="../tags/tag739.xml"/><Relationship Id="rId284" Type="http://schemas.openxmlformats.org/officeDocument/2006/relationships/tags" Target="../tags/tag738.xml"/><Relationship Id="rId283" Type="http://schemas.openxmlformats.org/officeDocument/2006/relationships/tags" Target="../tags/tag737.xml"/><Relationship Id="rId282" Type="http://schemas.openxmlformats.org/officeDocument/2006/relationships/tags" Target="../tags/tag736.xml"/><Relationship Id="rId281" Type="http://schemas.openxmlformats.org/officeDocument/2006/relationships/tags" Target="../tags/tag735.xml"/><Relationship Id="rId280" Type="http://schemas.openxmlformats.org/officeDocument/2006/relationships/tags" Target="../tags/tag734.xml"/><Relationship Id="rId28" Type="http://schemas.openxmlformats.org/officeDocument/2006/relationships/tags" Target="../tags/tag483.xml"/><Relationship Id="rId279" Type="http://schemas.openxmlformats.org/officeDocument/2006/relationships/tags" Target="../tags/tag733.xml"/><Relationship Id="rId278" Type="http://schemas.openxmlformats.org/officeDocument/2006/relationships/tags" Target="../tags/tag732.xml"/><Relationship Id="rId277" Type="http://schemas.openxmlformats.org/officeDocument/2006/relationships/tags" Target="../tags/tag731.xml"/><Relationship Id="rId276" Type="http://schemas.openxmlformats.org/officeDocument/2006/relationships/tags" Target="../tags/tag730.xml"/><Relationship Id="rId275" Type="http://schemas.openxmlformats.org/officeDocument/2006/relationships/tags" Target="../tags/tag729.xml"/><Relationship Id="rId274" Type="http://schemas.openxmlformats.org/officeDocument/2006/relationships/tags" Target="../tags/tag728.xml"/><Relationship Id="rId273" Type="http://schemas.openxmlformats.org/officeDocument/2006/relationships/tags" Target="../tags/tag727.xml"/><Relationship Id="rId272" Type="http://schemas.openxmlformats.org/officeDocument/2006/relationships/tags" Target="../tags/tag726.xml"/><Relationship Id="rId271" Type="http://schemas.openxmlformats.org/officeDocument/2006/relationships/tags" Target="../tags/tag725.xml"/><Relationship Id="rId270" Type="http://schemas.openxmlformats.org/officeDocument/2006/relationships/tags" Target="../tags/tag724.xml"/><Relationship Id="rId27" Type="http://schemas.openxmlformats.org/officeDocument/2006/relationships/tags" Target="../tags/tag482.xml"/><Relationship Id="rId269" Type="http://schemas.openxmlformats.org/officeDocument/2006/relationships/tags" Target="../tags/tag723.xml"/><Relationship Id="rId268" Type="http://schemas.openxmlformats.org/officeDocument/2006/relationships/tags" Target="../tags/tag722.xml"/><Relationship Id="rId267" Type="http://schemas.openxmlformats.org/officeDocument/2006/relationships/tags" Target="../tags/tag721.xml"/><Relationship Id="rId266" Type="http://schemas.openxmlformats.org/officeDocument/2006/relationships/tags" Target="../tags/tag720.xml"/><Relationship Id="rId265" Type="http://schemas.openxmlformats.org/officeDocument/2006/relationships/tags" Target="../tags/tag719.xml"/><Relationship Id="rId264" Type="http://schemas.openxmlformats.org/officeDocument/2006/relationships/tags" Target="../tags/tag718.xml"/><Relationship Id="rId263" Type="http://schemas.openxmlformats.org/officeDocument/2006/relationships/tags" Target="../tags/tag717.xml"/><Relationship Id="rId262" Type="http://schemas.openxmlformats.org/officeDocument/2006/relationships/tags" Target="../tags/tag716.xml"/><Relationship Id="rId261" Type="http://schemas.openxmlformats.org/officeDocument/2006/relationships/tags" Target="../tags/tag715.xml"/><Relationship Id="rId260" Type="http://schemas.openxmlformats.org/officeDocument/2006/relationships/tags" Target="../tags/tag714.xml"/><Relationship Id="rId26" Type="http://schemas.openxmlformats.org/officeDocument/2006/relationships/tags" Target="../tags/tag481.xml"/><Relationship Id="rId259" Type="http://schemas.openxmlformats.org/officeDocument/2006/relationships/tags" Target="../tags/tag713.xml"/><Relationship Id="rId258" Type="http://schemas.openxmlformats.org/officeDocument/2006/relationships/tags" Target="../tags/tag712.xml"/><Relationship Id="rId257" Type="http://schemas.openxmlformats.org/officeDocument/2006/relationships/tags" Target="../tags/tag711.xml"/><Relationship Id="rId256" Type="http://schemas.openxmlformats.org/officeDocument/2006/relationships/tags" Target="../tags/tag710.xml"/><Relationship Id="rId255" Type="http://schemas.openxmlformats.org/officeDocument/2006/relationships/tags" Target="../tags/tag709.xml"/><Relationship Id="rId254" Type="http://schemas.openxmlformats.org/officeDocument/2006/relationships/tags" Target="../tags/tag708.xml"/><Relationship Id="rId253" Type="http://schemas.openxmlformats.org/officeDocument/2006/relationships/tags" Target="../tags/tag707.xml"/><Relationship Id="rId252" Type="http://schemas.openxmlformats.org/officeDocument/2006/relationships/tags" Target="../tags/tag706.xml"/><Relationship Id="rId251" Type="http://schemas.openxmlformats.org/officeDocument/2006/relationships/tags" Target="../tags/tag705.xml"/><Relationship Id="rId250" Type="http://schemas.openxmlformats.org/officeDocument/2006/relationships/tags" Target="../tags/tag704.xml"/><Relationship Id="rId25" Type="http://schemas.openxmlformats.org/officeDocument/2006/relationships/tags" Target="../tags/tag480.xml"/><Relationship Id="rId249" Type="http://schemas.openxmlformats.org/officeDocument/2006/relationships/tags" Target="../tags/tag703.xml"/><Relationship Id="rId248" Type="http://schemas.openxmlformats.org/officeDocument/2006/relationships/tags" Target="../tags/tag702.xml"/><Relationship Id="rId247" Type="http://schemas.openxmlformats.org/officeDocument/2006/relationships/tags" Target="../tags/tag701.xml"/><Relationship Id="rId246" Type="http://schemas.openxmlformats.org/officeDocument/2006/relationships/tags" Target="../tags/tag700.xml"/><Relationship Id="rId245" Type="http://schemas.openxmlformats.org/officeDocument/2006/relationships/tags" Target="../tags/tag699.xml"/><Relationship Id="rId244" Type="http://schemas.openxmlformats.org/officeDocument/2006/relationships/tags" Target="../tags/tag698.xml"/><Relationship Id="rId243" Type="http://schemas.openxmlformats.org/officeDocument/2006/relationships/tags" Target="../tags/tag697.xml"/><Relationship Id="rId242" Type="http://schemas.openxmlformats.org/officeDocument/2006/relationships/tags" Target="../tags/tag696.xml"/><Relationship Id="rId241" Type="http://schemas.openxmlformats.org/officeDocument/2006/relationships/tags" Target="../tags/tag695.xml"/><Relationship Id="rId240" Type="http://schemas.openxmlformats.org/officeDocument/2006/relationships/tags" Target="../tags/tag694.xml"/><Relationship Id="rId24" Type="http://schemas.openxmlformats.org/officeDocument/2006/relationships/tags" Target="../tags/tag479.xml"/><Relationship Id="rId239" Type="http://schemas.openxmlformats.org/officeDocument/2006/relationships/tags" Target="../tags/tag693.xml"/><Relationship Id="rId238" Type="http://schemas.openxmlformats.org/officeDocument/2006/relationships/tags" Target="../tags/tag692.xml"/><Relationship Id="rId237" Type="http://schemas.openxmlformats.org/officeDocument/2006/relationships/tags" Target="../tags/tag691.xml"/><Relationship Id="rId236" Type="http://schemas.openxmlformats.org/officeDocument/2006/relationships/tags" Target="../tags/tag690.xml"/><Relationship Id="rId235" Type="http://schemas.openxmlformats.org/officeDocument/2006/relationships/tags" Target="../tags/tag689.xml"/><Relationship Id="rId234" Type="http://schemas.openxmlformats.org/officeDocument/2006/relationships/tags" Target="../tags/tag688.xml"/><Relationship Id="rId233" Type="http://schemas.openxmlformats.org/officeDocument/2006/relationships/tags" Target="../tags/tag687.xml"/><Relationship Id="rId232" Type="http://schemas.openxmlformats.org/officeDocument/2006/relationships/tags" Target="../tags/tag686.xml"/><Relationship Id="rId231" Type="http://schemas.openxmlformats.org/officeDocument/2006/relationships/tags" Target="../tags/tag685.xml"/><Relationship Id="rId230" Type="http://schemas.openxmlformats.org/officeDocument/2006/relationships/tags" Target="../tags/tag684.xml"/><Relationship Id="rId23" Type="http://schemas.openxmlformats.org/officeDocument/2006/relationships/tags" Target="../tags/tag478.xml"/><Relationship Id="rId229" Type="http://schemas.openxmlformats.org/officeDocument/2006/relationships/tags" Target="../tags/tag683.xml"/><Relationship Id="rId228" Type="http://schemas.openxmlformats.org/officeDocument/2006/relationships/tags" Target="../tags/tag682.xml"/><Relationship Id="rId227" Type="http://schemas.openxmlformats.org/officeDocument/2006/relationships/tags" Target="../tags/tag681.xml"/><Relationship Id="rId226" Type="http://schemas.openxmlformats.org/officeDocument/2006/relationships/tags" Target="../tags/tag680.xml"/><Relationship Id="rId225" Type="http://schemas.openxmlformats.org/officeDocument/2006/relationships/tags" Target="../tags/tag679.xml"/><Relationship Id="rId224" Type="http://schemas.openxmlformats.org/officeDocument/2006/relationships/tags" Target="../tags/tag678.xml"/><Relationship Id="rId223" Type="http://schemas.openxmlformats.org/officeDocument/2006/relationships/tags" Target="../tags/tag677.xml"/><Relationship Id="rId222" Type="http://schemas.openxmlformats.org/officeDocument/2006/relationships/tags" Target="../tags/tag676.xml"/><Relationship Id="rId221" Type="http://schemas.openxmlformats.org/officeDocument/2006/relationships/tags" Target="../tags/tag675.xml"/><Relationship Id="rId220" Type="http://schemas.openxmlformats.org/officeDocument/2006/relationships/tags" Target="../tags/tag674.xml"/><Relationship Id="rId22" Type="http://schemas.openxmlformats.org/officeDocument/2006/relationships/tags" Target="../tags/tag477.xml"/><Relationship Id="rId219" Type="http://schemas.openxmlformats.org/officeDocument/2006/relationships/tags" Target="../tags/tag673.xml"/><Relationship Id="rId218" Type="http://schemas.openxmlformats.org/officeDocument/2006/relationships/tags" Target="../tags/tag672.xml"/><Relationship Id="rId217" Type="http://schemas.openxmlformats.org/officeDocument/2006/relationships/tags" Target="../tags/tag671.xml"/><Relationship Id="rId216" Type="http://schemas.openxmlformats.org/officeDocument/2006/relationships/tags" Target="../tags/tag670.xml"/><Relationship Id="rId215" Type="http://schemas.openxmlformats.org/officeDocument/2006/relationships/tags" Target="../tags/tag669.xml"/><Relationship Id="rId214" Type="http://schemas.openxmlformats.org/officeDocument/2006/relationships/tags" Target="../tags/tag668.xml"/><Relationship Id="rId213" Type="http://schemas.openxmlformats.org/officeDocument/2006/relationships/tags" Target="../tags/tag667.xml"/><Relationship Id="rId212" Type="http://schemas.openxmlformats.org/officeDocument/2006/relationships/tags" Target="../tags/tag666.xml"/><Relationship Id="rId211" Type="http://schemas.openxmlformats.org/officeDocument/2006/relationships/tags" Target="../tags/tag665.xml"/><Relationship Id="rId210" Type="http://schemas.openxmlformats.org/officeDocument/2006/relationships/tags" Target="../tags/tag664.xml"/><Relationship Id="rId21" Type="http://schemas.openxmlformats.org/officeDocument/2006/relationships/tags" Target="../tags/tag476.xml"/><Relationship Id="rId209" Type="http://schemas.openxmlformats.org/officeDocument/2006/relationships/tags" Target="../tags/tag663.xml"/><Relationship Id="rId208" Type="http://schemas.openxmlformats.org/officeDocument/2006/relationships/tags" Target="../tags/tag662.xml"/><Relationship Id="rId207" Type="http://schemas.openxmlformats.org/officeDocument/2006/relationships/tags" Target="../tags/tag661.xml"/><Relationship Id="rId206" Type="http://schemas.openxmlformats.org/officeDocument/2006/relationships/tags" Target="../tags/tag660.xml"/><Relationship Id="rId205" Type="http://schemas.openxmlformats.org/officeDocument/2006/relationships/tags" Target="../tags/tag659.xml"/><Relationship Id="rId204" Type="http://schemas.openxmlformats.org/officeDocument/2006/relationships/tags" Target="../tags/tag658.xml"/><Relationship Id="rId203" Type="http://schemas.openxmlformats.org/officeDocument/2006/relationships/tags" Target="../tags/tag657.xml"/><Relationship Id="rId202" Type="http://schemas.openxmlformats.org/officeDocument/2006/relationships/tags" Target="../tags/tag656.xml"/><Relationship Id="rId201" Type="http://schemas.openxmlformats.org/officeDocument/2006/relationships/tags" Target="../tags/tag655.xml"/><Relationship Id="rId200" Type="http://schemas.openxmlformats.org/officeDocument/2006/relationships/tags" Target="../tags/tag654.xml"/><Relationship Id="rId20" Type="http://schemas.openxmlformats.org/officeDocument/2006/relationships/tags" Target="../tags/tag475.xml"/><Relationship Id="rId2" Type="http://schemas.openxmlformats.org/officeDocument/2006/relationships/tags" Target="../tags/tag458.xml"/><Relationship Id="rId199" Type="http://schemas.openxmlformats.org/officeDocument/2006/relationships/tags" Target="../tags/tag653.xml"/><Relationship Id="rId198" Type="http://schemas.openxmlformats.org/officeDocument/2006/relationships/tags" Target="../tags/tag652.xml"/><Relationship Id="rId197" Type="http://schemas.openxmlformats.org/officeDocument/2006/relationships/tags" Target="../tags/tag651.xml"/><Relationship Id="rId196" Type="http://schemas.openxmlformats.org/officeDocument/2006/relationships/tags" Target="../tags/tag650.xml"/><Relationship Id="rId195" Type="http://schemas.openxmlformats.org/officeDocument/2006/relationships/tags" Target="../tags/tag649.xml"/><Relationship Id="rId194" Type="http://schemas.openxmlformats.org/officeDocument/2006/relationships/tags" Target="../tags/tag648.xml"/><Relationship Id="rId193" Type="http://schemas.openxmlformats.org/officeDocument/2006/relationships/tags" Target="../tags/tag647.xml"/><Relationship Id="rId192" Type="http://schemas.openxmlformats.org/officeDocument/2006/relationships/tags" Target="../tags/tag646.xml"/><Relationship Id="rId191" Type="http://schemas.openxmlformats.org/officeDocument/2006/relationships/tags" Target="../tags/tag645.xml"/><Relationship Id="rId190" Type="http://schemas.openxmlformats.org/officeDocument/2006/relationships/tags" Target="../tags/tag644.xml"/><Relationship Id="rId19" Type="http://schemas.openxmlformats.org/officeDocument/2006/relationships/tags" Target="../tags/tag474.xml"/><Relationship Id="rId189" Type="http://schemas.openxmlformats.org/officeDocument/2006/relationships/tags" Target="../tags/tag643.xml"/><Relationship Id="rId188" Type="http://schemas.openxmlformats.org/officeDocument/2006/relationships/tags" Target="../tags/tag642.xml"/><Relationship Id="rId187" Type="http://schemas.openxmlformats.org/officeDocument/2006/relationships/tags" Target="../tags/tag641.xml"/><Relationship Id="rId186" Type="http://schemas.openxmlformats.org/officeDocument/2006/relationships/tags" Target="../tags/tag640.xml"/><Relationship Id="rId185" Type="http://schemas.openxmlformats.org/officeDocument/2006/relationships/tags" Target="../tags/tag639.xml"/><Relationship Id="rId184" Type="http://schemas.openxmlformats.org/officeDocument/2006/relationships/tags" Target="../tags/tag638.xml"/><Relationship Id="rId183" Type="http://schemas.openxmlformats.org/officeDocument/2006/relationships/tags" Target="../tags/tag637.xml"/><Relationship Id="rId182" Type="http://schemas.openxmlformats.org/officeDocument/2006/relationships/tags" Target="../tags/tag636.xml"/><Relationship Id="rId181" Type="http://schemas.openxmlformats.org/officeDocument/2006/relationships/tags" Target="../tags/tag635.xml"/><Relationship Id="rId180" Type="http://schemas.openxmlformats.org/officeDocument/2006/relationships/tags" Target="../tags/tag634.xml"/><Relationship Id="rId18" Type="http://schemas.openxmlformats.org/officeDocument/2006/relationships/tags" Target="../tags/tag473.xml"/><Relationship Id="rId179" Type="http://schemas.openxmlformats.org/officeDocument/2006/relationships/tags" Target="../tags/tag633.xml"/><Relationship Id="rId178" Type="http://schemas.openxmlformats.org/officeDocument/2006/relationships/tags" Target="../tags/tag632.xml"/><Relationship Id="rId177" Type="http://schemas.openxmlformats.org/officeDocument/2006/relationships/tags" Target="../tags/tag631.xml"/><Relationship Id="rId176" Type="http://schemas.openxmlformats.org/officeDocument/2006/relationships/tags" Target="../tags/tag630.xml"/><Relationship Id="rId175" Type="http://schemas.openxmlformats.org/officeDocument/2006/relationships/tags" Target="../tags/tag629.xml"/><Relationship Id="rId174" Type="http://schemas.openxmlformats.org/officeDocument/2006/relationships/tags" Target="../tags/tag628.xml"/><Relationship Id="rId173" Type="http://schemas.openxmlformats.org/officeDocument/2006/relationships/tags" Target="../tags/tag627.xml"/><Relationship Id="rId172" Type="http://schemas.openxmlformats.org/officeDocument/2006/relationships/tags" Target="../tags/tag626.xml"/><Relationship Id="rId171" Type="http://schemas.openxmlformats.org/officeDocument/2006/relationships/tags" Target="../tags/tag625.xml"/><Relationship Id="rId170" Type="http://schemas.openxmlformats.org/officeDocument/2006/relationships/tags" Target="../tags/tag624.xml"/><Relationship Id="rId17" Type="http://schemas.openxmlformats.org/officeDocument/2006/relationships/tags" Target="../tags/tag472.xml"/><Relationship Id="rId169" Type="http://schemas.openxmlformats.org/officeDocument/2006/relationships/tags" Target="../tags/tag623.xml"/><Relationship Id="rId168" Type="http://schemas.openxmlformats.org/officeDocument/2006/relationships/tags" Target="../tags/tag622.xml"/><Relationship Id="rId167" Type="http://schemas.openxmlformats.org/officeDocument/2006/relationships/tags" Target="../tags/tag621.xml"/><Relationship Id="rId166" Type="http://schemas.openxmlformats.org/officeDocument/2006/relationships/tags" Target="../tags/tag620.xml"/><Relationship Id="rId165" Type="http://schemas.openxmlformats.org/officeDocument/2006/relationships/tags" Target="../tags/tag619.xml"/><Relationship Id="rId164" Type="http://schemas.openxmlformats.org/officeDocument/2006/relationships/tags" Target="../tags/tag618.xml"/><Relationship Id="rId163" Type="http://schemas.openxmlformats.org/officeDocument/2006/relationships/tags" Target="../tags/tag617.xml"/><Relationship Id="rId162" Type="http://schemas.openxmlformats.org/officeDocument/2006/relationships/tags" Target="../tags/tag616.xml"/><Relationship Id="rId161" Type="http://schemas.openxmlformats.org/officeDocument/2006/relationships/tags" Target="../tags/tag615.xml"/><Relationship Id="rId160" Type="http://schemas.openxmlformats.org/officeDocument/2006/relationships/tags" Target="../tags/tag614.xml"/><Relationship Id="rId16" Type="http://schemas.openxmlformats.org/officeDocument/2006/relationships/tags" Target="../tags/tag471.xml"/><Relationship Id="rId159" Type="http://schemas.openxmlformats.org/officeDocument/2006/relationships/tags" Target="../tags/tag613.xml"/><Relationship Id="rId158" Type="http://schemas.openxmlformats.org/officeDocument/2006/relationships/tags" Target="../tags/tag612.xml"/><Relationship Id="rId157" Type="http://schemas.openxmlformats.org/officeDocument/2006/relationships/tags" Target="../tags/tag611.xml"/><Relationship Id="rId156" Type="http://schemas.openxmlformats.org/officeDocument/2006/relationships/tags" Target="../tags/tag610.xml"/><Relationship Id="rId155" Type="http://schemas.openxmlformats.org/officeDocument/2006/relationships/tags" Target="../tags/tag609.xml"/><Relationship Id="rId154" Type="http://schemas.openxmlformats.org/officeDocument/2006/relationships/tags" Target="../tags/tag608.xml"/><Relationship Id="rId153" Type="http://schemas.openxmlformats.org/officeDocument/2006/relationships/tags" Target="../tags/tag607.xml"/><Relationship Id="rId152" Type="http://schemas.openxmlformats.org/officeDocument/2006/relationships/tags" Target="../tags/tag606.xml"/><Relationship Id="rId151" Type="http://schemas.openxmlformats.org/officeDocument/2006/relationships/tags" Target="../tags/tag605.xml"/><Relationship Id="rId150" Type="http://schemas.openxmlformats.org/officeDocument/2006/relationships/tags" Target="../tags/tag604.xml"/><Relationship Id="rId15" Type="http://schemas.openxmlformats.org/officeDocument/2006/relationships/tags" Target="../tags/tag470.xml"/><Relationship Id="rId149" Type="http://schemas.openxmlformats.org/officeDocument/2006/relationships/tags" Target="../tags/tag603.xml"/><Relationship Id="rId148" Type="http://schemas.openxmlformats.org/officeDocument/2006/relationships/tags" Target="../tags/tag602.xml"/><Relationship Id="rId147" Type="http://schemas.openxmlformats.org/officeDocument/2006/relationships/tags" Target="../tags/tag601.xml"/><Relationship Id="rId146" Type="http://schemas.openxmlformats.org/officeDocument/2006/relationships/tags" Target="../tags/tag600.xml"/><Relationship Id="rId145" Type="http://schemas.openxmlformats.org/officeDocument/2006/relationships/tags" Target="../tags/tag599.xml"/><Relationship Id="rId144" Type="http://schemas.openxmlformats.org/officeDocument/2006/relationships/tags" Target="../tags/tag598.xml"/><Relationship Id="rId143" Type="http://schemas.openxmlformats.org/officeDocument/2006/relationships/tags" Target="../tags/tag597.xml"/><Relationship Id="rId142" Type="http://schemas.openxmlformats.org/officeDocument/2006/relationships/tags" Target="../tags/tag596.xml"/><Relationship Id="rId141" Type="http://schemas.openxmlformats.org/officeDocument/2006/relationships/tags" Target="../tags/tag595.xml"/><Relationship Id="rId140" Type="http://schemas.openxmlformats.org/officeDocument/2006/relationships/tags" Target="../tags/tag594.xml"/><Relationship Id="rId14" Type="http://schemas.openxmlformats.org/officeDocument/2006/relationships/tags" Target="../tags/tag469.xml"/><Relationship Id="rId139" Type="http://schemas.openxmlformats.org/officeDocument/2006/relationships/tags" Target="../tags/tag593.xml"/><Relationship Id="rId138" Type="http://schemas.openxmlformats.org/officeDocument/2006/relationships/tags" Target="../tags/tag592.xml"/><Relationship Id="rId137" Type="http://schemas.openxmlformats.org/officeDocument/2006/relationships/tags" Target="../tags/tag591.xml"/><Relationship Id="rId136" Type="http://schemas.openxmlformats.org/officeDocument/2006/relationships/tags" Target="../tags/tag590.xml"/><Relationship Id="rId135" Type="http://schemas.openxmlformats.org/officeDocument/2006/relationships/tags" Target="../tags/tag589.xml"/><Relationship Id="rId134" Type="http://schemas.openxmlformats.org/officeDocument/2006/relationships/tags" Target="../tags/tag588.xml"/><Relationship Id="rId133" Type="http://schemas.openxmlformats.org/officeDocument/2006/relationships/tags" Target="../tags/tag587.xml"/><Relationship Id="rId132" Type="http://schemas.openxmlformats.org/officeDocument/2006/relationships/tags" Target="../tags/tag586.xml"/><Relationship Id="rId131" Type="http://schemas.openxmlformats.org/officeDocument/2006/relationships/tags" Target="../tags/tag585.xml"/><Relationship Id="rId130" Type="http://schemas.openxmlformats.org/officeDocument/2006/relationships/tags" Target="../tags/tag584.xml"/><Relationship Id="rId13" Type="http://schemas.openxmlformats.org/officeDocument/2006/relationships/tags" Target="../tags/tag468.xml"/><Relationship Id="rId129" Type="http://schemas.openxmlformats.org/officeDocument/2006/relationships/tags" Target="../tags/tag583.xml"/><Relationship Id="rId128" Type="http://schemas.openxmlformats.org/officeDocument/2006/relationships/tags" Target="../tags/tag582.xml"/><Relationship Id="rId127" Type="http://schemas.openxmlformats.org/officeDocument/2006/relationships/tags" Target="../tags/tag581.xml"/><Relationship Id="rId126" Type="http://schemas.openxmlformats.org/officeDocument/2006/relationships/tags" Target="../tags/tag580.xml"/><Relationship Id="rId125" Type="http://schemas.openxmlformats.org/officeDocument/2006/relationships/tags" Target="../tags/tag579.xml"/><Relationship Id="rId124" Type="http://schemas.openxmlformats.org/officeDocument/2006/relationships/tags" Target="../tags/tag578.xml"/><Relationship Id="rId123" Type="http://schemas.openxmlformats.org/officeDocument/2006/relationships/tags" Target="../tags/tag577.xml"/><Relationship Id="rId122" Type="http://schemas.openxmlformats.org/officeDocument/2006/relationships/tags" Target="../tags/tag576.xml"/><Relationship Id="rId121" Type="http://schemas.openxmlformats.org/officeDocument/2006/relationships/tags" Target="../tags/tag575.xml"/><Relationship Id="rId120" Type="http://schemas.openxmlformats.org/officeDocument/2006/relationships/tags" Target="../tags/tag574.xml"/><Relationship Id="rId12" Type="http://schemas.openxmlformats.org/officeDocument/2006/relationships/tags" Target="../tags/tag467.xml"/><Relationship Id="rId119" Type="http://schemas.openxmlformats.org/officeDocument/2006/relationships/tags" Target="../tags/tag573.xml"/><Relationship Id="rId118" Type="http://schemas.openxmlformats.org/officeDocument/2006/relationships/tags" Target="../tags/tag572.xml"/><Relationship Id="rId117" Type="http://schemas.openxmlformats.org/officeDocument/2006/relationships/tags" Target="../tags/tag571.xml"/><Relationship Id="rId116" Type="http://schemas.openxmlformats.org/officeDocument/2006/relationships/tags" Target="../tags/tag570.xml"/><Relationship Id="rId115" Type="http://schemas.openxmlformats.org/officeDocument/2006/relationships/tags" Target="../tags/tag569.xml"/><Relationship Id="rId114" Type="http://schemas.openxmlformats.org/officeDocument/2006/relationships/tags" Target="../tags/tag568.xml"/><Relationship Id="rId113" Type="http://schemas.openxmlformats.org/officeDocument/2006/relationships/tags" Target="../tags/tag567.xml"/><Relationship Id="rId112" Type="http://schemas.openxmlformats.org/officeDocument/2006/relationships/tags" Target="../tags/tag566.xml"/><Relationship Id="rId111" Type="http://schemas.openxmlformats.org/officeDocument/2006/relationships/tags" Target="../tags/tag565.xml"/><Relationship Id="rId110" Type="http://schemas.openxmlformats.org/officeDocument/2006/relationships/tags" Target="../tags/tag564.xml"/><Relationship Id="rId11" Type="http://schemas.openxmlformats.org/officeDocument/2006/relationships/tags" Target="../tags/tag466.xml"/><Relationship Id="rId109" Type="http://schemas.openxmlformats.org/officeDocument/2006/relationships/image" Target="../media/image6.png"/><Relationship Id="rId108" Type="http://schemas.openxmlformats.org/officeDocument/2006/relationships/tags" Target="../tags/tag563.xml"/><Relationship Id="rId107" Type="http://schemas.openxmlformats.org/officeDocument/2006/relationships/tags" Target="../tags/tag562.xml"/><Relationship Id="rId106" Type="http://schemas.openxmlformats.org/officeDocument/2006/relationships/tags" Target="../tags/tag561.xml"/><Relationship Id="rId105" Type="http://schemas.openxmlformats.org/officeDocument/2006/relationships/tags" Target="../tags/tag560.xml"/><Relationship Id="rId104" Type="http://schemas.openxmlformats.org/officeDocument/2006/relationships/tags" Target="../tags/tag559.xml"/><Relationship Id="rId103" Type="http://schemas.openxmlformats.org/officeDocument/2006/relationships/tags" Target="../tags/tag558.xml"/><Relationship Id="rId102" Type="http://schemas.openxmlformats.org/officeDocument/2006/relationships/tags" Target="../tags/tag557.xml"/><Relationship Id="rId101" Type="http://schemas.openxmlformats.org/officeDocument/2006/relationships/tags" Target="../tags/tag556.xml"/><Relationship Id="rId100" Type="http://schemas.openxmlformats.org/officeDocument/2006/relationships/tags" Target="../tags/tag555.xml"/><Relationship Id="rId10" Type="http://schemas.openxmlformats.org/officeDocument/2006/relationships/tags" Target="../tags/tag465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2" Type="http://schemas.openxmlformats.org/officeDocument/2006/relationships/tags" Target="../tags/tag838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8.png"/><Relationship Id="rId8" Type="http://schemas.openxmlformats.org/officeDocument/2006/relationships/image" Target="../media/image17.png"/><Relationship Id="rId7" Type="http://schemas.openxmlformats.org/officeDocument/2006/relationships/image" Target="../media/image16.png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5" Type="http://schemas.openxmlformats.org/officeDocument/2006/relationships/slideLayout" Target="../slideLayouts/slideLayout21.xml"/><Relationship Id="rId14" Type="http://schemas.openxmlformats.org/officeDocument/2006/relationships/tags" Target="../tags/tag840.xml"/><Relationship Id="rId13" Type="http://schemas.openxmlformats.org/officeDocument/2006/relationships/tags" Target="../tags/tag839.xml"/><Relationship Id="rId12" Type="http://schemas.openxmlformats.org/officeDocument/2006/relationships/image" Target="../media/image3.png"/><Relationship Id="rId11" Type="http://schemas.openxmlformats.org/officeDocument/2006/relationships/image" Target="../media/image20.png"/><Relationship Id="rId10" Type="http://schemas.openxmlformats.org/officeDocument/2006/relationships/image" Target="../media/image19.png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1.xml"/><Relationship Id="rId5" Type="http://schemas.openxmlformats.org/officeDocument/2006/relationships/tags" Target="../tags/tag843.xml"/><Relationship Id="rId4" Type="http://schemas.openxmlformats.org/officeDocument/2006/relationships/image" Target="../media/image21.png"/><Relationship Id="rId3" Type="http://schemas.openxmlformats.org/officeDocument/2006/relationships/tags" Target="../tags/tag842.xml"/><Relationship Id="rId2" Type="http://schemas.openxmlformats.org/officeDocument/2006/relationships/tags" Target="../tags/tag841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tags" Target="../tags/tag846.xml"/><Relationship Id="rId7" Type="http://schemas.openxmlformats.org/officeDocument/2006/relationships/tags" Target="../tags/tag845.xml"/><Relationship Id="rId6" Type="http://schemas.openxmlformats.org/officeDocument/2006/relationships/tags" Target="../tags/tag844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854.xml"/><Relationship Id="rId8" Type="http://schemas.openxmlformats.org/officeDocument/2006/relationships/tags" Target="../tags/tag853.xml"/><Relationship Id="rId7" Type="http://schemas.openxmlformats.org/officeDocument/2006/relationships/tags" Target="../tags/tag852.xml"/><Relationship Id="rId6" Type="http://schemas.openxmlformats.org/officeDocument/2006/relationships/tags" Target="../tags/tag851.xml"/><Relationship Id="rId5" Type="http://schemas.openxmlformats.org/officeDocument/2006/relationships/tags" Target="../tags/tag850.xml"/><Relationship Id="rId40" Type="http://schemas.openxmlformats.org/officeDocument/2006/relationships/slideLayout" Target="../slideLayouts/slideLayout21.xml"/><Relationship Id="rId4" Type="http://schemas.openxmlformats.org/officeDocument/2006/relationships/tags" Target="../tags/tag849.xml"/><Relationship Id="rId39" Type="http://schemas.openxmlformats.org/officeDocument/2006/relationships/tags" Target="../tags/tag884.xml"/><Relationship Id="rId38" Type="http://schemas.openxmlformats.org/officeDocument/2006/relationships/tags" Target="../tags/tag883.xml"/><Relationship Id="rId37" Type="http://schemas.openxmlformats.org/officeDocument/2006/relationships/tags" Target="../tags/tag882.xml"/><Relationship Id="rId36" Type="http://schemas.openxmlformats.org/officeDocument/2006/relationships/tags" Target="../tags/tag881.xml"/><Relationship Id="rId35" Type="http://schemas.openxmlformats.org/officeDocument/2006/relationships/tags" Target="../tags/tag880.xml"/><Relationship Id="rId34" Type="http://schemas.openxmlformats.org/officeDocument/2006/relationships/tags" Target="../tags/tag879.xml"/><Relationship Id="rId33" Type="http://schemas.openxmlformats.org/officeDocument/2006/relationships/tags" Target="../tags/tag878.xml"/><Relationship Id="rId32" Type="http://schemas.openxmlformats.org/officeDocument/2006/relationships/tags" Target="../tags/tag877.xml"/><Relationship Id="rId31" Type="http://schemas.openxmlformats.org/officeDocument/2006/relationships/tags" Target="../tags/tag876.xml"/><Relationship Id="rId30" Type="http://schemas.openxmlformats.org/officeDocument/2006/relationships/tags" Target="../tags/tag875.xml"/><Relationship Id="rId3" Type="http://schemas.openxmlformats.org/officeDocument/2006/relationships/tags" Target="../tags/tag848.xml"/><Relationship Id="rId29" Type="http://schemas.openxmlformats.org/officeDocument/2006/relationships/tags" Target="../tags/tag874.xml"/><Relationship Id="rId28" Type="http://schemas.openxmlformats.org/officeDocument/2006/relationships/tags" Target="../tags/tag873.xml"/><Relationship Id="rId27" Type="http://schemas.openxmlformats.org/officeDocument/2006/relationships/tags" Target="../tags/tag872.xml"/><Relationship Id="rId26" Type="http://schemas.openxmlformats.org/officeDocument/2006/relationships/tags" Target="../tags/tag871.xml"/><Relationship Id="rId25" Type="http://schemas.openxmlformats.org/officeDocument/2006/relationships/tags" Target="../tags/tag870.xml"/><Relationship Id="rId24" Type="http://schemas.openxmlformats.org/officeDocument/2006/relationships/tags" Target="../tags/tag869.xml"/><Relationship Id="rId23" Type="http://schemas.openxmlformats.org/officeDocument/2006/relationships/tags" Target="../tags/tag868.xml"/><Relationship Id="rId22" Type="http://schemas.openxmlformats.org/officeDocument/2006/relationships/tags" Target="../tags/tag867.xml"/><Relationship Id="rId21" Type="http://schemas.openxmlformats.org/officeDocument/2006/relationships/tags" Target="../tags/tag866.xml"/><Relationship Id="rId20" Type="http://schemas.openxmlformats.org/officeDocument/2006/relationships/tags" Target="../tags/tag865.xml"/><Relationship Id="rId2" Type="http://schemas.openxmlformats.org/officeDocument/2006/relationships/tags" Target="../tags/tag847.xml"/><Relationship Id="rId19" Type="http://schemas.openxmlformats.org/officeDocument/2006/relationships/tags" Target="../tags/tag864.xml"/><Relationship Id="rId18" Type="http://schemas.openxmlformats.org/officeDocument/2006/relationships/tags" Target="../tags/tag863.xml"/><Relationship Id="rId17" Type="http://schemas.openxmlformats.org/officeDocument/2006/relationships/tags" Target="../tags/tag862.xml"/><Relationship Id="rId16" Type="http://schemas.openxmlformats.org/officeDocument/2006/relationships/tags" Target="../tags/tag861.xml"/><Relationship Id="rId15" Type="http://schemas.openxmlformats.org/officeDocument/2006/relationships/tags" Target="../tags/tag860.xml"/><Relationship Id="rId14" Type="http://schemas.openxmlformats.org/officeDocument/2006/relationships/tags" Target="../tags/tag859.xml"/><Relationship Id="rId13" Type="http://schemas.openxmlformats.org/officeDocument/2006/relationships/tags" Target="../tags/tag858.xml"/><Relationship Id="rId12" Type="http://schemas.openxmlformats.org/officeDocument/2006/relationships/tags" Target="../tags/tag857.xml"/><Relationship Id="rId11" Type="http://schemas.openxmlformats.org/officeDocument/2006/relationships/tags" Target="../tags/tag856.xml"/><Relationship Id="rId10" Type="http://schemas.openxmlformats.org/officeDocument/2006/relationships/tags" Target="../tags/tag855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4.xml"/><Relationship Id="rId2" Type="http://schemas.openxmlformats.org/officeDocument/2006/relationships/image" Target="../media/image3.png"/><Relationship Id="rId1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3.xml"/><Relationship Id="rId8" Type="http://schemas.openxmlformats.org/officeDocument/2006/relationships/tags" Target="../tags/tag885.xml"/><Relationship Id="rId7" Type="http://schemas.openxmlformats.org/officeDocument/2006/relationships/image" Target="../media/image31.svg"/><Relationship Id="rId6" Type="http://schemas.openxmlformats.org/officeDocument/2006/relationships/image" Target="../media/image30.png"/><Relationship Id="rId5" Type="http://schemas.openxmlformats.org/officeDocument/2006/relationships/image" Target="../media/image29.svg"/><Relationship Id="rId4" Type="http://schemas.openxmlformats.org/officeDocument/2006/relationships/image" Target="../media/image28.png"/><Relationship Id="rId3" Type="http://schemas.openxmlformats.org/officeDocument/2006/relationships/image" Target="../media/image27.svg"/><Relationship Id="rId2" Type="http://schemas.openxmlformats.org/officeDocument/2006/relationships/image" Target="../media/image26.png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34.png"/><Relationship Id="rId8" Type="http://schemas.openxmlformats.org/officeDocument/2006/relationships/tags" Target="../tags/tag890.xml"/><Relationship Id="rId7" Type="http://schemas.openxmlformats.org/officeDocument/2006/relationships/tags" Target="../tags/tag889.xml"/><Relationship Id="rId6" Type="http://schemas.openxmlformats.org/officeDocument/2006/relationships/tags" Target="../tags/tag888.xml"/><Relationship Id="rId5" Type="http://schemas.openxmlformats.org/officeDocument/2006/relationships/image" Target="../media/image33.png"/><Relationship Id="rId4" Type="http://schemas.openxmlformats.org/officeDocument/2006/relationships/tags" Target="../tags/tag887.xml"/><Relationship Id="rId3" Type="http://schemas.openxmlformats.org/officeDocument/2006/relationships/image" Target="../media/image32.png"/><Relationship Id="rId2" Type="http://schemas.openxmlformats.org/officeDocument/2006/relationships/tags" Target="../tags/tag886.xml"/><Relationship Id="rId11" Type="http://schemas.openxmlformats.org/officeDocument/2006/relationships/slideLayout" Target="../slideLayouts/slideLayout34.xml"/><Relationship Id="rId10" Type="http://schemas.openxmlformats.org/officeDocument/2006/relationships/tags" Target="../tags/tag891.xml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4.xml"/><Relationship Id="rId2" Type="http://schemas.openxmlformats.org/officeDocument/2006/relationships/image" Target="../media/image3.png"/><Relationship Id="rId1" Type="http://schemas.openxmlformats.org/officeDocument/2006/relationships/image" Target="../media/image4.jpe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42.svg"/><Relationship Id="rId8" Type="http://schemas.openxmlformats.org/officeDocument/2006/relationships/image" Target="../media/image41.png"/><Relationship Id="rId7" Type="http://schemas.openxmlformats.org/officeDocument/2006/relationships/image" Target="../media/image40.svg"/><Relationship Id="rId6" Type="http://schemas.openxmlformats.org/officeDocument/2006/relationships/image" Target="../media/image39.png"/><Relationship Id="rId5" Type="http://schemas.openxmlformats.org/officeDocument/2006/relationships/image" Target="../media/image38.svg"/><Relationship Id="rId4" Type="http://schemas.openxmlformats.org/officeDocument/2006/relationships/image" Target="../media/image37.png"/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7" Type="http://schemas.openxmlformats.org/officeDocument/2006/relationships/slideLayout" Target="../slideLayouts/slideLayout34.xml"/><Relationship Id="rId16" Type="http://schemas.openxmlformats.org/officeDocument/2006/relationships/image" Target="../media/image46.jpeg"/><Relationship Id="rId15" Type="http://schemas.openxmlformats.org/officeDocument/2006/relationships/tags" Target="../tags/tag894.xml"/><Relationship Id="rId14" Type="http://schemas.openxmlformats.org/officeDocument/2006/relationships/image" Target="../media/image45.jpeg"/><Relationship Id="rId13" Type="http://schemas.openxmlformats.org/officeDocument/2006/relationships/tags" Target="../tags/tag893.xml"/><Relationship Id="rId12" Type="http://schemas.openxmlformats.org/officeDocument/2006/relationships/image" Target="../media/image44.jpeg"/><Relationship Id="rId11" Type="http://schemas.openxmlformats.org/officeDocument/2006/relationships/tags" Target="../tags/tag892.xml"/><Relationship Id="rId10" Type="http://schemas.openxmlformats.org/officeDocument/2006/relationships/image" Target="../media/image43.png"/><Relationship Id="rId1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54.svg"/><Relationship Id="rId8" Type="http://schemas.openxmlformats.org/officeDocument/2006/relationships/image" Target="../media/image53.svg"/><Relationship Id="rId7" Type="http://schemas.openxmlformats.org/officeDocument/2006/relationships/image" Target="../media/image52.svg"/><Relationship Id="rId6" Type="http://schemas.openxmlformats.org/officeDocument/2006/relationships/image" Target="../media/image51.svg"/><Relationship Id="rId5" Type="http://schemas.openxmlformats.org/officeDocument/2006/relationships/image" Target="../media/image50.svg"/><Relationship Id="rId40" Type="http://schemas.openxmlformats.org/officeDocument/2006/relationships/slideLayout" Target="../slideLayouts/slideLayout33.xml"/><Relationship Id="rId4" Type="http://schemas.openxmlformats.org/officeDocument/2006/relationships/image" Target="../media/image49.svg"/><Relationship Id="rId39" Type="http://schemas.openxmlformats.org/officeDocument/2006/relationships/tags" Target="../tags/tag911.xml"/><Relationship Id="rId38" Type="http://schemas.openxmlformats.org/officeDocument/2006/relationships/image" Target="../media/image67.svg"/><Relationship Id="rId37" Type="http://schemas.openxmlformats.org/officeDocument/2006/relationships/image" Target="../media/image66.png"/><Relationship Id="rId36" Type="http://schemas.openxmlformats.org/officeDocument/2006/relationships/tags" Target="../tags/tag910.xml"/><Relationship Id="rId35" Type="http://schemas.openxmlformats.org/officeDocument/2006/relationships/image" Target="../media/image65.svg"/><Relationship Id="rId34" Type="http://schemas.openxmlformats.org/officeDocument/2006/relationships/image" Target="../media/image64.png"/><Relationship Id="rId33" Type="http://schemas.openxmlformats.org/officeDocument/2006/relationships/tags" Target="../tags/tag909.xml"/><Relationship Id="rId32" Type="http://schemas.openxmlformats.org/officeDocument/2006/relationships/tags" Target="../tags/tag908.xml"/><Relationship Id="rId31" Type="http://schemas.openxmlformats.org/officeDocument/2006/relationships/tags" Target="../tags/tag907.xml"/><Relationship Id="rId30" Type="http://schemas.openxmlformats.org/officeDocument/2006/relationships/tags" Target="../tags/tag906.xml"/><Relationship Id="rId3" Type="http://schemas.openxmlformats.org/officeDocument/2006/relationships/image" Target="../media/image48.svg"/><Relationship Id="rId29" Type="http://schemas.openxmlformats.org/officeDocument/2006/relationships/tags" Target="../tags/tag905.xml"/><Relationship Id="rId28" Type="http://schemas.openxmlformats.org/officeDocument/2006/relationships/tags" Target="../tags/tag904.xml"/><Relationship Id="rId27" Type="http://schemas.openxmlformats.org/officeDocument/2006/relationships/tags" Target="../tags/tag903.xml"/><Relationship Id="rId26" Type="http://schemas.openxmlformats.org/officeDocument/2006/relationships/tags" Target="../tags/tag902.xml"/><Relationship Id="rId25" Type="http://schemas.openxmlformats.org/officeDocument/2006/relationships/tags" Target="../tags/tag901.xml"/><Relationship Id="rId24" Type="http://schemas.openxmlformats.org/officeDocument/2006/relationships/image" Target="../media/image63.svg"/><Relationship Id="rId23" Type="http://schemas.openxmlformats.org/officeDocument/2006/relationships/tags" Target="../tags/tag900.xml"/><Relationship Id="rId22" Type="http://schemas.openxmlformats.org/officeDocument/2006/relationships/image" Target="../media/image62.svg"/><Relationship Id="rId21" Type="http://schemas.openxmlformats.org/officeDocument/2006/relationships/tags" Target="../tags/tag899.xml"/><Relationship Id="rId20" Type="http://schemas.openxmlformats.org/officeDocument/2006/relationships/image" Target="../media/image61.svg"/><Relationship Id="rId2" Type="http://schemas.openxmlformats.org/officeDocument/2006/relationships/image" Target="../media/image47.png"/><Relationship Id="rId19" Type="http://schemas.openxmlformats.org/officeDocument/2006/relationships/tags" Target="../tags/tag898.xml"/><Relationship Id="rId18" Type="http://schemas.openxmlformats.org/officeDocument/2006/relationships/image" Target="../media/image60.svg"/><Relationship Id="rId17" Type="http://schemas.openxmlformats.org/officeDocument/2006/relationships/tags" Target="../tags/tag897.xml"/><Relationship Id="rId16" Type="http://schemas.openxmlformats.org/officeDocument/2006/relationships/image" Target="../media/image59.svg"/><Relationship Id="rId15" Type="http://schemas.openxmlformats.org/officeDocument/2006/relationships/image" Target="../media/image58.png"/><Relationship Id="rId14" Type="http://schemas.openxmlformats.org/officeDocument/2006/relationships/tags" Target="../tags/tag896.xml"/><Relationship Id="rId13" Type="http://schemas.openxmlformats.org/officeDocument/2006/relationships/image" Target="../media/image57.svg"/><Relationship Id="rId12" Type="http://schemas.openxmlformats.org/officeDocument/2006/relationships/image" Target="../media/image56.png"/><Relationship Id="rId11" Type="http://schemas.openxmlformats.org/officeDocument/2006/relationships/tags" Target="../tags/tag895.xml"/><Relationship Id="rId10" Type="http://schemas.openxmlformats.org/officeDocument/2006/relationships/image" Target="../media/image55.svg"/><Relationship Id="rId1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3.xml"/><Relationship Id="rId3" Type="http://schemas.openxmlformats.org/officeDocument/2006/relationships/tags" Target="../tags/tag913.xml"/><Relationship Id="rId2" Type="http://schemas.openxmlformats.org/officeDocument/2006/relationships/tags" Target="../tags/tag912.xml"/><Relationship Id="rId1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75.svg"/><Relationship Id="rId8" Type="http://schemas.openxmlformats.org/officeDocument/2006/relationships/image" Target="../media/image74.png"/><Relationship Id="rId7" Type="http://schemas.openxmlformats.org/officeDocument/2006/relationships/image" Target="../media/image73.svg"/><Relationship Id="rId6" Type="http://schemas.openxmlformats.org/officeDocument/2006/relationships/image" Target="../media/image72.png"/><Relationship Id="rId5" Type="http://schemas.openxmlformats.org/officeDocument/2006/relationships/image" Target="../media/image71.svg"/><Relationship Id="rId4" Type="http://schemas.openxmlformats.org/officeDocument/2006/relationships/image" Target="../media/image70.png"/><Relationship Id="rId3" Type="http://schemas.openxmlformats.org/officeDocument/2006/relationships/image" Target="../media/image69.svg"/><Relationship Id="rId24" Type="http://schemas.openxmlformats.org/officeDocument/2006/relationships/slideLayout" Target="../slideLayouts/slideLayout33.xml"/><Relationship Id="rId23" Type="http://schemas.openxmlformats.org/officeDocument/2006/relationships/tags" Target="../tags/tag917.xml"/><Relationship Id="rId22" Type="http://schemas.openxmlformats.org/officeDocument/2006/relationships/image" Target="../media/image85.svg"/><Relationship Id="rId21" Type="http://schemas.openxmlformats.org/officeDocument/2006/relationships/image" Target="../media/image84.png"/><Relationship Id="rId20" Type="http://schemas.openxmlformats.org/officeDocument/2006/relationships/tags" Target="../tags/tag916.xml"/><Relationship Id="rId2" Type="http://schemas.openxmlformats.org/officeDocument/2006/relationships/image" Target="../media/image68.png"/><Relationship Id="rId19" Type="http://schemas.openxmlformats.org/officeDocument/2006/relationships/image" Target="../media/image83.svg"/><Relationship Id="rId18" Type="http://schemas.openxmlformats.org/officeDocument/2006/relationships/image" Target="../media/image82.png"/><Relationship Id="rId17" Type="http://schemas.openxmlformats.org/officeDocument/2006/relationships/tags" Target="../tags/tag915.xml"/><Relationship Id="rId16" Type="http://schemas.openxmlformats.org/officeDocument/2006/relationships/image" Target="../media/image81.svg"/><Relationship Id="rId15" Type="http://schemas.openxmlformats.org/officeDocument/2006/relationships/image" Target="../media/image80.png"/><Relationship Id="rId14" Type="http://schemas.openxmlformats.org/officeDocument/2006/relationships/tags" Target="../tags/tag914.xml"/><Relationship Id="rId13" Type="http://schemas.openxmlformats.org/officeDocument/2006/relationships/image" Target="../media/image79.svg"/><Relationship Id="rId12" Type="http://schemas.openxmlformats.org/officeDocument/2006/relationships/image" Target="../media/image78.png"/><Relationship Id="rId11" Type="http://schemas.openxmlformats.org/officeDocument/2006/relationships/image" Target="../media/image77.svg"/><Relationship Id="rId10" Type="http://schemas.openxmlformats.org/officeDocument/2006/relationships/image" Target="../media/image76.png"/><Relationship Id="rId1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4.xml"/><Relationship Id="rId2" Type="http://schemas.openxmlformats.org/officeDocument/2006/relationships/image" Target="../media/image3.png"/><Relationship Id="rId1" Type="http://schemas.openxmlformats.org/officeDocument/2006/relationships/image" Target="../media/image4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3.xml"/><Relationship Id="rId2" Type="http://schemas.openxmlformats.org/officeDocument/2006/relationships/tags" Target="../tags/tag918.xml"/><Relationship Id="rId1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3.xml"/><Relationship Id="rId2" Type="http://schemas.openxmlformats.org/officeDocument/2006/relationships/tags" Target="../tags/tag919.xml"/><Relationship Id="rId1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4.xml"/><Relationship Id="rId2" Type="http://schemas.openxmlformats.org/officeDocument/2006/relationships/image" Target="../media/image3.png"/><Relationship Id="rId1" Type="http://schemas.openxmlformats.org/officeDocument/2006/relationships/image" Target="../media/image4.jpe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2.xml"/><Relationship Id="rId3" Type="http://schemas.openxmlformats.org/officeDocument/2006/relationships/image" Target="../media/image3.png"/><Relationship Id="rId2" Type="http://schemas.openxmlformats.org/officeDocument/2006/relationships/image" Target="../media/image87.png"/><Relationship Id="rId1" Type="http://schemas.openxmlformats.org/officeDocument/2006/relationships/image" Target="../media/image86.png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image" Target="../media/image91.png"/><Relationship Id="rId8" Type="http://schemas.openxmlformats.org/officeDocument/2006/relationships/tags" Target="../tags/tag924.xml"/><Relationship Id="rId7" Type="http://schemas.openxmlformats.org/officeDocument/2006/relationships/tags" Target="../tags/tag923.xml"/><Relationship Id="rId6" Type="http://schemas.openxmlformats.org/officeDocument/2006/relationships/image" Target="../media/image90.png"/><Relationship Id="rId5" Type="http://schemas.openxmlformats.org/officeDocument/2006/relationships/tags" Target="../tags/tag922.xml"/><Relationship Id="rId40" Type="http://schemas.openxmlformats.org/officeDocument/2006/relationships/slideLayout" Target="../slideLayouts/slideLayout43.xml"/><Relationship Id="rId4" Type="http://schemas.openxmlformats.org/officeDocument/2006/relationships/image" Target="../media/image89.png"/><Relationship Id="rId39" Type="http://schemas.openxmlformats.org/officeDocument/2006/relationships/image" Target="../media/image3.png"/><Relationship Id="rId38" Type="http://schemas.openxmlformats.org/officeDocument/2006/relationships/image" Target="../media/image95.png"/><Relationship Id="rId37" Type="http://schemas.openxmlformats.org/officeDocument/2006/relationships/tags" Target="../tags/tag949.xml"/><Relationship Id="rId36" Type="http://schemas.openxmlformats.org/officeDocument/2006/relationships/tags" Target="../tags/tag948.xml"/><Relationship Id="rId35" Type="http://schemas.openxmlformats.org/officeDocument/2006/relationships/tags" Target="../tags/tag947.xml"/><Relationship Id="rId34" Type="http://schemas.openxmlformats.org/officeDocument/2006/relationships/tags" Target="../tags/tag946.xml"/><Relationship Id="rId33" Type="http://schemas.openxmlformats.org/officeDocument/2006/relationships/tags" Target="../tags/tag945.xml"/><Relationship Id="rId32" Type="http://schemas.openxmlformats.org/officeDocument/2006/relationships/tags" Target="../tags/tag944.xml"/><Relationship Id="rId31" Type="http://schemas.openxmlformats.org/officeDocument/2006/relationships/tags" Target="../tags/tag943.xml"/><Relationship Id="rId30" Type="http://schemas.openxmlformats.org/officeDocument/2006/relationships/tags" Target="../tags/tag942.xml"/><Relationship Id="rId3" Type="http://schemas.openxmlformats.org/officeDocument/2006/relationships/tags" Target="../tags/tag921.xml"/><Relationship Id="rId29" Type="http://schemas.openxmlformats.org/officeDocument/2006/relationships/tags" Target="../tags/tag941.xml"/><Relationship Id="rId28" Type="http://schemas.openxmlformats.org/officeDocument/2006/relationships/tags" Target="../tags/tag940.xml"/><Relationship Id="rId27" Type="http://schemas.openxmlformats.org/officeDocument/2006/relationships/tags" Target="../tags/tag939.xml"/><Relationship Id="rId26" Type="http://schemas.openxmlformats.org/officeDocument/2006/relationships/tags" Target="../tags/tag938.xml"/><Relationship Id="rId25" Type="http://schemas.openxmlformats.org/officeDocument/2006/relationships/tags" Target="../tags/tag937.xml"/><Relationship Id="rId24" Type="http://schemas.openxmlformats.org/officeDocument/2006/relationships/tags" Target="../tags/tag936.xml"/><Relationship Id="rId23" Type="http://schemas.openxmlformats.org/officeDocument/2006/relationships/tags" Target="../tags/tag935.xml"/><Relationship Id="rId22" Type="http://schemas.openxmlformats.org/officeDocument/2006/relationships/tags" Target="../tags/tag934.xml"/><Relationship Id="rId21" Type="http://schemas.openxmlformats.org/officeDocument/2006/relationships/tags" Target="../tags/tag933.xml"/><Relationship Id="rId20" Type="http://schemas.openxmlformats.org/officeDocument/2006/relationships/tags" Target="../tags/tag932.xml"/><Relationship Id="rId2" Type="http://schemas.openxmlformats.org/officeDocument/2006/relationships/tags" Target="../tags/tag920.xml"/><Relationship Id="rId19" Type="http://schemas.openxmlformats.org/officeDocument/2006/relationships/tags" Target="../tags/tag931.xml"/><Relationship Id="rId18" Type="http://schemas.openxmlformats.org/officeDocument/2006/relationships/tags" Target="../tags/tag930.xml"/><Relationship Id="rId17" Type="http://schemas.openxmlformats.org/officeDocument/2006/relationships/tags" Target="../tags/tag929.xml"/><Relationship Id="rId16" Type="http://schemas.openxmlformats.org/officeDocument/2006/relationships/image" Target="../media/image94.png"/><Relationship Id="rId15" Type="http://schemas.openxmlformats.org/officeDocument/2006/relationships/tags" Target="../tags/tag928.xml"/><Relationship Id="rId14" Type="http://schemas.openxmlformats.org/officeDocument/2006/relationships/image" Target="../media/image93.png"/><Relationship Id="rId13" Type="http://schemas.openxmlformats.org/officeDocument/2006/relationships/tags" Target="../tags/tag927.xml"/><Relationship Id="rId12" Type="http://schemas.openxmlformats.org/officeDocument/2006/relationships/tags" Target="../tags/tag926.xml"/><Relationship Id="rId11" Type="http://schemas.openxmlformats.org/officeDocument/2006/relationships/image" Target="../media/image92.png"/><Relationship Id="rId10" Type="http://schemas.openxmlformats.org/officeDocument/2006/relationships/tags" Target="../tags/tag925.xml"/><Relationship Id="rId1" Type="http://schemas.openxmlformats.org/officeDocument/2006/relationships/image" Target="../media/image88.png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tags" Target="../tags/tag955.xml"/><Relationship Id="rId8" Type="http://schemas.openxmlformats.org/officeDocument/2006/relationships/tags" Target="../tags/tag954.xml"/><Relationship Id="rId7" Type="http://schemas.openxmlformats.org/officeDocument/2006/relationships/tags" Target="../tags/tag953.xml"/><Relationship Id="rId6" Type="http://schemas.openxmlformats.org/officeDocument/2006/relationships/tags" Target="../tags/tag952.xml"/><Relationship Id="rId5" Type="http://schemas.openxmlformats.org/officeDocument/2006/relationships/tags" Target="../tags/tag951.xml"/><Relationship Id="rId4" Type="http://schemas.openxmlformats.org/officeDocument/2006/relationships/tags" Target="../tags/tag950.xml"/><Relationship Id="rId35" Type="http://schemas.openxmlformats.org/officeDocument/2006/relationships/slideLayout" Target="../slideLayouts/slideLayout42.xml"/><Relationship Id="rId34" Type="http://schemas.openxmlformats.org/officeDocument/2006/relationships/image" Target="../media/image3.png"/><Relationship Id="rId33" Type="http://schemas.openxmlformats.org/officeDocument/2006/relationships/tags" Target="../tags/tag979.xml"/><Relationship Id="rId32" Type="http://schemas.openxmlformats.org/officeDocument/2006/relationships/tags" Target="../tags/tag978.xml"/><Relationship Id="rId31" Type="http://schemas.openxmlformats.org/officeDocument/2006/relationships/tags" Target="../tags/tag977.xml"/><Relationship Id="rId30" Type="http://schemas.openxmlformats.org/officeDocument/2006/relationships/tags" Target="../tags/tag976.xml"/><Relationship Id="rId3" Type="http://schemas.openxmlformats.org/officeDocument/2006/relationships/image" Target="../media/image98.png"/><Relationship Id="rId29" Type="http://schemas.openxmlformats.org/officeDocument/2006/relationships/tags" Target="../tags/tag975.xml"/><Relationship Id="rId28" Type="http://schemas.openxmlformats.org/officeDocument/2006/relationships/tags" Target="../tags/tag974.xml"/><Relationship Id="rId27" Type="http://schemas.openxmlformats.org/officeDocument/2006/relationships/tags" Target="../tags/tag973.xml"/><Relationship Id="rId26" Type="http://schemas.openxmlformats.org/officeDocument/2006/relationships/tags" Target="../tags/tag972.xml"/><Relationship Id="rId25" Type="http://schemas.openxmlformats.org/officeDocument/2006/relationships/tags" Target="../tags/tag971.xml"/><Relationship Id="rId24" Type="http://schemas.openxmlformats.org/officeDocument/2006/relationships/tags" Target="../tags/tag970.xml"/><Relationship Id="rId23" Type="http://schemas.openxmlformats.org/officeDocument/2006/relationships/tags" Target="../tags/tag969.xml"/><Relationship Id="rId22" Type="http://schemas.openxmlformats.org/officeDocument/2006/relationships/tags" Target="../tags/tag968.xml"/><Relationship Id="rId21" Type="http://schemas.openxmlformats.org/officeDocument/2006/relationships/tags" Target="../tags/tag967.xml"/><Relationship Id="rId20" Type="http://schemas.openxmlformats.org/officeDocument/2006/relationships/tags" Target="../tags/tag966.xml"/><Relationship Id="rId2" Type="http://schemas.openxmlformats.org/officeDocument/2006/relationships/image" Target="../media/image97.png"/><Relationship Id="rId19" Type="http://schemas.openxmlformats.org/officeDocument/2006/relationships/tags" Target="../tags/tag965.xml"/><Relationship Id="rId18" Type="http://schemas.openxmlformats.org/officeDocument/2006/relationships/tags" Target="../tags/tag964.xml"/><Relationship Id="rId17" Type="http://schemas.openxmlformats.org/officeDocument/2006/relationships/tags" Target="../tags/tag963.xml"/><Relationship Id="rId16" Type="http://schemas.openxmlformats.org/officeDocument/2006/relationships/tags" Target="../tags/tag962.xml"/><Relationship Id="rId15" Type="http://schemas.openxmlformats.org/officeDocument/2006/relationships/tags" Target="../tags/tag961.xml"/><Relationship Id="rId14" Type="http://schemas.openxmlformats.org/officeDocument/2006/relationships/tags" Target="../tags/tag960.xml"/><Relationship Id="rId13" Type="http://schemas.openxmlformats.org/officeDocument/2006/relationships/tags" Target="../tags/tag959.xml"/><Relationship Id="rId12" Type="http://schemas.openxmlformats.org/officeDocument/2006/relationships/tags" Target="../tags/tag958.xml"/><Relationship Id="rId11" Type="http://schemas.openxmlformats.org/officeDocument/2006/relationships/tags" Target="../tags/tag957.xml"/><Relationship Id="rId10" Type="http://schemas.openxmlformats.org/officeDocument/2006/relationships/tags" Target="../tags/tag956.xml"/><Relationship Id="rId1" Type="http://schemas.openxmlformats.org/officeDocument/2006/relationships/image" Target="../media/image96.png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tags" Target="../tags/tag988.xml"/><Relationship Id="rId8" Type="http://schemas.openxmlformats.org/officeDocument/2006/relationships/tags" Target="../tags/tag987.xml"/><Relationship Id="rId7" Type="http://schemas.openxmlformats.org/officeDocument/2006/relationships/tags" Target="../tags/tag986.xml"/><Relationship Id="rId6" Type="http://schemas.openxmlformats.org/officeDocument/2006/relationships/tags" Target="../tags/tag985.xml"/><Relationship Id="rId57" Type="http://schemas.openxmlformats.org/officeDocument/2006/relationships/slideLayout" Target="../slideLayouts/slideLayout34.xml"/><Relationship Id="rId56" Type="http://schemas.openxmlformats.org/officeDocument/2006/relationships/image" Target="../media/image3.png"/><Relationship Id="rId55" Type="http://schemas.openxmlformats.org/officeDocument/2006/relationships/tags" Target="../tags/tag1027.xml"/><Relationship Id="rId54" Type="http://schemas.openxmlformats.org/officeDocument/2006/relationships/tags" Target="../tags/tag1026.xml"/><Relationship Id="rId53" Type="http://schemas.openxmlformats.org/officeDocument/2006/relationships/tags" Target="../tags/tag1025.xml"/><Relationship Id="rId52" Type="http://schemas.openxmlformats.org/officeDocument/2006/relationships/tags" Target="../tags/tag1024.xml"/><Relationship Id="rId51" Type="http://schemas.openxmlformats.org/officeDocument/2006/relationships/image" Target="../media/image102.png"/><Relationship Id="rId50" Type="http://schemas.openxmlformats.org/officeDocument/2006/relationships/tags" Target="../tags/tag1023.xml"/><Relationship Id="rId5" Type="http://schemas.openxmlformats.org/officeDocument/2006/relationships/tags" Target="../tags/tag984.xml"/><Relationship Id="rId49" Type="http://schemas.openxmlformats.org/officeDocument/2006/relationships/tags" Target="../tags/tag1022.xml"/><Relationship Id="rId48" Type="http://schemas.openxmlformats.org/officeDocument/2006/relationships/image" Target="../media/image16.png"/><Relationship Id="rId47" Type="http://schemas.openxmlformats.org/officeDocument/2006/relationships/tags" Target="../tags/tag1021.xml"/><Relationship Id="rId46" Type="http://schemas.openxmlformats.org/officeDocument/2006/relationships/tags" Target="../tags/tag1020.xml"/><Relationship Id="rId45" Type="http://schemas.openxmlformats.org/officeDocument/2006/relationships/image" Target="../media/image12.png"/><Relationship Id="rId44" Type="http://schemas.openxmlformats.org/officeDocument/2006/relationships/tags" Target="../tags/tag1019.xml"/><Relationship Id="rId43" Type="http://schemas.openxmlformats.org/officeDocument/2006/relationships/tags" Target="../tags/tag1018.xml"/><Relationship Id="rId42" Type="http://schemas.openxmlformats.org/officeDocument/2006/relationships/tags" Target="../tags/tag1017.xml"/><Relationship Id="rId41" Type="http://schemas.openxmlformats.org/officeDocument/2006/relationships/tags" Target="../tags/tag1016.xml"/><Relationship Id="rId40" Type="http://schemas.openxmlformats.org/officeDocument/2006/relationships/tags" Target="../tags/tag1015.xml"/><Relationship Id="rId4" Type="http://schemas.openxmlformats.org/officeDocument/2006/relationships/tags" Target="../tags/tag983.xml"/><Relationship Id="rId39" Type="http://schemas.openxmlformats.org/officeDocument/2006/relationships/image" Target="../media/image13.png"/><Relationship Id="rId38" Type="http://schemas.openxmlformats.org/officeDocument/2006/relationships/tags" Target="../tags/tag1014.xml"/><Relationship Id="rId37" Type="http://schemas.openxmlformats.org/officeDocument/2006/relationships/tags" Target="../tags/tag1013.xml"/><Relationship Id="rId36" Type="http://schemas.openxmlformats.org/officeDocument/2006/relationships/tags" Target="../tags/tag1012.xml"/><Relationship Id="rId35" Type="http://schemas.openxmlformats.org/officeDocument/2006/relationships/image" Target="../media/image101.jpeg"/><Relationship Id="rId34" Type="http://schemas.openxmlformats.org/officeDocument/2006/relationships/tags" Target="../tags/tag1011.xml"/><Relationship Id="rId33" Type="http://schemas.openxmlformats.org/officeDocument/2006/relationships/tags" Target="../tags/tag1010.xml"/><Relationship Id="rId32" Type="http://schemas.openxmlformats.org/officeDocument/2006/relationships/tags" Target="../tags/tag1009.xml"/><Relationship Id="rId31" Type="http://schemas.openxmlformats.org/officeDocument/2006/relationships/tags" Target="../tags/tag1008.xml"/><Relationship Id="rId30" Type="http://schemas.openxmlformats.org/officeDocument/2006/relationships/tags" Target="../tags/tag1007.xml"/><Relationship Id="rId3" Type="http://schemas.openxmlformats.org/officeDocument/2006/relationships/tags" Target="../tags/tag982.xml"/><Relationship Id="rId29" Type="http://schemas.openxmlformats.org/officeDocument/2006/relationships/tags" Target="../tags/tag1006.xml"/><Relationship Id="rId28" Type="http://schemas.openxmlformats.org/officeDocument/2006/relationships/tags" Target="../tags/tag1005.xml"/><Relationship Id="rId27" Type="http://schemas.openxmlformats.org/officeDocument/2006/relationships/tags" Target="../tags/tag1004.xml"/><Relationship Id="rId26" Type="http://schemas.openxmlformats.org/officeDocument/2006/relationships/tags" Target="../tags/tag1003.xml"/><Relationship Id="rId25" Type="http://schemas.openxmlformats.org/officeDocument/2006/relationships/tags" Target="../tags/tag1002.xml"/><Relationship Id="rId24" Type="http://schemas.openxmlformats.org/officeDocument/2006/relationships/tags" Target="../tags/tag1001.xml"/><Relationship Id="rId23" Type="http://schemas.openxmlformats.org/officeDocument/2006/relationships/tags" Target="../tags/tag1000.xml"/><Relationship Id="rId22" Type="http://schemas.openxmlformats.org/officeDocument/2006/relationships/tags" Target="../tags/tag999.xml"/><Relationship Id="rId21" Type="http://schemas.openxmlformats.org/officeDocument/2006/relationships/tags" Target="../tags/tag998.xml"/><Relationship Id="rId20" Type="http://schemas.openxmlformats.org/officeDocument/2006/relationships/image" Target="../media/image100.svg"/><Relationship Id="rId2" Type="http://schemas.openxmlformats.org/officeDocument/2006/relationships/tags" Target="../tags/tag981.xml"/><Relationship Id="rId19" Type="http://schemas.openxmlformats.org/officeDocument/2006/relationships/image" Target="../media/image99.png"/><Relationship Id="rId18" Type="http://schemas.openxmlformats.org/officeDocument/2006/relationships/tags" Target="../tags/tag997.xml"/><Relationship Id="rId17" Type="http://schemas.openxmlformats.org/officeDocument/2006/relationships/tags" Target="../tags/tag996.xml"/><Relationship Id="rId16" Type="http://schemas.openxmlformats.org/officeDocument/2006/relationships/tags" Target="../tags/tag995.xml"/><Relationship Id="rId15" Type="http://schemas.openxmlformats.org/officeDocument/2006/relationships/tags" Target="../tags/tag994.xml"/><Relationship Id="rId14" Type="http://schemas.openxmlformats.org/officeDocument/2006/relationships/tags" Target="../tags/tag993.xml"/><Relationship Id="rId13" Type="http://schemas.openxmlformats.org/officeDocument/2006/relationships/tags" Target="../tags/tag992.xml"/><Relationship Id="rId12" Type="http://schemas.openxmlformats.org/officeDocument/2006/relationships/tags" Target="../tags/tag991.xml"/><Relationship Id="rId11" Type="http://schemas.openxmlformats.org/officeDocument/2006/relationships/tags" Target="../tags/tag990.xml"/><Relationship Id="rId10" Type="http://schemas.openxmlformats.org/officeDocument/2006/relationships/tags" Target="../tags/tag989.xml"/><Relationship Id="rId1" Type="http://schemas.openxmlformats.org/officeDocument/2006/relationships/tags" Target="../tags/tag98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4.xml"/><Relationship Id="rId2" Type="http://schemas.openxmlformats.org/officeDocument/2006/relationships/image" Target="../media/image3.png"/><Relationship Id="rId1" Type="http://schemas.openxmlformats.org/officeDocument/2006/relationships/image" Target="../media/image4.jpeg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tags" Target="../tags/tag1034.xml"/><Relationship Id="rId8" Type="http://schemas.openxmlformats.org/officeDocument/2006/relationships/tags" Target="../tags/tag1033.xml"/><Relationship Id="rId7" Type="http://schemas.openxmlformats.org/officeDocument/2006/relationships/tags" Target="../tags/tag1032.xml"/><Relationship Id="rId6" Type="http://schemas.openxmlformats.org/officeDocument/2006/relationships/tags" Target="../tags/tag1031.xml"/><Relationship Id="rId5" Type="http://schemas.openxmlformats.org/officeDocument/2006/relationships/image" Target="../media/image104.svg"/><Relationship Id="rId4" Type="http://schemas.openxmlformats.org/officeDocument/2006/relationships/image" Target="../media/image103.png"/><Relationship Id="rId3" Type="http://schemas.openxmlformats.org/officeDocument/2006/relationships/tags" Target="../tags/tag1030.xml"/><Relationship Id="rId29" Type="http://schemas.openxmlformats.org/officeDocument/2006/relationships/slideLayout" Target="../slideLayouts/slideLayout34.xml"/><Relationship Id="rId28" Type="http://schemas.openxmlformats.org/officeDocument/2006/relationships/image" Target="../media/image3.png"/><Relationship Id="rId27" Type="http://schemas.openxmlformats.org/officeDocument/2006/relationships/tags" Target="../tags/tag1048.xml"/><Relationship Id="rId26" Type="http://schemas.openxmlformats.org/officeDocument/2006/relationships/tags" Target="../tags/tag1047.xml"/><Relationship Id="rId25" Type="http://schemas.openxmlformats.org/officeDocument/2006/relationships/tags" Target="../tags/tag1046.xml"/><Relationship Id="rId24" Type="http://schemas.openxmlformats.org/officeDocument/2006/relationships/tags" Target="../tags/tag1045.xml"/><Relationship Id="rId23" Type="http://schemas.openxmlformats.org/officeDocument/2006/relationships/image" Target="../media/image108.svg"/><Relationship Id="rId22" Type="http://schemas.openxmlformats.org/officeDocument/2006/relationships/image" Target="../media/image107.png"/><Relationship Id="rId21" Type="http://schemas.openxmlformats.org/officeDocument/2006/relationships/tags" Target="../tags/tag1044.xml"/><Relationship Id="rId20" Type="http://schemas.openxmlformats.org/officeDocument/2006/relationships/tags" Target="../tags/tag1043.xml"/><Relationship Id="rId2" Type="http://schemas.openxmlformats.org/officeDocument/2006/relationships/tags" Target="../tags/tag1029.xml"/><Relationship Id="rId19" Type="http://schemas.openxmlformats.org/officeDocument/2006/relationships/tags" Target="../tags/tag1042.xml"/><Relationship Id="rId18" Type="http://schemas.openxmlformats.org/officeDocument/2006/relationships/tags" Target="../tags/tag1041.xml"/><Relationship Id="rId17" Type="http://schemas.openxmlformats.org/officeDocument/2006/relationships/tags" Target="../tags/tag1040.xml"/><Relationship Id="rId16" Type="http://schemas.openxmlformats.org/officeDocument/2006/relationships/tags" Target="../tags/tag1039.xml"/><Relationship Id="rId15" Type="http://schemas.openxmlformats.org/officeDocument/2006/relationships/tags" Target="../tags/tag1038.xml"/><Relationship Id="rId14" Type="http://schemas.openxmlformats.org/officeDocument/2006/relationships/image" Target="../media/image106.svg"/><Relationship Id="rId13" Type="http://schemas.openxmlformats.org/officeDocument/2006/relationships/image" Target="../media/image105.png"/><Relationship Id="rId12" Type="http://schemas.openxmlformats.org/officeDocument/2006/relationships/tags" Target="../tags/tag1037.xml"/><Relationship Id="rId11" Type="http://schemas.openxmlformats.org/officeDocument/2006/relationships/tags" Target="../tags/tag1036.xml"/><Relationship Id="rId10" Type="http://schemas.openxmlformats.org/officeDocument/2006/relationships/tags" Target="../tags/tag1035.xml"/><Relationship Id="rId1" Type="http://schemas.openxmlformats.org/officeDocument/2006/relationships/tags" Target="../tags/tag102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4.xml"/><Relationship Id="rId2" Type="http://schemas.openxmlformats.org/officeDocument/2006/relationships/image" Target="../media/image3.png"/><Relationship Id="rId1" Type="http://schemas.openxmlformats.org/officeDocument/2006/relationships/image" Target="../media/image4.jpeg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4.svg"/><Relationship Id="rId8" Type="http://schemas.openxmlformats.org/officeDocument/2006/relationships/image" Target="../media/image113.png"/><Relationship Id="rId7" Type="http://schemas.openxmlformats.org/officeDocument/2006/relationships/tags" Target="../tags/tag1051.xml"/><Relationship Id="rId6" Type="http://schemas.openxmlformats.org/officeDocument/2006/relationships/image" Target="../media/image112.svg"/><Relationship Id="rId5" Type="http://schemas.openxmlformats.org/officeDocument/2006/relationships/image" Target="../media/image111.png"/><Relationship Id="rId4" Type="http://schemas.openxmlformats.org/officeDocument/2006/relationships/tags" Target="../tags/tag1050.xml"/><Relationship Id="rId3" Type="http://schemas.openxmlformats.org/officeDocument/2006/relationships/image" Target="../media/image110.svg"/><Relationship Id="rId26" Type="http://schemas.openxmlformats.org/officeDocument/2006/relationships/slideLayout" Target="../slideLayouts/slideLayout34.xml"/><Relationship Id="rId25" Type="http://schemas.openxmlformats.org/officeDocument/2006/relationships/image" Target="../media/image120.svg"/><Relationship Id="rId24" Type="http://schemas.openxmlformats.org/officeDocument/2006/relationships/image" Target="../media/image119.png"/><Relationship Id="rId23" Type="http://schemas.openxmlformats.org/officeDocument/2006/relationships/image" Target="../media/image118.svg"/><Relationship Id="rId22" Type="http://schemas.openxmlformats.org/officeDocument/2006/relationships/image" Target="../media/image117.png"/><Relationship Id="rId21" Type="http://schemas.openxmlformats.org/officeDocument/2006/relationships/tags" Target="../tags/tag1060.xml"/><Relationship Id="rId20" Type="http://schemas.openxmlformats.org/officeDocument/2006/relationships/tags" Target="../tags/tag1059.xml"/><Relationship Id="rId2" Type="http://schemas.openxmlformats.org/officeDocument/2006/relationships/image" Target="../media/image109.png"/><Relationship Id="rId19" Type="http://schemas.openxmlformats.org/officeDocument/2006/relationships/tags" Target="../tags/tag1058.xml"/><Relationship Id="rId18" Type="http://schemas.openxmlformats.org/officeDocument/2006/relationships/tags" Target="../tags/tag1057.xml"/><Relationship Id="rId17" Type="http://schemas.openxmlformats.org/officeDocument/2006/relationships/tags" Target="../tags/tag1056.xml"/><Relationship Id="rId16" Type="http://schemas.openxmlformats.org/officeDocument/2006/relationships/tags" Target="../tags/tag1055.xml"/><Relationship Id="rId15" Type="http://schemas.openxmlformats.org/officeDocument/2006/relationships/tags" Target="../tags/tag1054.xml"/><Relationship Id="rId14" Type="http://schemas.openxmlformats.org/officeDocument/2006/relationships/tags" Target="../tags/tag1053.xml"/><Relationship Id="rId13" Type="http://schemas.openxmlformats.org/officeDocument/2006/relationships/image" Target="../media/image3.png"/><Relationship Id="rId12" Type="http://schemas.openxmlformats.org/officeDocument/2006/relationships/image" Target="../media/image116.svg"/><Relationship Id="rId11" Type="http://schemas.openxmlformats.org/officeDocument/2006/relationships/image" Target="../media/image115.png"/><Relationship Id="rId10" Type="http://schemas.openxmlformats.org/officeDocument/2006/relationships/tags" Target="../tags/tag1052.xml"/><Relationship Id="rId1" Type="http://schemas.openxmlformats.org/officeDocument/2006/relationships/tags" Target="../tags/tag1049.xml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tags" Target="../tags/tag1061.xml"/><Relationship Id="rId8" Type="http://schemas.openxmlformats.org/officeDocument/2006/relationships/image" Target="../media/image124.svg"/><Relationship Id="rId7" Type="http://schemas.openxmlformats.org/officeDocument/2006/relationships/image" Target="../media/image123.png"/><Relationship Id="rId6" Type="http://schemas.openxmlformats.org/officeDocument/2006/relationships/image" Target="../media/image122.svg"/><Relationship Id="rId5" Type="http://schemas.openxmlformats.org/officeDocument/2006/relationships/image" Target="../media/image121.png"/><Relationship Id="rId4" Type="http://schemas.openxmlformats.org/officeDocument/2006/relationships/image" Target="../media/image120.svg"/><Relationship Id="rId34" Type="http://schemas.openxmlformats.org/officeDocument/2006/relationships/slideLayout" Target="../slideLayouts/slideLayout34.xml"/><Relationship Id="rId33" Type="http://schemas.openxmlformats.org/officeDocument/2006/relationships/image" Target="../media/image3.png"/><Relationship Id="rId32" Type="http://schemas.openxmlformats.org/officeDocument/2006/relationships/tags" Target="../tags/tag1076.xml"/><Relationship Id="rId31" Type="http://schemas.openxmlformats.org/officeDocument/2006/relationships/tags" Target="../tags/tag1075.xml"/><Relationship Id="rId30" Type="http://schemas.openxmlformats.org/officeDocument/2006/relationships/image" Target="../media/image132.svg"/><Relationship Id="rId3" Type="http://schemas.openxmlformats.org/officeDocument/2006/relationships/image" Target="../media/image119.png"/><Relationship Id="rId29" Type="http://schemas.openxmlformats.org/officeDocument/2006/relationships/image" Target="../media/image131.png"/><Relationship Id="rId28" Type="http://schemas.openxmlformats.org/officeDocument/2006/relationships/tags" Target="../tags/tag1074.xml"/><Relationship Id="rId27" Type="http://schemas.openxmlformats.org/officeDocument/2006/relationships/tags" Target="../tags/tag1073.xml"/><Relationship Id="rId26" Type="http://schemas.openxmlformats.org/officeDocument/2006/relationships/tags" Target="../tags/tag1072.xml"/><Relationship Id="rId25" Type="http://schemas.openxmlformats.org/officeDocument/2006/relationships/tags" Target="../tags/tag1071.xml"/><Relationship Id="rId24" Type="http://schemas.openxmlformats.org/officeDocument/2006/relationships/image" Target="../media/image130.svg"/><Relationship Id="rId23" Type="http://schemas.openxmlformats.org/officeDocument/2006/relationships/image" Target="../media/image129.png"/><Relationship Id="rId22" Type="http://schemas.openxmlformats.org/officeDocument/2006/relationships/tags" Target="../tags/tag1070.xml"/><Relationship Id="rId21" Type="http://schemas.openxmlformats.org/officeDocument/2006/relationships/tags" Target="../tags/tag1069.xml"/><Relationship Id="rId20" Type="http://schemas.openxmlformats.org/officeDocument/2006/relationships/tags" Target="../tags/tag1068.xml"/><Relationship Id="rId2" Type="http://schemas.openxmlformats.org/officeDocument/2006/relationships/image" Target="../media/image118.svg"/><Relationship Id="rId19" Type="http://schemas.openxmlformats.org/officeDocument/2006/relationships/tags" Target="../tags/tag1067.xml"/><Relationship Id="rId18" Type="http://schemas.openxmlformats.org/officeDocument/2006/relationships/image" Target="../media/image128.svg"/><Relationship Id="rId17" Type="http://schemas.openxmlformats.org/officeDocument/2006/relationships/image" Target="../media/image127.png"/><Relationship Id="rId16" Type="http://schemas.openxmlformats.org/officeDocument/2006/relationships/tags" Target="../tags/tag1066.xml"/><Relationship Id="rId15" Type="http://schemas.openxmlformats.org/officeDocument/2006/relationships/tags" Target="../tags/tag1065.xml"/><Relationship Id="rId14" Type="http://schemas.openxmlformats.org/officeDocument/2006/relationships/tags" Target="../tags/tag1064.xml"/><Relationship Id="rId13" Type="http://schemas.openxmlformats.org/officeDocument/2006/relationships/tags" Target="../tags/tag1063.xml"/><Relationship Id="rId12" Type="http://schemas.openxmlformats.org/officeDocument/2006/relationships/tags" Target="../tags/tag1062.xml"/><Relationship Id="rId11" Type="http://schemas.openxmlformats.org/officeDocument/2006/relationships/image" Target="../media/image126.svg"/><Relationship Id="rId10" Type="http://schemas.openxmlformats.org/officeDocument/2006/relationships/image" Target="../media/image125.png"/><Relationship Id="rId1" Type="http://schemas.openxmlformats.org/officeDocument/2006/relationships/image" Target="../media/image117.png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4.xml"/><Relationship Id="rId3" Type="http://schemas.openxmlformats.org/officeDocument/2006/relationships/image" Target="../media/image3.png"/><Relationship Id="rId2" Type="http://schemas.microsoft.com/office/2007/relationships/hdphoto" Target="../media/image2.wdp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alphaModFix amt="85000"/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406" t="16797" r="840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</p:pic>
      <p:sp>
        <p:nvSpPr>
          <p:cNvPr id="24" name="矩形 23"/>
          <p:cNvSpPr/>
          <p:nvPr/>
        </p:nvSpPr>
        <p:spPr>
          <a:xfrm>
            <a:off x="1802447" y="1785213"/>
            <a:ext cx="8543925" cy="1198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7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尚益科技 </a:t>
            </a:r>
            <a:r>
              <a:rPr lang="en-US" altLang="zh-CN" sz="2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·W</a:t>
            </a:r>
            <a:r>
              <a:rPr lang="en-US" altLang="en-US" sz="2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À</a:t>
            </a:r>
            <a:r>
              <a:rPr lang="zh-CN" altLang="en-US" sz="2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商机外贸获客系统</a:t>
            </a:r>
            <a:r>
              <a:rPr lang="en-US" altLang="zh-CN" sz="2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lang="en-US" altLang="zh-CN" sz="28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2252199" y="3575295"/>
            <a:ext cx="7643680" cy="681016"/>
            <a:chOff x="2254739" y="2372519"/>
            <a:chExt cx="7643680" cy="681016"/>
          </a:xfrm>
        </p:grpSpPr>
        <p:sp>
          <p:nvSpPr>
            <p:cNvPr id="26" name="任意多边形: 形状 88"/>
            <p:cNvSpPr/>
            <p:nvPr/>
          </p:nvSpPr>
          <p:spPr>
            <a:xfrm>
              <a:off x="3161443" y="2372519"/>
              <a:ext cx="5830271" cy="626603"/>
            </a:xfrm>
            <a:custGeom>
              <a:avLst/>
              <a:gdLst>
                <a:gd name="connsiteX0" fmla="*/ 170498 w 6477431"/>
                <a:gd name="connsiteY0" fmla="*/ 0 h 758190"/>
                <a:gd name="connsiteX1" fmla="*/ 516280 w 6477431"/>
                <a:gd name="connsiteY1" fmla="*/ 0 h 758190"/>
                <a:gd name="connsiteX2" fmla="*/ 1112520 w 6477431"/>
                <a:gd name="connsiteY2" fmla="*/ 0 h 758190"/>
                <a:gd name="connsiteX3" fmla="*/ 1759381 w 6477431"/>
                <a:gd name="connsiteY3" fmla="*/ 0 h 758190"/>
                <a:gd name="connsiteX4" fmla="*/ 2107908 w 6477431"/>
                <a:gd name="connsiteY4" fmla="*/ 0 h 758190"/>
                <a:gd name="connsiteX5" fmla="*/ 2355621 w 6477431"/>
                <a:gd name="connsiteY5" fmla="*/ 0 h 758190"/>
                <a:gd name="connsiteX6" fmla="*/ 2701403 w 6477431"/>
                <a:gd name="connsiteY6" fmla="*/ 0 h 758190"/>
                <a:gd name="connsiteX7" fmla="*/ 2704148 w 6477431"/>
                <a:gd name="connsiteY7" fmla="*/ 0 h 758190"/>
                <a:gd name="connsiteX8" fmla="*/ 3297643 w 6477431"/>
                <a:gd name="connsiteY8" fmla="*/ 0 h 758190"/>
                <a:gd name="connsiteX9" fmla="*/ 3773284 w 6477431"/>
                <a:gd name="connsiteY9" fmla="*/ 0 h 758190"/>
                <a:gd name="connsiteX10" fmla="*/ 4293031 w 6477431"/>
                <a:gd name="connsiteY10" fmla="*/ 0 h 758190"/>
                <a:gd name="connsiteX11" fmla="*/ 4369524 w 6477431"/>
                <a:gd name="connsiteY11" fmla="*/ 0 h 758190"/>
                <a:gd name="connsiteX12" fmla="*/ 4715306 w 6477431"/>
                <a:gd name="connsiteY12" fmla="*/ 0 h 758190"/>
                <a:gd name="connsiteX13" fmla="*/ 4889271 w 6477431"/>
                <a:gd name="connsiteY13" fmla="*/ 0 h 758190"/>
                <a:gd name="connsiteX14" fmla="*/ 5311546 w 6477431"/>
                <a:gd name="connsiteY14" fmla="*/ 0 h 758190"/>
                <a:gd name="connsiteX15" fmla="*/ 6306934 w 6477431"/>
                <a:gd name="connsiteY15" fmla="*/ 0 h 758190"/>
                <a:gd name="connsiteX16" fmla="*/ 6477431 w 6477431"/>
                <a:gd name="connsiteY16" fmla="*/ 508635 h 758190"/>
                <a:gd name="connsiteX17" fmla="*/ 6293599 w 6477431"/>
                <a:gd name="connsiteY17" fmla="*/ 758190 h 758190"/>
                <a:gd name="connsiteX18" fmla="*/ 5311546 w 6477431"/>
                <a:gd name="connsiteY18" fmla="*/ 758190 h 758190"/>
                <a:gd name="connsiteX19" fmla="*/ 4875936 w 6477431"/>
                <a:gd name="connsiteY19" fmla="*/ 758190 h 758190"/>
                <a:gd name="connsiteX20" fmla="*/ 4715306 w 6477431"/>
                <a:gd name="connsiteY20" fmla="*/ 758190 h 758190"/>
                <a:gd name="connsiteX21" fmla="*/ 4381906 w 6477431"/>
                <a:gd name="connsiteY21" fmla="*/ 758190 h 758190"/>
                <a:gd name="connsiteX22" fmla="*/ 4279696 w 6477431"/>
                <a:gd name="connsiteY22" fmla="*/ 758190 h 758190"/>
                <a:gd name="connsiteX23" fmla="*/ 3785666 w 6477431"/>
                <a:gd name="connsiteY23" fmla="*/ 758190 h 758190"/>
                <a:gd name="connsiteX24" fmla="*/ 3297643 w 6477431"/>
                <a:gd name="connsiteY24" fmla="*/ 758190 h 758190"/>
                <a:gd name="connsiteX25" fmla="*/ 2701403 w 6477431"/>
                <a:gd name="connsiteY25" fmla="*/ 758190 h 758190"/>
                <a:gd name="connsiteX26" fmla="*/ 2690813 w 6477431"/>
                <a:gd name="connsiteY26" fmla="*/ 758190 h 758190"/>
                <a:gd name="connsiteX27" fmla="*/ 2368003 w 6477431"/>
                <a:gd name="connsiteY27" fmla="*/ 758190 h 758190"/>
                <a:gd name="connsiteX28" fmla="*/ 2094573 w 6477431"/>
                <a:gd name="connsiteY28" fmla="*/ 758190 h 758190"/>
                <a:gd name="connsiteX29" fmla="*/ 1771763 w 6477431"/>
                <a:gd name="connsiteY29" fmla="*/ 758190 h 758190"/>
                <a:gd name="connsiteX30" fmla="*/ 1112520 w 6477431"/>
                <a:gd name="connsiteY30" fmla="*/ 758190 h 758190"/>
                <a:gd name="connsiteX31" fmla="*/ 516280 w 6477431"/>
                <a:gd name="connsiteY31" fmla="*/ 758190 h 758190"/>
                <a:gd name="connsiteX32" fmla="*/ 182880 w 6477431"/>
                <a:gd name="connsiteY32" fmla="*/ 758190 h 758190"/>
                <a:gd name="connsiteX33" fmla="*/ 0 w 6477431"/>
                <a:gd name="connsiteY33" fmla="*/ 508635 h 758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6477431" h="758190">
                  <a:moveTo>
                    <a:pt x="170498" y="0"/>
                  </a:moveTo>
                  <a:lnTo>
                    <a:pt x="516280" y="0"/>
                  </a:lnTo>
                  <a:lnTo>
                    <a:pt x="1112520" y="0"/>
                  </a:lnTo>
                  <a:lnTo>
                    <a:pt x="1759381" y="0"/>
                  </a:lnTo>
                  <a:lnTo>
                    <a:pt x="2107908" y="0"/>
                  </a:lnTo>
                  <a:lnTo>
                    <a:pt x="2355621" y="0"/>
                  </a:lnTo>
                  <a:lnTo>
                    <a:pt x="2701403" y="0"/>
                  </a:lnTo>
                  <a:lnTo>
                    <a:pt x="2704148" y="0"/>
                  </a:lnTo>
                  <a:lnTo>
                    <a:pt x="3297643" y="0"/>
                  </a:lnTo>
                  <a:lnTo>
                    <a:pt x="3773284" y="0"/>
                  </a:lnTo>
                  <a:lnTo>
                    <a:pt x="4293031" y="0"/>
                  </a:lnTo>
                  <a:lnTo>
                    <a:pt x="4369524" y="0"/>
                  </a:lnTo>
                  <a:lnTo>
                    <a:pt x="4715306" y="0"/>
                  </a:lnTo>
                  <a:lnTo>
                    <a:pt x="4889271" y="0"/>
                  </a:lnTo>
                  <a:lnTo>
                    <a:pt x="5311546" y="0"/>
                  </a:lnTo>
                  <a:lnTo>
                    <a:pt x="6306934" y="0"/>
                  </a:lnTo>
                  <a:lnTo>
                    <a:pt x="6477431" y="508635"/>
                  </a:lnTo>
                  <a:lnTo>
                    <a:pt x="6293599" y="758190"/>
                  </a:lnTo>
                  <a:lnTo>
                    <a:pt x="5311546" y="758190"/>
                  </a:lnTo>
                  <a:lnTo>
                    <a:pt x="4875936" y="758190"/>
                  </a:lnTo>
                  <a:lnTo>
                    <a:pt x="4715306" y="758190"/>
                  </a:lnTo>
                  <a:lnTo>
                    <a:pt x="4381906" y="758190"/>
                  </a:lnTo>
                  <a:lnTo>
                    <a:pt x="4279696" y="758190"/>
                  </a:lnTo>
                  <a:lnTo>
                    <a:pt x="3785666" y="758190"/>
                  </a:lnTo>
                  <a:lnTo>
                    <a:pt x="3297643" y="758190"/>
                  </a:lnTo>
                  <a:lnTo>
                    <a:pt x="2701403" y="758190"/>
                  </a:lnTo>
                  <a:lnTo>
                    <a:pt x="2690813" y="758190"/>
                  </a:lnTo>
                  <a:lnTo>
                    <a:pt x="2368003" y="758190"/>
                  </a:lnTo>
                  <a:lnTo>
                    <a:pt x="2094573" y="758190"/>
                  </a:lnTo>
                  <a:lnTo>
                    <a:pt x="1771763" y="758190"/>
                  </a:lnTo>
                  <a:lnTo>
                    <a:pt x="1112520" y="758190"/>
                  </a:lnTo>
                  <a:lnTo>
                    <a:pt x="516280" y="758190"/>
                  </a:lnTo>
                  <a:lnTo>
                    <a:pt x="182880" y="758190"/>
                  </a:lnTo>
                  <a:lnTo>
                    <a:pt x="0" y="508635"/>
                  </a:lnTo>
                  <a:close/>
                </a:path>
              </a:pathLst>
            </a:custGeom>
            <a:gradFill>
              <a:gsLst>
                <a:gs pos="16000">
                  <a:schemeClr val="bg1">
                    <a:alpha val="30000"/>
                  </a:schemeClr>
                </a:gs>
                <a:gs pos="100000">
                  <a:schemeClr val="bg1">
                    <a:alpha val="20000"/>
                  </a:schemeClr>
                </a:gs>
              </a:gsLst>
              <a:lin ang="4200000" scaled="0"/>
            </a:gra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3189090" y="2469614"/>
              <a:ext cx="5678310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精准获客，驱动全球业务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grpSp>
          <p:nvGrpSpPr>
            <p:cNvPr id="28" name="组合 27"/>
            <p:cNvGrpSpPr/>
            <p:nvPr/>
          </p:nvGrpSpPr>
          <p:grpSpPr>
            <a:xfrm>
              <a:off x="8472669" y="2393083"/>
              <a:ext cx="1425750" cy="660452"/>
              <a:chOff x="6914196" y="4986271"/>
              <a:chExt cx="1584008" cy="799147"/>
            </a:xfrm>
            <a:solidFill>
              <a:schemeClr val="bg1">
                <a:alpha val="60000"/>
              </a:schemeClr>
            </a:solidFill>
          </p:grpSpPr>
          <p:sp>
            <p:nvSpPr>
              <p:cNvPr id="29" name="任意多边形: 形状 99"/>
              <p:cNvSpPr/>
              <p:nvPr/>
            </p:nvSpPr>
            <p:spPr>
              <a:xfrm>
                <a:off x="7402829" y="4986271"/>
                <a:ext cx="220027" cy="431482"/>
              </a:xfrm>
              <a:custGeom>
                <a:avLst/>
                <a:gdLst>
                  <a:gd name="connsiteX0" fmla="*/ 144780 w 220027"/>
                  <a:gd name="connsiteY0" fmla="*/ 431483 h 431482"/>
                  <a:gd name="connsiteX1" fmla="*/ 220027 w 220027"/>
                  <a:gd name="connsiteY1" fmla="*/ 431483 h 431482"/>
                  <a:gd name="connsiteX2" fmla="*/ 75247 w 220027"/>
                  <a:gd name="connsiteY2" fmla="*/ 0 h 431482"/>
                  <a:gd name="connsiteX3" fmla="*/ 0 w 220027"/>
                  <a:gd name="connsiteY3" fmla="*/ 0 h 4314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20027" h="431482">
                    <a:moveTo>
                      <a:pt x="144780" y="431483"/>
                    </a:moveTo>
                    <a:lnTo>
                      <a:pt x="220027" y="431483"/>
                    </a:lnTo>
                    <a:lnTo>
                      <a:pt x="75247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30" name="任意多边形: 形状 100"/>
              <p:cNvSpPr/>
              <p:nvPr/>
            </p:nvSpPr>
            <p:spPr>
              <a:xfrm>
                <a:off x="7665719" y="5408229"/>
                <a:ext cx="541020" cy="9525"/>
              </a:xfrm>
              <a:custGeom>
                <a:avLst/>
                <a:gdLst>
                  <a:gd name="connsiteX0" fmla="*/ 0 w 541020"/>
                  <a:gd name="connsiteY0" fmla="*/ 0 h 9525"/>
                  <a:gd name="connsiteX1" fmla="*/ 541020 w 541020"/>
                  <a:gd name="connsiteY1" fmla="*/ 0 h 9525"/>
                  <a:gd name="connsiteX2" fmla="*/ 541020 w 541020"/>
                  <a:gd name="connsiteY2" fmla="*/ 9525 h 9525"/>
                  <a:gd name="connsiteX3" fmla="*/ 0 w 541020"/>
                  <a:gd name="connsiteY3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41020" h="9525">
                    <a:moveTo>
                      <a:pt x="0" y="0"/>
                    </a:moveTo>
                    <a:lnTo>
                      <a:pt x="541020" y="0"/>
                    </a:lnTo>
                    <a:lnTo>
                      <a:pt x="541020" y="9525"/>
                    </a:lnTo>
                    <a:lnTo>
                      <a:pt x="0" y="9525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31" name="任意多边形: 形状 101"/>
              <p:cNvSpPr/>
              <p:nvPr/>
            </p:nvSpPr>
            <p:spPr>
              <a:xfrm>
                <a:off x="8201977" y="5376796"/>
                <a:ext cx="68579" cy="72389"/>
              </a:xfrm>
              <a:custGeom>
                <a:avLst/>
                <a:gdLst>
                  <a:gd name="connsiteX0" fmla="*/ 0 w 68579"/>
                  <a:gd name="connsiteY0" fmla="*/ 36195 h 72389"/>
                  <a:gd name="connsiteX1" fmla="*/ 34290 w 68579"/>
                  <a:gd name="connsiteY1" fmla="*/ 0 h 72389"/>
                  <a:gd name="connsiteX2" fmla="*/ 68580 w 68579"/>
                  <a:gd name="connsiteY2" fmla="*/ 36195 h 72389"/>
                  <a:gd name="connsiteX3" fmla="*/ 34290 w 68579"/>
                  <a:gd name="connsiteY3" fmla="*/ 72390 h 72389"/>
                  <a:gd name="connsiteX4" fmla="*/ 0 w 68579"/>
                  <a:gd name="connsiteY4" fmla="*/ 36195 h 72389"/>
                  <a:gd name="connsiteX5" fmla="*/ 9525 w 68579"/>
                  <a:gd name="connsiteY5" fmla="*/ 36195 h 72389"/>
                  <a:gd name="connsiteX6" fmla="*/ 35242 w 68579"/>
                  <a:gd name="connsiteY6" fmla="*/ 62865 h 72389"/>
                  <a:gd name="connsiteX7" fmla="*/ 60960 w 68579"/>
                  <a:gd name="connsiteY7" fmla="*/ 36195 h 72389"/>
                  <a:gd name="connsiteX8" fmla="*/ 35242 w 68579"/>
                  <a:gd name="connsiteY8" fmla="*/ 9525 h 72389"/>
                  <a:gd name="connsiteX9" fmla="*/ 9525 w 68579"/>
                  <a:gd name="connsiteY9" fmla="*/ 36195 h 72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8579" h="72389">
                    <a:moveTo>
                      <a:pt x="0" y="36195"/>
                    </a:moveTo>
                    <a:cubicBezTo>
                      <a:pt x="0" y="16193"/>
                      <a:pt x="15240" y="0"/>
                      <a:pt x="34290" y="0"/>
                    </a:cubicBezTo>
                    <a:cubicBezTo>
                      <a:pt x="53340" y="0"/>
                      <a:pt x="68580" y="16193"/>
                      <a:pt x="68580" y="36195"/>
                    </a:cubicBezTo>
                    <a:cubicBezTo>
                      <a:pt x="68580" y="56198"/>
                      <a:pt x="53340" y="72390"/>
                      <a:pt x="34290" y="72390"/>
                    </a:cubicBezTo>
                    <a:cubicBezTo>
                      <a:pt x="15240" y="72390"/>
                      <a:pt x="0" y="56198"/>
                      <a:pt x="0" y="36195"/>
                    </a:cubicBezTo>
                    <a:close/>
                    <a:moveTo>
                      <a:pt x="9525" y="36195"/>
                    </a:moveTo>
                    <a:cubicBezTo>
                      <a:pt x="9525" y="51435"/>
                      <a:pt x="20955" y="62865"/>
                      <a:pt x="35242" y="62865"/>
                    </a:cubicBezTo>
                    <a:cubicBezTo>
                      <a:pt x="49530" y="62865"/>
                      <a:pt x="60960" y="50482"/>
                      <a:pt x="60960" y="36195"/>
                    </a:cubicBezTo>
                    <a:cubicBezTo>
                      <a:pt x="60960" y="20955"/>
                      <a:pt x="49530" y="9525"/>
                      <a:pt x="35242" y="9525"/>
                    </a:cubicBezTo>
                    <a:cubicBezTo>
                      <a:pt x="20955" y="9525"/>
                      <a:pt x="9525" y="20955"/>
                      <a:pt x="9525" y="3619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32" name="任意多边形: 形状 102"/>
              <p:cNvSpPr/>
              <p:nvPr/>
            </p:nvSpPr>
            <p:spPr>
              <a:xfrm>
                <a:off x="7540942" y="5503478"/>
                <a:ext cx="957262" cy="49530"/>
              </a:xfrm>
              <a:custGeom>
                <a:avLst/>
                <a:gdLst>
                  <a:gd name="connsiteX0" fmla="*/ 0 w 957262"/>
                  <a:gd name="connsiteY0" fmla="*/ 49530 h 49530"/>
                  <a:gd name="connsiteX1" fmla="*/ 919163 w 957262"/>
                  <a:gd name="connsiteY1" fmla="*/ 49530 h 49530"/>
                  <a:gd name="connsiteX2" fmla="*/ 957263 w 957262"/>
                  <a:gd name="connsiteY2" fmla="*/ 0 h 49530"/>
                  <a:gd name="connsiteX3" fmla="*/ 37147 w 957262"/>
                  <a:gd name="connsiteY3" fmla="*/ 0 h 495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57262" h="49530">
                    <a:moveTo>
                      <a:pt x="0" y="49530"/>
                    </a:moveTo>
                    <a:lnTo>
                      <a:pt x="919163" y="49530"/>
                    </a:lnTo>
                    <a:lnTo>
                      <a:pt x="957263" y="0"/>
                    </a:lnTo>
                    <a:lnTo>
                      <a:pt x="37147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33" name="任意多边形: 形状 103"/>
              <p:cNvSpPr/>
              <p:nvPr/>
            </p:nvSpPr>
            <p:spPr>
              <a:xfrm>
                <a:off x="6914196" y="5503478"/>
                <a:ext cx="671512" cy="281940"/>
              </a:xfrm>
              <a:custGeom>
                <a:avLst/>
                <a:gdLst>
                  <a:gd name="connsiteX0" fmla="*/ 0 w 671512"/>
                  <a:gd name="connsiteY0" fmla="*/ 281940 h 281940"/>
                  <a:gd name="connsiteX1" fmla="*/ 462915 w 671512"/>
                  <a:gd name="connsiteY1" fmla="*/ 281940 h 281940"/>
                  <a:gd name="connsiteX2" fmla="*/ 671513 w 671512"/>
                  <a:gd name="connsiteY2" fmla="*/ 6668 h 281940"/>
                  <a:gd name="connsiteX3" fmla="*/ 663893 w 671512"/>
                  <a:gd name="connsiteY3" fmla="*/ 0 h 281940"/>
                  <a:gd name="connsiteX4" fmla="*/ 458153 w 671512"/>
                  <a:gd name="connsiteY4" fmla="*/ 272415 h 281940"/>
                  <a:gd name="connsiteX5" fmla="*/ 0 w 671512"/>
                  <a:gd name="connsiteY5" fmla="*/ 272415 h 281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71512" h="281940">
                    <a:moveTo>
                      <a:pt x="0" y="281940"/>
                    </a:moveTo>
                    <a:lnTo>
                      <a:pt x="462915" y="281940"/>
                    </a:lnTo>
                    <a:lnTo>
                      <a:pt x="671513" y="6668"/>
                    </a:lnTo>
                    <a:lnTo>
                      <a:pt x="663893" y="0"/>
                    </a:lnTo>
                    <a:lnTo>
                      <a:pt x="458153" y="272415"/>
                    </a:lnTo>
                    <a:lnTo>
                      <a:pt x="0" y="272415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34" name="任意多边形: 形状 104"/>
              <p:cNvSpPr/>
              <p:nvPr/>
            </p:nvSpPr>
            <p:spPr>
              <a:xfrm>
                <a:off x="8226742" y="5402514"/>
                <a:ext cx="19050" cy="20955"/>
              </a:xfrm>
              <a:custGeom>
                <a:avLst/>
                <a:gdLst>
                  <a:gd name="connsiteX0" fmla="*/ 0 w 19050"/>
                  <a:gd name="connsiteY0" fmla="*/ 10477 h 20955"/>
                  <a:gd name="connsiteX1" fmla="*/ 9525 w 19050"/>
                  <a:gd name="connsiteY1" fmla="*/ 20955 h 20955"/>
                  <a:gd name="connsiteX2" fmla="*/ 19050 w 19050"/>
                  <a:gd name="connsiteY2" fmla="*/ 10477 h 20955"/>
                  <a:gd name="connsiteX3" fmla="*/ 9525 w 19050"/>
                  <a:gd name="connsiteY3" fmla="*/ 0 h 20955"/>
                  <a:gd name="connsiteX4" fmla="*/ 0 w 19050"/>
                  <a:gd name="connsiteY4" fmla="*/ 10477 h 209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20955">
                    <a:moveTo>
                      <a:pt x="0" y="10477"/>
                    </a:moveTo>
                    <a:cubicBezTo>
                      <a:pt x="0" y="16193"/>
                      <a:pt x="4763" y="20955"/>
                      <a:pt x="9525" y="20955"/>
                    </a:cubicBezTo>
                    <a:cubicBezTo>
                      <a:pt x="15240" y="20955"/>
                      <a:pt x="19050" y="16193"/>
                      <a:pt x="19050" y="10477"/>
                    </a:cubicBezTo>
                    <a:cubicBezTo>
                      <a:pt x="19050" y="4763"/>
                      <a:pt x="14288" y="0"/>
                      <a:pt x="9525" y="0"/>
                    </a:cubicBezTo>
                    <a:cubicBezTo>
                      <a:pt x="4763" y="0"/>
                      <a:pt x="0" y="4763"/>
                      <a:pt x="0" y="1047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35" name="任意多边形: 形状 105"/>
              <p:cNvSpPr/>
              <p:nvPr/>
            </p:nvSpPr>
            <p:spPr>
              <a:xfrm>
                <a:off x="7520939" y="4986271"/>
                <a:ext cx="220027" cy="431482"/>
              </a:xfrm>
              <a:custGeom>
                <a:avLst/>
                <a:gdLst>
                  <a:gd name="connsiteX0" fmla="*/ 144780 w 220027"/>
                  <a:gd name="connsiteY0" fmla="*/ 431483 h 431482"/>
                  <a:gd name="connsiteX1" fmla="*/ 220028 w 220027"/>
                  <a:gd name="connsiteY1" fmla="*/ 431483 h 431482"/>
                  <a:gd name="connsiteX2" fmla="*/ 75247 w 220027"/>
                  <a:gd name="connsiteY2" fmla="*/ 0 h 431482"/>
                  <a:gd name="connsiteX3" fmla="*/ 0 w 220027"/>
                  <a:gd name="connsiteY3" fmla="*/ 0 h 4314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20027" h="431482">
                    <a:moveTo>
                      <a:pt x="144780" y="431483"/>
                    </a:moveTo>
                    <a:lnTo>
                      <a:pt x="220028" y="431483"/>
                    </a:lnTo>
                    <a:lnTo>
                      <a:pt x="75247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</p:grpSp>
        <p:grpSp>
          <p:nvGrpSpPr>
            <p:cNvPr id="36" name="组合 35"/>
            <p:cNvGrpSpPr/>
            <p:nvPr/>
          </p:nvGrpSpPr>
          <p:grpSpPr>
            <a:xfrm flipH="1">
              <a:off x="2254739" y="2393083"/>
              <a:ext cx="1425750" cy="660452"/>
              <a:chOff x="6914196" y="4986271"/>
              <a:chExt cx="1584008" cy="799147"/>
            </a:xfrm>
            <a:solidFill>
              <a:schemeClr val="bg1">
                <a:alpha val="60000"/>
              </a:schemeClr>
            </a:solidFill>
          </p:grpSpPr>
          <p:sp>
            <p:nvSpPr>
              <p:cNvPr id="37" name="任意多边形: 形状 92"/>
              <p:cNvSpPr/>
              <p:nvPr/>
            </p:nvSpPr>
            <p:spPr>
              <a:xfrm>
                <a:off x="7402829" y="4986271"/>
                <a:ext cx="220027" cy="431482"/>
              </a:xfrm>
              <a:custGeom>
                <a:avLst/>
                <a:gdLst>
                  <a:gd name="connsiteX0" fmla="*/ 144780 w 220027"/>
                  <a:gd name="connsiteY0" fmla="*/ 431483 h 431482"/>
                  <a:gd name="connsiteX1" fmla="*/ 220027 w 220027"/>
                  <a:gd name="connsiteY1" fmla="*/ 431483 h 431482"/>
                  <a:gd name="connsiteX2" fmla="*/ 75247 w 220027"/>
                  <a:gd name="connsiteY2" fmla="*/ 0 h 431482"/>
                  <a:gd name="connsiteX3" fmla="*/ 0 w 220027"/>
                  <a:gd name="connsiteY3" fmla="*/ 0 h 4314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20027" h="431482">
                    <a:moveTo>
                      <a:pt x="144780" y="431483"/>
                    </a:moveTo>
                    <a:lnTo>
                      <a:pt x="220027" y="431483"/>
                    </a:lnTo>
                    <a:lnTo>
                      <a:pt x="75247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38" name="任意多边形: 形状 93"/>
              <p:cNvSpPr/>
              <p:nvPr/>
            </p:nvSpPr>
            <p:spPr>
              <a:xfrm>
                <a:off x="7665719" y="5408229"/>
                <a:ext cx="541020" cy="9525"/>
              </a:xfrm>
              <a:custGeom>
                <a:avLst/>
                <a:gdLst>
                  <a:gd name="connsiteX0" fmla="*/ 0 w 541020"/>
                  <a:gd name="connsiteY0" fmla="*/ 0 h 9525"/>
                  <a:gd name="connsiteX1" fmla="*/ 541020 w 541020"/>
                  <a:gd name="connsiteY1" fmla="*/ 0 h 9525"/>
                  <a:gd name="connsiteX2" fmla="*/ 541020 w 541020"/>
                  <a:gd name="connsiteY2" fmla="*/ 9525 h 9525"/>
                  <a:gd name="connsiteX3" fmla="*/ 0 w 541020"/>
                  <a:gd name="connsiteY3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41020" h="9525">
                    <a:moveTo>
                      <a:pt x="0" y="0"/>
                    </a:moveTo>
                    <a:lnTo>
                      <a:pt x="541020" y="0"/>
                    </a:lnTo>
                    <a:lnTo>
                      <a:pt x="541020" y="9525"/>
                    </a:lnTo>
                    <a:lnTo>
                      <a:pt x="0" y="9525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39" name="任意多边形: 形状 94"/>
              <p:cNvSpPr/>
              <p:nvPr/>
            </p:nvSpPr>
            <p:spPr>
              <a:xfrm>
                <a:off x="8201977" y="5376796"/>
                <a:ext cx="68579" cy="72389"/>
              </a:xfrm>
              <a:custGeom>
                <a:avLst/>
                <a:gdLst>
                  <a:gd name="connsiteX0" fmla="*/ 0 w 68579"/>
                  <a:gd name="connsiteY0" fmla="*/ 36195 h 72389"/>
                  <a:gd name="connsiteX1" fmla="*/ 34290 w 68579"/>
                  <a:gd name="connsiteY1" fmla="*/ 0 h 72389"/>
                  <a:gd name="connsiteX2" fmla="*/ 68580 w 68579"/>
                  <a:gd name="connsiteY2" fmla="*/ 36195 h 72389"/>
                  <a:gd name="connsiteX3" fmla="*/ 34290 w 68579"/>
                  <a:gd name="connsiteY3" fmla="*/ 72390 h 72389"/>
                  <a:gd name="connsiteX4" fmla="*/ 0 w 68579"/>
                  <a:gd name="connsiteY4" fmla="*/ 36195 h 72389"/>
                  <a:gd name="connsiteX5" fmla="*/ 9525 w 68579"/>
                  <a:gd name="connsiteY5" fmla="*/ 36195 h 72389"/>
                  <a:gd name="connsiteX6" fmla="*/ 35242 w 68579"/>
                  <a:gd name="connsiteY6" fmla="*/ 62865 h 72389"/>
                  <a:gd name="connsiteX7" fmla="*/ 60960 w 68579"/>
                  <a:gd name="connsiteY7" fmla="*/ 36195 h 72389"/>
                  <a:gd name="connsiteX8" fmla="*/ 35242 w 68579"/>
                  <a:gd name="connsiteY8" fmla="*/ 9525 h 72389"/>
                  <a:gd name="connsiteX9" fmla="*/ 9525 w 68579"/>
                  <a:gd name="connsiteY9" fmla="*/ 36195 h 72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8579" h="72389">
                    <a:moveTo>
                      <a:pt x="0" y="36195"/>
                    </a:moveTo>
                    <a:cubicBezTo>
                      <a:pt x="0" y="16193"/>
                      <a:pt x="15240" y="0"/>
                      <a:pt x="34290" y="0"/>
                    </a:cubicBezTo>
                    <a:cubicBezTo>
                      <a:pt x="53340" y="0"/>
                      <a:pt x="68580" y="16193"/>
                      <a:pt x="68580" y="36195"/>
                    </a:cubicBezTo>
                    <a:cubicBezTo>
                      <a:pt x="68580" y="56198"/>
                      <a:pt x="53340" y="72390"/>
                      <a:pt x="34290" y="72390"/>
                    </a:cubicBezTo>
                    <a:cubicBezTo>
                      <a:pt x="15240" y="72390"/>
                      <a:pt x="0" y="56198"/>
                      <a:pt x="0" y="36195"/>
                    </a:cubicBezTo>
                    <a:close/>
                    <a:moveTo>
                      <a:pt x="9525" y="36195"/>
                    </a:moveTo>
                    <a:cubicBezTo>
                      <a:pt x="9525" y="51435"/>
                      <a:pt x="20955" y="62865"/>
                      <a:pt x="35242" y="62865"/>
                    </a:cubicBezTo>
                    <a:cubicBezTo>
                      <a:pt x="49530" y="62865"/>
                      <a:pt x="60960" y="50482"/>
                      <a:pt x="60960" y="36195"/>
                    </a:cubicBezTo>
                    <a:cubicBezTo>
                      <a:pt x="60960" y="20955"/>
                      <a:pt x="49530" y="9525"/>
                      <a:pt x="35242" y="9525"/>
                    </a:cubicBezTo>
                    <a:cubicBezTo>
                      <a:pt x="20955" y="9525"/>
                      <a:pt x="9525" y="20955"/>
                      <a:pt x="9525" y="3619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40" name="任意多边形: 形状 95"/>
              <p:cNvSpPr/>
              <p:nvPr/>
            </p:nvSpPr>
            <p:spPr>
              <a:xfrm>
                <a:off x="7540942" y="5503478"/>
                <a:ext cx="957262" cy="49530"/>
              </a:xfrm>
              <a:custGeom>
                <a:avLst/>
                <a:gdLst>
                  <a:gd name="connsiteX0" fmla="*/ 0 w 957262"/>
                  <a:gd name="connsiteY0" fmla="*/ 49530 h 49530"/>
                  <a:gd name="connsiteX1" fmla="*/ 919163 w 957262"/>
                  <a:gd name="connsiteY1" fmla="*/ 49530 h 49530"/>
                  <a:gd name="connsiteX2" fmla="*/ 957263 w 957262"/>
                  <a:gd name="connsiteY2" fmla="*/ 0 h 49530"/>
                  <a:gd name="connsiteX3" fmla="*/ 37147 w 957262"/>
                  <a:gd name="connsiteY3" fmla="*/ 0 h 495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57262" h="49530">
                    <a:moveTo>
                      <a:pt x="0" y="49530"/>
                    </a:moveTo>
                    <a:lnTo>
                      <a:pt x="919163" y="49530"/>
                    </a:lnTo>
                    <a:lnTo>
                      <a:pt x="957263" y="0"/>
                    </a:lnTo>
                    <a:lnTo>
                      <a:pt x="37147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41" name="任意多边形: 形状 96"/>
              <p:cNvSpPr/>
              <p:nvPr/>
            </p:nvSpPr>
            <p:spPr>
              <a:xfrm>
                <a:off x="6914196" y="5503478"/>
                <a:ext cx="671512" cy="281940"/>
              </a:xfrm>
              <a:custGeom>
                <a:avLst/>
                <a:gdLst>
                  <a:gd name="connsiteX0" fmla="*/ 0 w 671512"/>
                  <a:gd name="connsiteY0" fmla="*/ 281940 h 281940"/>
                  <a:gd name="connsiteX1" fmla="*/ 462915 w 671512"/>
                  <a:gd name="connsiteY1" fmla="*/ 281940 h 281940"/>
                  <a:gd name="connsiteX2" fmla="*/ 671513 w 671512"/>
                  <a:gd name="connsiteY2" fmla="*/ 6668 h 281940"/>
                  <a:gd name="connsiteX3" fmla="*/ 663893 w 671512"/>
                  <a:gd name="connsiteY3" fmla="*/ 0 h 281940"/>
                  <a:gd name="connsiteX4" fmla="*/ 458153 w 671512"/>
                  <a:gd name="connsiteY4" fmla="*/ 272415 h 281940"/>
                  <a:gd name="connsiteX5" fmla="*/ 0 w 671512"/>
                  <a:gd name="connsiteY5" fmla="*/ 272415 h 281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71512" h="281940">
                    <a:moveTo>
                      <a:pt x="0" y="281940"/>
                    </a:moveTo>
                    <a:lnTo>
                      <a:pt x="462915" y="281940"/>
                    </a:lnTo>
                    <a:lnTo>
                      <a:pt x="671513" y="6668"/>
                    </a:lnTo>
                    <a:lnTo>
                      <a:pt x="663893" y="0"/>
                    </a:lnTo>
                    <a:lnTo>
                      <a:pt x="458153" y="272415"/>
                    </a:lnTo>
                    <a:lnTo>
                      <a:pt x="0" y="272415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42" name="任意多边形: 形状 97"/>
              <p:cNvSpPr/>
              <p:nvPr/>
            </p:nvSpPr>
            <p:spPr>
              <a:xfrm>
                <a:off x="8226742" y="5402514"/>
                <a:ext cx="19050" cy="20955"/>
              </a:xfrm>
              <a:custGeom>
                <a:avLst/>
                <a:gdLst>
                  <a:gd name="connsiteX0" fmla="*/ 0 w 19050"/>
                  <a:gd name="connsiteY0" fmla="*/ 10477 h 20955"/>
                  <a:gd name="connsiteX1" fmla="*/ 9525 w 19050"/>
                  <a:gd name="connsiteY1" fmla="*/ 20955 h 20955"/>
                  <a:gd name="connsiteX2" fmla="*/ 19050 w 19050"/>
                  <a:gd name="connsiteY2" fmla="*/ 10477 h 20955"/>
                  <a:gd name="connsiteX3" fmla="*/ 9525 w 19050"/>
                  <a:gd name="connsiteY3" fmla="*/ 0 h 20955"/>
                  <a:gd name="connsiteX4" fmla="*/ 0 w 19050"/>
                  <a:gd name="connsiteY4" fmla="*/ 10477 h 209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20955">
                    <a:moveTo>
                      <a:pt x="0" y="10477"/>
                    </a:moveTo>
                    <a:cubicBezTo>
                      <a:pt x="0" y="16193"/>
                      <a:pt x="4763" y="20955"/>
                      <a:pt x="9525" y="20955"/>
                    </a:cubicBezTo>
                    <a:cubicBezTo>
                      <a:pt x="15240" y="20955"/>
                      <a:pt x="19050" y="16193"/>
                      <a:pt x="19050" y="10477"/>
                    </a:cubicBezTo>
                    <a:cubicBezTo>
                      <a:pt x="19050" y="4763"/>
                      <a:pt x="14288" y="0"/>
                      <a:pt x="9525" y="0"/>
                    </a:cubicBezTo>
                    <a:cubicBezTo>
                      <a:pt x="4763" y="0"/>
                      <a:pt x="0" y="4763"/>
                      <a:pt x="0" y="1047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43" name="任意多边形: 形状 98"/>
              <p:cNvSpPr/>
              <p:nvPr/>
            </p:nvSpPr>
            <p:spPr>
              <a:xfrm>
                <a:off x="7520939" y="4986271"/>
                <a:ext cx="220027" cy="431482"/>
              </a:xfrm>
              <a:custGeom>
                <a:avLst/>
                <a:gdLst>
                  <a:gd name="connsiteX0" fmla="*/ 144780 w 220027"/>
                  <a:gd name="connsiteY0" fmla="*/ 431483 h 431482"/>
                  <a:gd name="connsiteX1" fmla="*/ 220028 w 220027"/>
                  <a:gd name="connsiteY1" fmla="*/ 431483 h 431482"/>
                  <a:gd name="connsiteX2" fmla="*/ 75247 w 220027"/>
                  <a:gd name="connsiteY2" fmla="*/ 0 h 431482"/>
                  <a:gd name="connsiteX3" fmla="*/ 0 w 220027"/>
                  <a:gd name="connsiteY3" fmla="*/ 0 h 4314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20027" h="431482">
                    <a:moveTo>
                      <a:pt x="144780" y="431483"/>
                    </a:moveTo>
                    <a:lnTo>
                      <a:pt x="220028" y="431483"/>
                    </a:lnTo>
                    <a:lnTo>
                      <a:pt x="75247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</p:grpSp>
      </p:grpSp>
      <p:pic>
        <p:nvPicPr>
          <p:cNvPr id="3" name="Picture 4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3783" y="98425"/>
            <a:ext cx="775970" cy="8369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" name="图片 7"/>
          <p:cNvPicPr/>
          <p:nvPr/>
        </p:nvPicPr>
        <p:blipFill rotWithShape="1">
          <a:blip r:embed="rId1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6" b="15226"/>
          <a:stretch>
            <a:fillRect/>
          </a:stretch>
        </p:blipFill>
        <p:spPr>
          <a:xfrm flipH="1">
            <a:off x="5080" y="-22225"/>
            <a:ext cx="12192000" cy="6858000"/>
          </a:xfrm>
          <a:prstGeom prst="rect">
            <a:avLst/>
          </a:prstGeom>
        </p:spPr>
      </p:pic>
      <p:sp>
        <p:nvSpPr>
          <p:cNvPr id="15" name="任意多边形: 形状 5"/>
          <p:cNvSpPr/>
          <p:nvPr/>
        </p:nvSpPr>
        <p:spPr>
          <a:xfrm flipH="1" flipV="1">
            <a:off x="0" y="0"/>
            <a:ext cx="507986" cy="220469"/>
          </a:xfrm>
          <a:custGeom>
            <a:avLst/>
            <a:gdLst>
              <a:gd name="connsiteX0" fmla="*/ 762268 w 762268"/>
              <a:gd name="connsiteY0" fmla="*/ 0 h 330829"/>
              <a:gd name="connsiteX1" fmla="*/ 762268 w 762268"/>
              <a:gd name="connsiteY1" fmla="*/ 330829 h 330829"/>
              <a:gd name="connsiteX2" fmla="*/ 0 w 762268"/>
              <a:gd name="connsiteY2" fmla="*/ 330829 h 330829"/>
              <a:gd name="connsiteX3" fmla="*/ 217219 w 762268"/>
              <a:gd name="connsiteY3" fmla="*/ 253107 h 330829"/>
              <a:gd name="connsiteX4" fmla="*/ 578200 w 762268"/>
              <a:gd name="connsiteY4" fmla="*/ 97578 h 3308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2268" h="330829">
                <a:moveTo>
                  <a:pt x="762268" y="0"/>
                </a:moveTo>
                <a:lnTo>
                  <a:pt x="762268" y="330829"/>
                </a:lnTo>
                <a:lnTo>
                  <a:pt x="0" y="330829"/>
                </a:lnTo>
                <a:lnTo>
                  <a:pt x="217219" y="253107"/>
                </a:lnTo>
                <a:cubicBezTo>
                  <a:pt x="340678" y="205442"/>
                  <a:pt x="461172" y="153578"/>
                  <a:pt x="578200" y="97578"/>
                </a:cubicBezTo>
                <a:close/>
              </a:path>
            </a:pathLst>
          </a:custGeom>
          <a:solidFill>
            <a:srgbClr val="00CCE2"/>
          </a:solidFill>
          <a:ln>
            <a:noFill/>
          </a:ln>
          <a:effectLst>
            <a:innerShdw blurRad="127000">
              <a:srgbClr val="FFFFFF">
                <a:alpha val="70000"/>
              </a:srgbClr>
            </a:innerShdw>
          </a:effectLst>
        </p:spPr>
        <p:style>
          <a:lnRef idx="2">
            <a:srgbClr val="006EFF">
              <a:shade val="50000"/>
            </a:srgbClr>
          </a:lnRef>
          <a:fillRef idx="1">
            <a:srgbClr val="006EFF"/>
          </a:fillRef>
          <a:effectRef idx="0">
            <a:srgbClr val="006EFF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021080" y="1560195"/>
            <a:ext cx="10159365" cy="24618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4000" dirty="0">
                <a:solidFill>
                  <a:schemeClr val="tx2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WA</a:t>
            </a:r>
            <a:r>
              <a:rPr lang="zh-CN" altLang="en-US" sz="4000" dirty="0">
                <a:solidFill>
                  <a:schemeClr val="tx2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商机的获客模式</a:t>
            </a:r>
            <a:br>
              <a:rPr lang="zh-CN" altLang="en-US" sz="4000" dirty="0">
                <a:solidFill>
                  <a:schemeClr val="tx2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</a:br>
            <a:r>
              <a:rPr lang="zh-CN" altLang="en-US" sz="4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流量来源丨</a:t>
            </a:r>
            <a:r>
              <a:rPr lang="zh-CN" altLang="en-US" sz="4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客户精准度</a:t>
            </a:r>
            <a:endParaRPr lang="zh-CN" altLang="en-US" sz="4000" b="1" dirty="0">
              <a:solidFill>
                <a:schemeClr val="tx2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8068164" y="4654336"/>
            <a:ext cx="4128918" cy="2201762"/>
            <a:chOff x="8259180" y="4756192"/>
            <a:chExt cx="3937902" cy="2099900"/>
          </a:xfrm>
        </p:grpSpPr>
        <p:sp>
          <p:nvSpPr>
            <p:cNvPr id="4" name="任意多边形: 形状 4"/>
            <p:cNvSpPr/>
            <p:nvPr/>
          </p:nvSpPr>
          <p:spPr>
            <a:xfrm>
              <a:off x="8259180" y="4756192"/>
              <a:ext cx="3937902" cy="2099896"/>
            </a:xfrm>
            <a:custGeom>
              <a:avLst/>
              <a:gdLst>
                <a:gd name="connsiteX0" fmla="*/ 1922330 w 1922330"/>
                <a:gd name="connsiteY0" fmla="*/ 0 h 1025088"/>
                <a:gd name="connsiteX1" fmla="*/ 1922330 w 1922330"/>
                <a:gd name="connsiteY1" fmla="*/ 500286 h 1025088"/>
                <a:gd name="connsiteX2" fmla="*/ 1622475 w 1922330"/>
                <a:gd name="connsiteY2" fmla="*/ 653457 h 1025088"/>
                <a:gd name="connsiteX3" fmla="*/ 654821 w 1922330"/>
                <a:gd name="connsiteY3" fmla="*/ 1016553 h 1025088"/>
                <a:gd name="connsiteX4" fmla="*/ 620432 w 1922330"/>
                <a:gd name="connsiteY4" fmla="*/ 1025088 h 1025088"/>
                <a:gd name="connsiteX5" fmla="*/ 0 w 1922330"/>
                <a:gd name="connsiteY5" fmla="*/ 1025088 h 1025088"/>
                <a:gd name="connsiteX6" fmla="*/ 305983 w 1922330"/>
                <a:gd name="connsiteY6" fmla="*/ 915745 h 1025088"/>
                <a:gd name="connsiteX7" fmla="*/ 1729604 w 1922330"/>
                <a:gd name="connsiteY7" fmla="*/ 147722 h 1025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22330" h="1025088">
                  <a:moveTo>
                    <a:pt x="1922330" y="0"/>
                  </a:moveTo>
                  <a:lnTo>
                    <a:pt x="1922330" y="500286"/>
                  </a:lnTo>
                  <a:lnTo>
                    <a:pt x="1622475" y="653457"/>
                  </a:lnTo>
                  <a:cubicBezTo>
                    <a:pt x="1314164" y="799776"/>
                    <a:pt x="990088" y="920872"/>
                    <a:pt x="654821" y="1016553"/>
                  </a:cubicBezTo>
                  <a:lnTo>
                    <a:pt x="620432" y="1025088"/>
                  </a:lnTo>
                  <a:lnTo>
                    <a:pt x="0" y="1025088"/>
                  </a:lnTo>
                  <a:lnTo>
                    <a:pt x="305983" y="915745"/>
                  </a:lnTo>
                  <a:cubicBezTo>
                    <a:pt x="817066" y="717297"/>
                    <a:pt x="1297300" y="460424"/>
                    <a:pt x="1729604" y="147722"/>
                  </a:cubicBezTo>
                  <a:close/>
                </a:path>
              </a:pathLst>
            </a:custGeom>
            <a:gradFill>
              <a:gsLst>
                <a:gs pos="13000">
                  <a:srgbClr val="006EFF"/>
                </a:gs>
                <a:gs pos="100000">
                  <a:srgbClr val="00CCE2"/>
                </a:gs>
              </a:gsLst>
              <a:lin ang="2700000" scaled="0"/>
            </a:gradFill>
            <a:ln>
              <a:noFill/>
            </a:ln>
            <a:effectLst>
              <a:innerShdw blurRad="127000">
                <a:srgbClr val="FFFFFF">
                  <a:alpha val="70000"/>
                </a:srgbClr>
              </a:innerShdw>
            </a:effectLst>
          </p:spPr>
          <p:style>
            <a:lnRef idx="2">
              <a:srgbClr val="006EFF">
                <a:shade val="50000"/>
              </a:srgbClr>
            </a:lnRef>
            <a:fillRef idx="1">
              <a:srgbClr val="006EFF"/>
            </a:fillRef>
            <a:effectRef idx="0">
              <a:srgbClr val="006EFF"/>
            </a:effectRef>
            <a:fontRef idx="minor">
              <a:srgbClr val="FFFFFF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" name="任意多边形: 形状 3"/>
            <p:cNvSpPr/>
            <p:nvPr/>
          </p:nvSpPr>
          <p:spPr>
            <a:xfrm>
              <a:off x="10635571" y="6178387"/>
              <a:ext cx="1561509" cy="677705"/>
            </a:xfrm>
            <a:custGeom>
              <a:avLst/>
              <a:gdLst>
                <a:gd name="connsiteX0" fmla="*/ 762268 w 762268"/>
                <a:gd name="connsiteY0" fmla="*/ 0 h 330829"/>
                <a:gd name="connsiteX1" fmla="*/ 762268 w 762268"/>
                <a:gd name="connsiteY1" fmla="*/ 330829 h 330829"/>
                <a:gd name="connsiteX2" fmla="*/ 0 w 762268"/>
                <a:gd name="connsiteY2" fmla="*/ 330829 h 330829"/>
                <a:gd name="connsiteX3" fmla="*/ 217219 w 762268"/>
                <a:gd name="connsiteY3" fmla="*/ 253107 h 330829"/>
                <a:gd name="connsiteX4" fmla="*/ 578200 w 762268"/>
                <a:gd name="connsiteY4" fmla="*/ 97578 h 330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2268" h="330829">
                  <a:moveTo>
                    <a:pt x="762268" y="0"/>
                  </a:moveTo>
                  <a:lnTo>
                    <a:pt x="762268" y="330829"/>
                  </a:lnTo>
                  <a:lnTo>
                    <a:pt x="0" y="330829"/>
                  </a:lnTo>
                  <a:lnTo>
                    <a:pt x="217219" y="253107"/>
                  </a:lnTo>
                  <a:cubicBezTo>
                    <a:pt x="340678" y="205442"/>
                    <a:pt x="461172" y="153578"/>
                    <a:pt x="578200" y="97578"/>
                  </a:cubicBezTo>
                  <a:close/>
                </a:path>
              </a:pathLst>
            </a:custGeom>
            <a:solidFill>
              <a:srgbClr val="00CCE2"/>
            </a:solidFill>
            <a:ln>
              <a:noFill/>
            </a:ln>
            <a:effectLst>
              <a:innerShdw blurRad="127000">
                <a:srgbClr val="FFFFFF">
                  <a:alpha val="70000"/>
                </a:srgbClr>
              </a:innerShdw>
            </a:effectLst>
          </p:spPr>
          <p:style>
            <a:lnRef idx="2">
              <a:srgbClr val="006EFF">
                <a:shade val="50000"/>
              </a:srgbClr>
            </a:lnRef>
            <a:fillRef idx="1">
              <a:srgbClr val="006EFF"/>
            </a:fillRef>
            <a:effectRef idx="0">
              <a:srgbClr val="006EFF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42" name="Picture 4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3783" y="98425"/>
            <a:ext cx="775970" cy="83693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2" name="Picture 4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13783" y="98425"/>
            <a:ext cx="775970" cy="836930"/>
          </a:xfrm>
          <a:prstGeom prst="rect">
            <a:avLst/>
          </a:prstGeom>
        </p:spPr>
      </p:pic>
      <p:grpSp>
        <p:nvGrpSpPr>
          <p:cNvPr id="2434" name="组合 2433"/>
          <p:cNvGrpSpPr/>
          <p:nvPr>
            <p:custDataLst>
              <p:tags r:id="rId2"/>
            </p:custDataLst>
          </p:nvPr>
        </p:nvGrpSpPr>
        <p:grpSpPr>
          <a:xfrm>
            <a:off x="1410335" y="4090035"/>
            <a:ext cx="1664335" cy="1783080"/>
            <a:chOff x="7188125" y="800414"/>
            <a:chExt cx="4383404" cy="4944010"/>
          </a:xfrm>
        </p:grpSpPr>
        <p:pic>
          <p:nvPicPr>
            <p:cNvPr id="1355" name="图片 1354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4"/>
            <a:stretch>
              <a:fillRect/>
            </a:stretch>
          </p:blipFill>
          <p:spPr>
            <a:xfrm>
              <a:off x="7188125" y="1320765"/>
              <a:ext cx="4383404" cy="4121253"/>
            </a:xfrm>
            <a:prstGeom prst="rect">
              <a:avLst/>
            </a:prstGeom>
          </p:spPr>
        </p:pic>
        <p:grpSp>
          <p:nvGrpSpPr>
            <p:cNvPr id="1356" name="图形 20"/>
            <p:cNvGrpSpPr/>
            <p:nvPr/>
          </p:nvGrpSpPr>
          <p:grpSpPr>
            <a:xfrm>
              <a:off x="9679300" y="4639248"/>
              <a:ext cx="1816920" cy="1105176"/>
              <a:chOff x="9614779" y="4870309"/>
              <a:chExt cx="1816920" cy="1105176"/>
            </a:xfrm>
          </p:grpSpPr>
          <p:sp>
            <p:nvSpPr>
              <p:cNvPr id="2466" name="任意多边形: 形状 2465"/>
              <p:cNvSpPr/>
              <p:nvPr>
                <p:custDataLst>
                  <p:tags r:id="rId5"/>
                </p:custDataLst>
              </p:nvPr>
            </p:nvSpPr>
            <p:spPr>
              <a:xfrm>
                <a:off x="11011135" y="4875594"/>
                <a:ext cx="194226" cy="171436"/>
              </a:xfrm>
              <a:custGeom>
                <a:avLst/>
                <a:gdLst>
                  <a:gd name="connsiteX0" fmla="*/ 0 w 194226"/>
                  <a:gd name="connsiteY0" fmla="*/ 111874 h 171436"/>
                  <a:gd name="connsiteX1" fmla="*/ 0 w 194226"/>
                  <a:gd name="connsiteY1" fmla="*/ 171437 h 171436"/>
                  <a:gd name="connsiteX2" fmla="*/ 194226 w 194226"/>
                  <a:gd name="connsiteY2" fmla="*/ 59563 h 171436"/>
                  <a:gd name="connsiteX3" fmla="*/ 193708 w 194226"/>
                  <a:gd name="connsiteY3" fmla="*/ 0 h 171436"/>
                  <a:gd name="connsiteX4" fmla="*/ 0 w 194226"/>
                  <a:gd name="connsiteY4" fmla="*/ 111874 h 1714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4226" h="171436">
                    <a:moveTo>
                      <a:pt x="0" y="111874"/>
                    </a:moveTo>
                    <a:lnTo>
                      <a:pt x="0" y="171437"/>
                    </a:lnTo>
                    <a:lnTo>
                      <a:pt x="194226" y="59563"/>
                    </a:lnTo>
                    <a:lnTo>
                      <a:pt x="193708" y="0"/>
                    </a:lnTo>
                    <a:lnTo>
                      <a:pt x="0" y="111874"/>
                    </a:lnTo>
                    <a:close/>
                  </a:path>
                </a:pathLst>
              </a:custGeom>
              <a:solidFill>
                <a:schemeClr val="accent1">
                  <a:lumMod val="40000"/>
                  <a:lumOff val="60000"/>
                </a:schemeClr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grpSp>
            <p:nvGrpSpPr>
              <p:cNvPr id="2467" name="图形 20"/>
              <p:cNvGrpSpPr/>
              <p:nvPr/>
            </p:nvGrpSpPr>
            <p:grpSpPr>
              <a:xfrm>
                <a:off x="10996633" y="4987468"/>
                <a:ext cx="14502" cy="79762"/>
                <a:chOff x="10996633" y="4987468"/>
                <a:chExt cx="14502" cy="79762"/>
              </a:xfrm>
              <a:solidFill>
                <a:srgbClr val="98A4E0"/>
              </a:solidFill>
            </p:grpSpPr>
            <p:sp>
              <p:nvSpPr>
                <p:cNvPr id="2498" name="任意多边形: 形状 2497"/>
                <p:cNvSpPr/>
                <p:nvPr>
                  <p:custDataLst>
                    <p:tags r:id="rId6"/>
                  </p:custDataLst>
                </p:nvPr>
              </p:nvSpPr>
              <p:spPr>
                <a:xfrm>
                  <a:off x="10996633" y="4987468"/>
                  <a:ext cx="14502" cy="79762"/>
                </a:xfrm>
                <a:custGeom>
                  <a:avLst/>
                  <a:gdLst>
                    <a:gd name="connsiteX0" fmla="*/ 0 w 14502"/>
                    <a:gd name="connsiteY0" fmla="*/ 20200 h 79762"/>
                    <a:gd name="connsiteX1" fmla="*/ 0 w 14502"/>
                    <a:gd name="connsiteY1" fmla="*/ 79762 h 79762"/>
                    <a:gd name="connsiteX2" fmla="*/ 14502 w 14502"/>
                    <a:gd name="connsiteY2" fmla="*/ 59563 h 79762"/>
                    <a:gd name="connsiteX3" fmla="*/ 14502 w 14502"/>
                    <a:gd name="connsiteY3" fmla="*/ 0 h 79762"/>
                    <a:gd name="connsiteX4" fmla="*/ 0 w 14502"/>
                    <a:gd name="connsiteY4" fmla="*/ 20200 h 797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502" h="79762">
                      <a:moveTo>
                        <a:pt x="0" y="20200"/>
                      </a:moveTo>
                      <a:lnTo>
                        <a:pt x="0" y="79762"/>
                      </a:lnTo>
                      <a:cubicBezTo>
                        <a:pt x="0" y="71993"/>
                        <a:pt x="5179" y="64742"/>
                        <a:pt x="14502" y="59563"/>
                      </a:cubicBezTo>
                      <a:lnTo>
                        <a:pt x="14502" y="0"/>
                      </a:lnTo>
                      <a:cubicBezTo>
                        <a:pt x="4661" y="5697"/>
                        <a:pt x="0" y="12948"/>
                        <a:pt x="0" y="20200"/>
                      </a:cubicBezTo>
                      <a:close/>
                    </a:path>
                  </a:pathLst>
                </a:custGeom>
                <a:solidFill>
                  <a:srgbClr val="98A4E0"/>
                </a:solidFill>
                <a:ln w="517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  <p:sp>
              <p:nvSpPr>
                <p:cNvPr id="2499" name="任意多边形: 形状 2498"/>
                <p:cNvSpPr/>
                <p:nvPr>
                  <p:custDataLst>
                    <p:tags r:id="rId7"/>
                  </p:custDataLst>
                </p:nvPr>
              </p:nvSpPr>
              <p:spPr>
                <a:xfrm>
                  <a:off x="10996633" y="4987468"/>
                  <a:ext cx="14502" cy="79762"/>
                </a:xfrm>
                <a:custGeom>
                  <a:avLst/>
                  <a:gdLst>
                    <a:gd name="connsiteX0" fmla="*/ 0 w 14502"/>
                    <a:gd name="connsiteY0" fmla="*/ 20200 h 79762"/>
                    <a:gd name="connsiteX1" fmla="*/ 0 w 14502"/>
                    <a:gd name="connsiteY1" fmla="*/ 79762 h 79762"/>
                    <a:gd name="connsiteX2" fmla="*/ 14502 w 14502"/>
                    <a:gd name="connsiteY2" fmla="*/ 59563 h 79762"/>
                    <a:gd name="connsiteX3" fmla="*/ 14502 w 14502"/>
                    <a:gd name="connsiteY3" fmla="*/ 0 h 79762"/>
                    <a:gd name="connsiteX4" fmla="*/ 0 w 14502"/>
                    <a:gd name="connsiteY4" fmla="*/ 20200 h 79762"/>
                    <a:gd name="connsiteX5" fmla="*/ 0 w 14502"/>
                    <a:gd name="connsiteY5" fmla="*/ 20200 h 797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4502" h="79762">
                      <a:moveTo>
                        <a:pt x="0" y="20200"/>
                      </a:moveTo>
                      <a:lnTo>
                        <a:pt x="0" y="79762"/>
                      </a:lnTo>
                      <a:cubicBezTo>
                        <a:pt x="0" y="71993"/>
                        <a:pt x="5179" y="64742"/>
                        <a:pt x="14502" y="59563"/>
                      </a:cubicBezTo>
                      <a:lnTo>
                        <a:pt x="14502" y="0"/>
                      </a:lnTo>
                      <a:cubicBezTo>
                        <a:pt x="4661" y="5697"/>
                        <a:pt x="0" y="12948"/>
                        <a:pt x="0" y="20200"/>
                      </a:cubicBezTo>
                      <a:lnTo>
                        <a:pt x="0" y="20200"/>
                      </a:lnTo>
                      <a:close/>
                    </a:path>
                  </a:pathLst>
                </a:custGeom>
                <a:solidFill>
                  <a:schemeClr val="accent1">
                    <a:lumMod val="40000"/>
                    <a:lumOff val="60000"/>
                  </a:schemeClr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</p:grpSp>
          <p:grpSp>
            <p:nvGrpSpPr>
              <p:cNvPr id="2468" name="图形 20"/>
              <p:cNvGrpSpPr/>
              <p:nvPr/>
            </p:nvGrpSpPr>
            <p:grpSpPr>
              <a:xfrm>
                <a:off x="10835555" y="5043923"/>
                <a:ext cx="21753" cy="123268"/>
                <a:chOff x="10835555" y="5043923"/>
                <a:chExt cx="21753" cy="123268"/>
              </a:xfrm>
              <a:solidFill>
                <a:srgbClr val="98A4E0"/>
              </a:solidFill>
            </p:grpSpPr>
            <p:sp>
              <p:nvSpPr>
                <p:cNvPr id="2496" name="任意多边形: 形状 2495"/>
                <p:cNvSpPr/>
                <p:nvPr>
                  <p:custDataLst>
                    <p:tags r:id="rId8"/>
                  </p:custDataLst>
                </p:nvPr>
              </p:nvSpPr>
              <p:spPr>
                <a:xfrm>
                  <a:off x="10835555" y="5043923"/>
                  <a:ext cx="21753" cy="123268"/>
                </a:xfrm>
                <a:custGeom>
                  <a:avLst/>
                  <a:gdLst>
                    <a:gd name="connsiteX0" fmla="*/ 0 w 21753"/>
                    <a:gd name="connsiteY0" fmla="*/ 0 h 123268"/>
                    <a:gd name="connsiteX1" fmla="*/ 0 w 21753"/>
                    <a:gd name="connsiteY1" fmla="*/ 59563 h 123268"/>
                    <a:gd name="connsiteX2" fmla="*/ 21753 w 21753"/>
                    <a:gd name="connsiteY2" fmla="*/ 123269 h 123268"/>
                    <a:gd name="connsiteX3" fmla="*/ 21753 w 21753"/>
                    <a:gd name="connsiteY3" fmla="*/ 63706 h 123268"/>
                    <a:gd name="connsiteX4" fmla="*/ 0 w 21753"/>
                    <a:gd name="connsiteY4" fmla="*/ 0 h 1232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1753" h="123268">
                      <a:moveTo>
                        <a:pt x="0" y="0"/>
                      </a:moveTo>
                      <a:lnTo>
                        <a:pt x="0" y="59563"/>
                      </a:lnTo>
                      <a:cubicBezTo>
                        <a:pt x="0" y="81316"/>
                        <a:pt x="7251" y="103069"/>
                        <a:pt x="21753" y="123269"/>
                      </a:cubicBezTo>
                      <a:lnTo>
                        <a:pt x="21753" y="63706"/>
                      </a:lnTo>
                      <a:cubicBezTo>
                        <a:pt x="7251" y="42989"/>
                        <a:pt x="518" y="21753"/>
                        <a:pt x="0" y="0"/>
                      </a:cubicBezTo>
                      <a:close/>
                    </a:path>
                  </a:pathLst>
                </a:custGeom>
                <a:solidFill>
                  <a:srgbClr val="98A4E0"/>
                </a:solidFill>
                <a:ln w="517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  <p:sp>
              <p:nvSpPr>
                <p:cNvPr id="2497" name="任意多边形: 形状 2496"/>
                <p:cNvSpPr/>
                <p:nvPr>
                  <p:custDataLst>
                    <p:tags r:id="rId9"/>
                  </p:custDataLst>
                </p:nvPr>
              </p:nvSpPr>
              <p:spPr>
                <a:xfrm>
                  <a:off x="10835555" y="5043923"/>
                  <a:ext cx="21753" cy="123268"/>
                </a:xfrm>
                <a:custGeom>
                  <a:avLst/>
                  <a:gdLst>
                    <a:gd name="connsiteX0" fmla="*/ 0 w 21753"/>
                    <a:gd name="connsiteY0" fmla="*/ 0 h 123268"/>
                    <a:gd name="connsiteX1" fmla="*/ 0 w 21753"/>
                    <a:gd name="connsiteY1" fmla="*/ 59563 h 123268"/>
                    <a:gd name="connsiteX2" fmla="*/ 21753 w 21753"/>
                    <a:gd name="connsiteY2" fmla="*/ 123269 h 123268"/>
                    <a:gd name="connsiteX3" fmla="*/ 21753 w 21753"/>
                    <a:gd name="connsiteY3" fmla="*/ 63706 h 123268"/>
                    <a:gd name="connsiteX4" fmla="*/ 0 w 21753"/>
                    <a:gd name="connsiteY4" fmla="*/ 0 h 123268"/>
                    <a:gd name="connsiteX5" fmla="*/ 0 w 21753"/>
                    <a:gd name="connsiteY5" fmla="*/ 0 h 1232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1753" h="123268">
                      <a:moveTo>
                        <a:pt x="0" y="0"/>
                      </a:moveTo>
                      <a:lnTo>
                        <a:pt x="0" y="59563"/>
                      </a:lnTo>
                      <a:cubicBezTo>
                        <a:pt x="0" y="81316"/>
                        <a:pt x="7251" y="103069"/>
                        <a:pt x="21753" y="123269"/>
                      </a:cubicBezTo>
                      <a:lnTo>
                        <a:pt x="21753" y="63706"/>
                      </a:lnTo>
                      <a:cubicBezTo>
                        <a:pt x="7251" y="42989"/>
                        <a:pt x="518" y="21753"/>
                        <a:pt x="0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>
                    <a:lumMod val="40000"/>
                    <a:lumOff val="60000"/>
                  </a:schemeClr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</p:grpSp>
          <p:grpSp>
            <p:nvGrpSpPr>
              <p:cNvPr id="2469" name="图形 20"/>
              <p:cNvGrpSpPr/>
              <p:nvPr/>
            </p:nvGrpSpPr>
            <p:grpSpPr>
              <a:xfrm>
                <a:off x="11020976" y="5042369"/>
                <a:ext cx="410723" cy="233322"/>
                <a:chOff x="11020976" y="5042369"/>
                <a:chExt cx="410723" cy="233322"/>
              </a:xfrm>
              <a:solidFill>
                <a:srgbClr val="98A4E0"/>
              </a:solidFill>
            </p:grpSpPr>
            <p:sp>
              <p:nvSpPr>
                <p:cNvPr id="2492" name="任意多边形: 形状 2491"/>
                <p:cNvSpPr/>
                <p:nvPr>
                  <p:custDataLst>
                    <p:tags r:id="rId10"/>
                  </p:custDataLst>
                </p:nvPr>
              </p:nvSpPr>
              <p:spPr>
                <a:xfrm>
                  <a:off x="11020976" y="5042369"/>
                  <a:ext cx="410723" cy="232764"/>
                </a:xfrm>
                <a:custGeom>
                  <a:avLst/>
                  <a:gdLst>
                    <a:gd name="connsiteX0" fmla="*/ 410724 w 410723"/>
                    <a:gd name="connsiteY0" fmla="*/ 59563 h 232764"/>
                    <a:gd name="connsiteX1" fmla="*/ 410724 w 410723"/>
                    <a:gd name="connsiteY1" fmla="*/ 0 h 232764"/>
                    <a:gd name="connsiteX2" fmla="*/ 322675 w 410723"/>
                    <a:gd name="connsiteY2" fmla="*/ 122751 h 232764"/>
                    <a:gd name="connsiteX3" fmla="*/ 0 w 410723"/>
                    <a:gd name="connsiteY3" fmla="*/ 160560 h 232764"/>
                    <a:gd name="connsiteX4" fmla="*/ 0 w 410723"/>
                    <a:gd name="connsiteY4" fmla="*/ 220123 h 232764"/>
                    <a:gd name="connsiteX5" fmla="*/ 322675 w 410723"/>
                    <a:gd name="connsiteY5" fmla="*/ 182313 h 232764"/>
                    <a:gd name="connsiteX6" fmla="*/ 410724 w 410723"/>
                    <a:gd name="connsiteY6" fmla="*/ 59563 h 2327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410723" h="232764">
                      <a:moveTo>
                        <a:pt x="410724" y="59563"/>
                      </a:moveTo>
                      <a:lnTo>
                        <a:pt x="410724" y="0"/>
                      </a:lnTo>
                      <a:cubicBezTo>
                        <a:pt x="410724" y="44543"/>
                        <a:pt x="381201" y="89085"/>
                        <a:pt x="322675" y="122751"/>
                      </a:cubicBezTo>
                      <a:cubicBezTo>
                        <a:pt x="235143" y="173508"/>
                        <a:pt x="107213" y="185939"/>
                        <a:pt x="0" y="160560"/>
                      </a:cubicBezTo>
                      <a:lnTo>
                        <a:pt x="0" y="220123"/>
                      </a:lnTo>
                      <a:cubicBezTo>
                        <a:pt x="107731" y="245501"/>
                        <a:pt x="235143" y="232553"/>
                        <a:pt x="322675" y="182313"/>
                      </a:cubicBezTo>
                      <a:cubicBezTo>
                        <a:pt x="381201" y="148647"/>
                        <a:pt x="410724" y="104105"/>
                        <a:pt x="410724" y="59563"/>
                      </a:cubicBezTo>
                      <a:close/>
                    </a:path>
                  </a:pathLst>
                </a:custGeom>
                <a:solidFill>
                  <a:srgbClr val="98A4E0"/>
                </a:solidFill>
                <a:ln w="517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  <p:grpSp>
              <p:nvGrpSpPr>
                <p:cNvPr id="2493" name="图形 20"/>
                <p:cNvGrpSpPr/>
                <p:nvPr/>
              </p:nvGrpSpPr>
              <p:grpSpPr>
                <a:xfrm>
                  <a:off x="11020976" y="5042888"/>
                  <a:ext cx="410723" cy="232804"/>
                  <a:chOff x="11020976" y="5042888"/>
                  <a:chExt cx="410723" cy="232804"/>
                </a:xfrm>
                <a:solidFill>
                  <a:srgbClr val="98A4E0"/>
                </a:solidFill>
              </p:grpSpPr>
              <p:sp>
                <p:nvSpPr>
                  <p:cNvPr id="2494" name="任意多边形: 形状 2493"/>
                  <p:cNvSpPr/>
                  <p:nvPr>
                    <p:custDataLst>
                      <p:tags r:id="rId11"/>
                    </p:custDataLst>
                  </p:nvPr>
                </p:nvSpPr>
                <p:spPr>
                  <a:xfrm>
                    <a:off x="11020976" y="5203448"/>
                    <a:ext cx="49722" cy="68367"/>
                  </a:xfrm>
                  <a:custGeom>
                    <a:avLst/>
                    <a:gdLst>
                      <a:gd name="connsiteX0" fmla="*/ 0 w 49722"/>
                      <a:gd name="connsiteY0" fmla="*/ 0 h 68367"/>
                      <a:gd name="connsiteX1" fmla="*/ 0 w 49722"/>
                      <a:gd name="connsiteY1" fmla="*/ 59563 h 68367"/>
                      <a:gd name="connsiteX2" fmla="*/ 49722 w 49722"/>
                      <a:gd name="connsiteY2" fmla="*/ 68368 h 68367"/>
                      <a:gd name="connsiteX3" fmla="*/ 49722 w 49722"/>
                      <a:gd name="connsiteY3" fmla="*/ 8805 h 68367"/>
                      <a:gd name="connsiteX4" fmla="*/ 0 w 49722"/>
                      <a:gd name="connsiteY4" fmla="*/ 0 h 68367"/>
                      <a:gd name="connsiteX5" fmla="*/ 0 w 49722"/>
                      <a:gd name="connsiteY5" fmla="*/ 0 h 683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49722" h="68367">
                        <a:moveTo>
                          <a:pt x="0" y="0"/>
                        </a:moveTo>
                        <a:lnTo>
                          <a:pt x="0" y="59563"/>
                        </a:lnTo>
                        <a:cubicBezTo>
                          <a:pt x="16056" y="63188"/>
                          <a:pt x="32630" y="66296"/>
                          <a:pt x="49722" y="68368"/>
                        </a:cubicBezTo>
                        <a:lnTo>
                          <a:pt x="49722" y="8805"/>
                        </a:lnTo>
                        <a:cubicBezTo>
                          <a:pt x="32630" y="6733"/>
                          <a:pt x="16056" y="3626"/>
                          <a:pt x="0" y="0"/>
                        </a:cubicBez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>
                      <a:lumMod val="40000"/>
                      <a:lumOff val="60000"/>
                    </a:schemeClr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PPOSans R"/>
                      <a:ea typeface="OPPOSans R"/>
                      <a:cs typeface="+mn-cs"/>
                    </a:endParaRPr>
                  </a:p>
                </p:txBody>
              </p:sp>
              <p:sp>
                <p:nvSpPr>
                  <p:cNvPr id="2495" name="任意多边形: 形状 2494"/>
                  <p:cNvSpPr/>
                  <p:nvPr>
                    <p:custDataLst>
                      <p:tags r:id="rId12"/>
                    </p:custDataLst>
                  </p:nvPr>
                </p:nvSpPr>
                <p:spPr>
                  <a:xfrm>
                    <a:off x="11070180" y="5042888"/>
                    <a:ext cx="361519" cy="232804"/>
                  </a:xfrm>
                  <a:custGeom>
                    <a:avLst/>
                    <a:gdLst>
                      <a:gd name="connsiteX0" fmla="*/ 0 w 361519"/>
                      <a:gd name="connsiteY0" fmla="*/ 169365 h 232804"/>
                      <a:gd name="connsiteX1" fmla="*/ 0 w 361519"/>
                      <a:gd name="connsiteY1" fmla="*/ 228928 h 232804"/>
                      <a:gd name="connsiteX2" fmla="*/ 273470 w 361519"/>
                      <a:gd name="connsiteY2" fmla="*/ 182313 h 232804"/>
                      <a:gd name="connsiteX3" fmla="*/ 361519 w 361519"/>
                      <a:gd name="connsiteY3" fmla="*/ 59562 h 232804"/>
                      <a:gd name="connsiteX4" fmla="*/ 361519 w 361519"/>
                      <a:gd name="connsiteY4" fmla="*/ 0 h 232804"/>
                      <a:gd name="connsiteX5" fmla="*/ 273470 w 361519"/>
                      <a:gd name="connsiteY5" fmla="*/ 122751 h 232804"/>
                      <a:gd name="connsiteX6" fmla="*/ 518 w 361519"/>
                      <a:gd name="connsiteY6" fmla="*/ 169365 h 232804"/>
                      <a:gd name="connsiteX7" fmla="*/ 518 w 361519"/>
                      <a:gd name="connsiteY7" fmla="*/ 169365 h 23280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361519" h="232804">
                        <a:moveTo>
                          <a:pt x="0" y="169365"/>
                        </a:moveTo>
                        <a:lnTo>
                          <a:pt x="0" y="228928"/>
                        </a:lnTo>
                        <a:cubicBezTo>
                          <a:pt x="95300" y="240840"/>
                          <a:pt x="198887" y="225302"/>
                          <a:pt x="273470" y="182313"/>
                        </a:cubicBezTo>
                        <a:cubicBezTo>
                          <a:pt x="331997" y="148647"/>
                          <a:pt x="361519" y="104105"/>
                          <a:pt x="361519" y="59562"/>
                        </a:cubicBezTo>
                        <a:lnTo>
                          <a:pt x="361519" y="0"/>
                        </a:lnTo>
                        <a:cubicBezTo>
                          <a:pt x="361519" y="44542"/>
                          <a:pt x="331997" y="89085"/>
                          <a:pt x="273470" y="122751"/>
                        </a:cubicBezTo>
                        <a:cubicBezTo>
                          <a:pt x="198887" y="165739"/>
                          <a:pt x="95818" y="181278"/>
                          <a:pt x="518" y="169365"/>
                        </a:cubicBezTo>
                        <a:lnTo>
                          <a:pt x="518" y="169365"/>
                        </a:lnTo>
                        <a:close/>
                      </a:path>
                    </a:pathLst>
                  </a:custGeom>
                  <a:solidFill>
                    <a:schemeClr val="accent1">
                      <a:lumMod val="40000"/>
                      <a:lumOff val="60000"/>
                    </a:schemeClr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PPOSans R"/>
                      <a:ea typeface="OPPOSans R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2470" name="图形 20"/>
              <p:cNvGrpSpPr/>
              <p:nvPr/>
            </p:nvGrpSpPr>
            <p:grpSpPr>
              <a:xfrm>
                <a:off x="9823507" y="5672525"/>
                <a:ext cx="68367" cy="68540"/>
                <a:chOff x="9823507" y="5672525"/>
                <a:chExt cx="68367" cy="68540"/>
              </a:xfrm>
              <a:solidFill>
                <a:srgbClr val="98A4E0"/>
              </a:solidFill>
            </p:grpSpPr>
            <p:sp>
              <p:nvSpPr>
                <p:cNvPr id="2488" name="任意多边形: 形状 2487"/>
                <p:cNvSpPr/>
                <p:nvPr>
                  <p:custDataLst>
                    <p:tags r:id="rId13"/>
                  </p:custDataLst>
                </p:nvPr>
              </p:nvSpPr>
              <p:spPr>
                <a:xfrm>
                  <a:off x="9823507" y="5672827"/>
                  <a:ext cx="68367" cy="67720"/>
                </a:xfrm>
                <a:custGeom>
                  <a:avLst/>
                  <a:gdLst>
                    <a:gd name="connsiteX0" fmla="*/ 0 w 68367"/>
                    <a:gd name="connsiteY0" fmla="*/ 8158 h 67720"/>
                    <a:gd name="connsiteX1" fmla="*/ 0 w 68367"/>
                    <a:gd name="connsiteY1" fmla="*/ 67720 h 67720"/>
                    <a:gd name="connsiteX2" fmla="*/ 68368 w 68367"/>
                    <a:gd name="connsiteY2" fmla="*/ 67720 h 67720"/>
                    <a:gd name="connsiteX3" fmla="*/ 68368 w 68367"/>
                    <a:gd name="connsiteY3" fmla="*/ 8158 h 67720"/>
                    <a:gd name="connsiteX4" fmla="*/ 0 w 68367"/>
                    <a:gd name="connsiteY4" fmla="*/ 8158 h 677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8367" h="67720">
                      <a:moveTo>
                        <a:pt x="0" y="8158"/>
                      </a:moveTo>
                      <a:lnTo>
                        <a:pt x="0" y="67720"/>
                      </a:lnTo>
                      <a:cubicBezTo>
                        <a:pt x="19163" y="56843"/>
                        <a:pt x="49722" y="56843"/>
                        <a:pt x="68368" y="67720"/>
                      </a:cubicBezTo>
                      <a:lnTo>
                        <a:pt x="68368" y="8158"/>
                      </a:lnTo>
                      <a:cubicBezTo>
                        <a:pt x="49204" y="-2719"/>
                        <a:pt x="18646" y="-2719"/>
                        <a:pt x="0" y="8158"/>
                      </a:cubicBezTo>
                      <a:close/>
                    </a:path>
                  </a:pathLst>
                </a:custGeom>
                <a:solidFill>
                  <a:srgbClr val="98A4E0"/>
                </a:solidFill>
                <a:ln w="517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  <p:grpSp>
              <p:nvGrpSpPr>
                <p:cNvPr id="2489" name="图形 20"/>
                <p:cNvGrpSpPr/>
                <p:nvPr/>
              </p:nvGrpSpPr>
              <p:grpSpPr>
                <a:xfrm>
                  <a:off x="9823507" y="5672525"/>
                  <a:ext cx="68367" cy="68540"/>
                  <a:chOff x="9823507" y="5672525"/>
                  <a:chExt cx="68367" cy="68540"/>
                </a:xfrm>
                <a:solidFill>
                  <a:srgbClr val="98A4E0"/>
                </a:solidFill>
              </p:grpSpPr>
              <p:sp>
                <p:nvSpPr>
                  <p:cNvPr id="2490" name="任意多边形: 形状 2489"/>
                  <p:cNvSpPr/>
                  <p:nvPr>
                    <p:custDataLst>
                      <p:tags r:id="rId14"/>
                    </p:custDataLst>
                  </p:nvPr>
                </p:nvSpPr>
                <p:spPr>
                  <a:xfrm>
                    <a:off x="9823507" y="5672525"/>
                    <a:ext cx="44542" cy="68022"/>
                  </a:xfrm>
                  <a:custGeom>
                    <a:avLst/>
                    <a:gdLst>
                      <a:gd name="connsiteX0" fmla="*/ 0 w 44542"/>
                      <a:gd name="connsiteY0" fmla="*/ 8460 h 68022"/>
                      <a:gd name="connsiteX1" fmla="*/ 0 w 44542"/>
                      <a:gd name="connsiteY1" fmla="*/ 68022 h 68022"/>
                      <a:gd name="connsiteX2" fmla="*/ 44543 w 44542"/>
                      <a:gd name="connsiteY2" fmla="*/ 60253 h 68022"/>
                      <a:gd name="connsiteX3" fmla="*/ 44543 w 44542"/>
                      <a:gd name="connsiteY3" fmla="*/ 691 h 68022"/>
                      <a:gd name="connsiteX4" fmla="*/ 0 w 44542"/>
                      <a:gd name="connsiteY4" fmla="*/ 8460 h 68022"/>
                      <a:gd name="connsiteX5" fmla="*/ 0 w 44542"/>
                      <a:gd name="connsiteY5" fmla="*/ 8460 h 6802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44542" h="68022">
                        <a:moveTo>
                          <a:pt x="0" y="8460"/>
                        </a:moveTo>
                        <a:lnTo>
                          <a:pt x="0" y="68022"/>
                        </a:lnTo>
                        <a:cubicBezTo>
                          <a:pt x="12430" y="61289"/>
                          <a:pt x="29004" y="58699"/>
                          <a:pt x="44543" y="60253"/>
                        </a:cubicBezTo>
                        <a:lnTo>
                          <a:pt x="44543" y="691"/>
                        </a:lnTo>
                        <a:cubicBezTo>
                          <a:pt x="29004" y="-1381"/>
                          <a:pt x="11912" y="1208"/>
                          <a:pt x="0" y="8460"/>
                        </a:cubicBezTo>
                        <a:lnTo>
                          <a:pt x="0" y="8460"/>
                        </a:lnTo>
                        <a:close/>
                      </a:path>
                    </a:pathLst>
                  </a:custGeom>
                  <a:solidFill>
                    <a:schemeClr val="accent1">
                      <a:lumMod val="40000"/>
                      <a:lumOff val="60000"/>
                    </a:schemeClr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PPOSans R"/>
                      <a:ea typeface="OPPOSans R"/>
                      <a:cs typeface="+mn-cs"/>
                    </a:endParaRPr>
                  </a:p>
                </p:txBody>
              </p:sp>
              <p:sp>
                <p:nvSpPr>
                  <p:cNvPr id="2491" name="任意多边形: 形状 2490"/>
                  <p:cNvSpPr/>
                  <p:nvPr>
                    <p:custDataLst>
                      <p:tags r:id="rId15"/>
                    </p:custDataLst>
                  </p:nvPr>
                </p:nvSpPr>
                <p:spPr>
                  <a:xfrm>
                    <a:off x="9868050" y="5673733"/>
                    <a:ext cx="23825" cy="67331"/>
                  </a:xfrm>
                  <a:custGeom>
                    <a:avLst/>
                    <a:gdLst>
                      <a:gd name="connsiteX0" fmla="*/ 0 w 23825"/>
                      <a:gd name="connsiteY0" fmla="*/ 0 h 67331"/>
                      <a:gd name="connsiteX1" fmla="*/ 0 w 23825"/>
                      <a:gd name="connsiteY1" fmla="*/ 59563 h 67331"/>
                      <a:gd name="connsiteX2" fmla="*/ 23825 w 23825"/>
                      <a:gd name="connsiteY2" fmla="*/ 67332 h 67331"/>
                      <a:gd name="connsiteX3" fmla="*/ 23825 w 23825"/>
                      <a:gd name="connsiteY3" fmla="*/ 7769 h 67331"/>
                      <a:gd name="connsiteX4" fmla="*/ 0 w 23825"/>
                      <a:gd name="connsiteY4" fmla="*/ 0 h 67331"/>
                      <a:gd name="connsiteX5" fmla="*/ 0 w 23825"/>
                      <a:gd name="connsiteY5" fmla="*/ 0 h 6733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23825" h="67331">
                        <a:moveTo>
                          <a:pt x="0" y="0"/>
                        </a:moveTo>
                        <a:lnTo>
                          <a:pt x="0" y="59563"/>
                        </a:lnTo>
                        <a:cubicBezTo>
                          <a:pt x="8805" y="60599"/>
                          <a:pt x="17092" y="63188"/>
                          <a:pt x="23825" y="67332"/>
                        </a:cubicBezTo>
                        <a:lnTo>
                          <a:pt x="23825" y="7769"/>
                        </a:lnTo>
                        <a:cubicBezTo>
                          <a:pt x="17092" y="3626"/>
                          <a:pt x="8805" y="1554"/>
                          <a:pt x="0" y="0"/>
                        </a:cubicBez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>
                      <a:lumMod val="40000"/>
                      <a:lumOff val="60000"/>
                    </a:schemeClr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PPOSans R"/>
                      <a:ea typeface="OPPOSans R"/>
                      <a:cs typeface="+mn-cs"/>
                    </a:endParaRPr>
                  </a:p>
                </p:txBody>
              </p:sp>
            </p:grpSp>
          </p:grpSp>
          <p:sp>
            <p:nvSpPr>
              <p:cNvPr id="2471" name="任意多边形: 形状 2470"/>
              <p:cNvSpPr/>
              <p:nvPr>
                <p:custDataLst>
                  <p:tags r:id="rId16"/>
                </p:custDataLst>
              </p:nvPr>
            </p:nvSpPr>
            <p:spPr>
              <a:xfrm>
                <a:off x="10191760" y="5203448"/>
                <a:ext cx="829215" cy="538135"/>
              </a:xfrm>
              <a:custGeom>
                <a:avLst/>
                <a:gdLst>
                  <a:gd name="connsiteX0" fmla="*/ 0 w 829215"/>
                  <a:gd name="connsiteY0" fmla="*/ 478573 h 538135"/>
                  <a:gd name="connsiteX1" fmla="*/ 0 w 829215"/>
                  <a:gd name="connsiteY1" fmla="*/ 538135 h 538135"/>
                  <a:gd name="connsiteX2" fmla="*/ 829216 w 829215"/>
                  <a:gd name="connsiteY2" fmla="*/ 59045 h 538135"/>
                  <a:gd name="connsiteX3" fmla="*/ 829216 w 829215"/>
                  <a:gd name="connsiteY3" fmla="*/ 0 h 538135"/>
                  <a:gd name="connsiteX4" fmla="*/ 0 w 829215"/>
                  <a:gd name="connsiteY4" fmla="*/ 478573 h 5381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29215" h="538135">
                    <a:moveTo>
                      <a:pt x="0" y="478573"/>
                    </a:moveTo>
                    <a:lnTo>
                      <a:pt x="0" y="538135"/>
                    </a:lnTo>
                    <a:lnTo>
                      <a:pt x="829216" y="59045"/>
                    </a:lnTo>
                    <a:lnTo>
                      <a:pt x="829216" y="0"/>
                    </a:lnTo>
                    <a:lnTo>
                      <a:pt x="0" y="478573"/>
                    </a:lnTo>
                    <a:close/>
                  </a:path>
                </a:pathLst>
              </a:custGeom>
              <a:solidFill>
                <a:schemeClr val="accent1">
                  <a:lumMod val="40000"/>
                  <a:lumOff val="60000"/>
                </a:schemeClr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sp>
            <p:nvSpPr>
              <p:cNvPr id="2472" name="任意多边形: 形状 2471"/>
              <p:cNvSpPr/>
              <p:nvPr>
                <p:custDataLst>
                  <p:tags r:id="rId17"/>
                </p:custDataLst>
              </p:nvPr>
            </p:nvSpPr>
            <p:spPr>
              <a:xfrm>
                <a:off x="9891875" y="5680984"/>
                <a:ext cx="128448" cy="134145"/>
              </a:xfrm>
              <a:custGeom>
                <a:avLst/>
                <a:gdLst>
                  <a:gd name="connsiteX0" fmla="*/ 0 w 128448"/>
                  <a:gd name="connsiteY0" fmla="*/ 0 h 134145"/>
                  <a:gd name="connsiteX1" fmla="*/ 0 w 128448"/>
                  <a:gd name="connsiteY1" fmla="*/ 59562 h 134145"/>
                  <a:gd name="connsiteX2" fmla="*/ 128448 w 128448"/>
                  <a:gd name="connsiteY2" fmla="*/ 134145 h 134145"/>
                  <a:gd name="connsiteX3" fmla="*/ 128448 w 128448"/>
                  <a:gd name="connsiteY3" fmla="*/ 74582 h 134145"/>
                  <a:gd name="connsiteX4" fmla="*/ 0 w 128448"/>
                  <a:gd name="connsiteY4" fmla="*/ 0 h 1341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8448" h="134145">
                    <a:moveTo>
                      <a:pt x="0" y="0"/>
                    </a:moveTo>
                    <a:lnTo>
                      <a:pt x="0" y="59562"/>
                    </a:lnTo>
                    <a:lnTo>
                      <a:pt x="128448" y="134145"/>
                    </a:lnTo>
                    <a:lnTo>
                      <a:pt x="128448" y="7458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40000"/>
                  <a:lumOff val="60000"/>
                </a:schemeClr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grpSp>
            <p:nvGrpSpPr>
              <p:cNvPr id="2473" name="图形 20"/>
              <p:cNvGrpSpPr/>
              <p:nvPr/>
            </p:nvGrpSpPr>
            <p:grpSpPr>
              <a:xfrm>
                <a:off x="10020323" y="5755567"/>
                <a:ext cx="13984" cy="79244"/>
                <a:chOff x="10020323" y="5755567"/>
                <a:chExt cx="13984" cy="79244"/>
              </a:xfrm>
              <a:solidFill>
                <a:srgbClr val="98A4E0"/>
              </a:solidFill>
            </p:grpSpPr>
            <p:sp>
              <p:nvSpPr>
                <p:cNvPr id="2484" name="任意多边形: 形状 2483"/>
                <p:cNvSpPr/>
                <p:nvPr>
                  <p:custDataLst>
                    <p:tags r:id="rId18"/>
                  </p:custDataLst>
                </p:nvPr>
              </p:nvSpPr>
              <p:spPr>
                <a:xfrm>
                  <a:off x="10020323" y="5755567"/>
                  <a:ext cx="13984" cy="79244"/>
                </a:xfrm>
                <a:custGeom>
                  <a:avLst/>
                  <a:gdLst>
                    <a:gd name="connsiteX0" fmla="*/ 13985 w 13984"/>
                    <a:gd name="connsiteY0" fmla="*/ 79244 h 79244"/>
                    <a:gd name="connsiteX1" fmla="*/ 13985 w 13984"/>
                    <a:gd name="connsiteY1" fmla="*/ 19682 h 79244"/>
                    <a:gd name="connsiteX2" fmla="*/ 0 w 13984"/>
                    <a:gd name="connsiteY2" fmla="*/ 0 h 79244"/>
                    <a:gd name="connsiteX3" fmla="*/ 0 w 13984"/>
                    <a:gd name="connsiteY3" fmla="*/ 59563 h 79244"/>
                    <a:gd name="connsiteX4" fmla="*/ 13985 w 13984"/>
                    <a:gd name="connsiteY4" fmla="*/ 79244 h 792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984" h="79244">
                      <a:moveTo>
                        <a:pt x="13985" y="79244"/>
                      </a:moveTo>
                      <a:lnTo>
                        <a:pt x="13985" y="19682"/>
                      </a:lnTo>
                      <a:cubicBezTo>
                        <a:pt x="13985" y="12431"/>
                        <a:pt x="9323" y="5697"/>
                        <a:pt x="0" y="0"/>
                      </a:cubicBezTo>
                      <a:lnTo>
                        <a:pt x="0" y="59563"/>
                      </a:lnTo>
                      <a:cubicBezTo>
                        <a:pt x="9323" y="64742"/>
                        <a:pt x="13985" y="71993"/>
                        <a:pt x="13985" y="79244"/>
                      </a:cubicBezTo>
                      <a:close/>
                    </a:path>
                  </a:pathLst>
                </a:custGeom>
                <a:solidFill>
                  <a:srgbClr val="98A4E0"/>
                </a:solidFill>
                <a:ln w="517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  <p:grpSp>
              <p:nvGrpSpPr>
                <p:cNvPr id="2485" name="图形 20"/>
                <p:cNvGrpSpPr/>
                <p:nvPr/>
              </p:nvGrpSpPr>
              <p:grpSpPr>
                <a:xfrm>
                  <a:off x="10020323" y="5755567"/>
                  <a:ext cx="13984" cy="79244"/>
                  <a:chOff x="10020323" y="5755567"/>
                  <a:chExt cx="13984" cy="79244"/>
                </a:xfrm>
                <a:solidFill>
                  <a:srgbClr val="98A4E0"/>
                </a:solidFill>
              </p:grpSpPr>
              <p:sp>
                <p:nvSpPr>
                  <p:cNvPr id="2486" name="任意多边形: 形状 2485"/>
                  <p:cNvSpPr/>
                  <p:nvPr>
                    <p:custDataLst>
                      <p:tags r:id="rId19"/>
                    </p:custDataLst>
                  </p:nvPr>
                </p:nvSpPr>
                <p:spPr>
                  <a:xfrm>
                    <a:off x="10020323" y="5755567"/>
                    <a:ext cx="8805" cy="66813"/>
                  </a:xfrm>
                  <a:custGeom>
                    <a:avLst/>
                    <a:gdLst>
                      <a:gd name="connsiteX0" fmla="*/ 0 w 8805"/>
                      <a:gd name="connsiteY0" fmla="*/ 0 h 66813"/>
                      <a:gd name="connsiteX1" fmla="*/ 0 w 8805"/>
                      <a:gd name="connsiteY1" fmla="*/ 59563 h 66813"/>
                      <a:gd name="connsiteX2" fmla="*/ 8805 w 8805"/>
                      <a:gd name="connsiteY2" fmla="*/ 66814 h 66813"/>
                      <a:gd name="connsiteX3" fmla="*/ 8805 w 8805"/>
                      <a:gd name="connsiteY3" fmla="*/ 7251 h 66813"/>
                      <a:gd name="connsiteX4" fmla="*/ 0 w 8805"/>
                      <a:gd name="connsiteY4" fmla="*/ 0 h 66813"/>
                      <a:gd name="connsiteX5" fmla="*/ 0 w 8805"/>
                      <a:gd name="connsiteY5" fmla="*/ 0 h 6681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8805" h="66813">
                        <a:moveTo>
                          <a:pt x="0" y="0"/>
                        </a:moveTo>
                        <a:lnTo>
                          <a:pt x="0" y="59563"/>
                        </a:lnTo>
                        <a:cubicBezTo>
                          <a:pt x="3626" y="61634"/>
                          <a:pt x="6733" y="64224"/>
                          <a:pt x="8805" y="66814"/>
                        </a:cubicBezTo>
                        <a:lnTo>
                          <a:pt x="8805" y="7251"/>
                        </a:lnTo>
                        <a:cubicBezTo>
                          <a:pt x="8805" y="7251"/>
                          <a:pt x="3626" y="2072"/>
                          <a:pt x="0" y="0"/>
                        </a:cubicBez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>
                      <a:lumMod val="40000"/>
                      <a:lumOff val="60000"/>
                    </a:schemeClr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PPOSans R"/>
                      <a:ea typeface="OPPOSans R"/>
                      <a:cs typeface="+mn-cs"/>
                    </a:endParaRPr>
                  </a:p>
                </p:txBody>
              </p:sp>
              <p:sp>
                <p:nvSpPr>
                  <p:cNvPr id="2487" name="任意多边形: 形状 2486"/>
                  <p:cNvSpPr/>
                  <p:nvPr>
                    <p:custDataLst>
                      <p:tags r:id="rId20"/>
                    </p:custDataLst>
                  </p:nvPr>
                </p:nvSpPr>
                <p:spPr>
                  <a:xfrm>
                    <a:off x="10029128" y="5762818"/>
                    <a:ext cx="5179" cy="71993"/>
                  </a:xfrm>
                  <a:custGeom>
                    <a:avLst/>
                    <a:gdLst>
                      <a:gd name="connsiteX0" fmla="*/ 0 w 5179"/>
                      <a:gd name="connsiteY0" fmla="*/ 0 h 71993"/>
                      <a:gd name="connsiteX1" fmla="*/ 0 w 5179"/>
                      <a:gd name="connsiteY1" fmla="*/ 59563 h 71993"/>
                      <a:gd name="connsiteX2" fmla="*/ 5179 w 5179"/>
                      <a:gd name="connsiteY2" fmla="*/ 71993 h 71993"/>
                      <a:gd name="connsiteX3" fmla="*/ 5179 w 5179"/>
                      <a:gd name="connsiteY3" fmla="*/ 12431 h 71993"/>
                      <a:gd name="connsiteX4" fmla="*/ 0 w 5179"/>
                      <a:gd name="connsiteY4" fmla="*/ 0 h 71993"/>
                      <a:gd name="connsiteX5" fmla="*/ 0 w 5179"/>
                      <a:gd name="connsiteY5" fmla="*/ 0 h 719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5179" h="71993">
                        <a:moveTo>
                          <a:pt x="0" y="0"/>
                        </a:moveTo>
                        <a:lnTo>
                          <a:pt x="0" y="59563"/>
                        </a:lnTo>
                        <a:cubicBezTo>
                          <a:pt x="3626" y="63706"/>
                          <a:pt x="5179" y="67850"/>
                          <a:pt x="5179" y="71993"/>
                        </a:cubicBezTo>
                        <a:lnTo>
                          <a:pt x="5179" y="12431"/>
                        </a:lnTo>
                        <a:cubicBezTo>
                          <a:pt x="5179" y="8287"/>
                          <a:pt x="3107" y="3626"/>
                          <a:pt x="0" y="0"/>
                        </a:cubicBez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98A4E0"/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PPOSans R"/>
                      <a:ea typeface="OPPOSans R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2474" name="图形 20"/>
              <p:cNvGrpSpPr/>
              <p:nvPr/>
            </p:nvGrpSpPr>
            <p:grpSpPr>
              <a:xfrm>
                <a:off x="9614779" y="5744172"/>
                <a:ext cx="12948" cy="109284"/>
                <a:chOff x="9614779" y="5744172"/>
                <a:chExt cx="12948" cy="109284"/>
              </a:xfrm>
              <a:solidFill>
                <a:srgbClr val="98A4E0"/>
              </a:solidFill>
            </p:grpSpPr>
            <p:sp>
              <p:nvSpPr>
                <p:cNvPr id="2482" name="任意多边形: 形状 2481"/>
                <p:cNvSpPr/>
                <p:nvPr>
                  <p:custDataLst>
                    <p:tags r:id="rId21"/>
                  </p:custDataLst>
                </p:nvPr>
              </p:nvSpPr>
              <p:spPr>
                <a:xfrm>
                  <a:off x="9614779" y="5744172"/>
                  <a:ext cx="12948" cy="109284"/>
                </a:xfrm>
                <a:custGeom>
                  <a:avLst/>
                  <a:gdLst>
                    <a:gd name="connsiteX0" fmla="*/ 0 w 12948"/>
                    <a:gd name="connsiteY0" fmla="*/ 0 h 109284"/>
                    <a:gd name="connsiteX1" fmla="*/ 0 w 12948"/>
                    <a:gd name="connsiteY1" fmla="*/ 59563 h 109284"/>
                    <a:gd name="connsiteX2" fmla="*/ 12948 w 12948"/>
                    <a:gd name="connsiteY2" fmla="*/ 109284 h 109284"/>
                    <a:gd name="connsiteX3" fmla="*/ 12948 w 12948"/>
                    <a:gd name="connsiteY3" fmla="*/ 49722 h 109284"/>
                    <a:gd name="connsiteX4" fmla="*/ 0 w 12948"/>
                    <a:gd name="connsiteY4" fmla="*/ 0 h 1092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948" h="109284">
                      <a:moveTo>
                        <a:pt x="0" y="0"/>
                      </a:moveTo>
                      <a:lnTo>
                        <a:pt x="0" y="59563"/>
                      </a:lnTo>
                      <a:cubicBezTo>
                        <a:pt x="0" y="76655"/>
                        <a:pt x="4661" y="93229"/>
                        <a:pt x="12948" y="109284"/>
                      </a:cubicBezTo>
                      <a:lnTo>
                        <a:pt x="12948" y="49722"/>
                      </a:lnTo>
                      <a:cubicBezTo>
                        <a:pt x="4144" y="33666"/>
                        <a:pt x="0" y="16574"/>
                        <a:pt x="0" y="0"/>
                      </a:cubicBezTo>
                      <a:close/>
                    </a:path>
                  </a:pathLst>
                </a:custGeom>
                <a:solidFill>
                  <a:srgbClr val="98A4E0"/>
                </a:solidFill>
                <a:ln w="517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  <p:sp>
              <p:nvSpPr>
                <p:cNvPr id="2483" name="任意多边形: 形状 2482"/>
                <p:cNvSpPr/>
                <p:nvPr>
                  <p:custDataLst>
                    <p:tags r:id="rId22"/>
                  </p:custDataLst>
                </p:nvPr>
              </p:nvSpPr>
              <p:spPr>
                <a:xfrm>
                  <a:off x="9614779" y="5744172"/>
                  <a:ext cx="12948" cy="109284"/>
                </a:xfrm>
                <a:custGeom>
                  <a:avLst/>
                  <a:gdLst>
                    <a:gd name="connsiteX0" fmla="*/ 0 w 12948"/>
                    <a:gd name="connsiteY0" fmla="*/ 0 h 109284"/>
                    <a:gd name="connsiteX1" fmla="*/ 0 w 12948"/>
                    <a:gd name="connsiteY1" fmla="*/ 59563 h 109284"/>
                    <a:gd name="connsiteX2" fmla="*/ 12948 w 12948"/>
                    <a:gd name="connsiteY2" fmla="*/ 109284 h 109284"/>
                    <a:gd name="connsiteX3" fmla="*/ 12948 w 12948"/>
                    <a:gd name="connsiteY3" fmla="*/ 49722 h 109284"/>
                    <a:gd name="connsiteX4" fmla="*/ 0 w 12948"/>
                    <a:gd name="connsiteY4" fmla="*/ 0 h 109284"/>
                    <a:gd name="connsiteX5" fmla="*/ 0 w 12948"/>
                    <a:gd name="connsiteY5" fmla="*/ 0 h 1092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2948" h="109284">
                      <a:moveTo>
                        <a:pt x="0" y="0"/>
                      </a:moveTo>
                      <a:lnTo>
                        <a:pt x="0" y="59563"/>
                      </a:lnTo>
                      <a:cubicBezTo>
                        <a:pt x="0" y="76655"/>
                        <a:pt x="4661" y="93229"/>
                        <a:pt x="12948" y="109284"/>
                      </a:cubicBezTo>
                      <a:lnTo>
                        <a:pt x="12948" y="49722"/>
                      </a:lnTo>
                      <a:cubicBezTo>
                        <a:pt x="4144" y="33666"/>
                        <a:pt x="0" y="16574"/>
                        <a:pt x="0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>
                    <a:lumMod val="40000"/>
                    <a:lumOff val="60000"/>
                  </a:schemeClr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</p:grpSp>
          <p:sp>
            <p:nvSpPr>
              <p:cNvPr id="2475" name="任意多边形: 形状 2474"/>
              <p:cNvSpPr/>
              <p:nvPr>
                <p:custDataLst>
                  <p:tags r:id="rId23"/>
                </p:custDataLst>
              </p:nvPr>
            </p:nvSpPr>
            <p:spPr>
              <a:xfrm>
                <a:off x="9627727" y="5680984"/>
                <a:ext cx="195780" cy="172472"/>
              </a:xfrm>
              <a:custGeom>
                <a:avLst/>
                <a:gdLst>
                  <a:gd name="connsiteX0" fmla="*/ 0 w 195780"/>
                  <a:gd name="connsiteY0" fmla="*/ 112910 h 172472"/>
                  <a:gd name="connsiteX1" fmla="*/ 0 w 195780"/>
                  <a:gd name="connsiteY1" fmla="*/ 172472 h 172472"/>
                  <a:gd name="connsiteX2" fmla="*/ 195780 w 195780"/>
                  <a:gd name="connsiteY2" fmla="*/ 59562 h 172472"/>
                  <a:gd name="connsiteX3" fmla="*/ 195780 w 195780"/>
                  <a:gd name="connsiteY3" fmla="*/ 0 h 172472"/>
                  <a:gd name="connsiteX4" fmla="*/ 0 w 195780"/>
                  <a:gd name="connsiteY4" fmla="*/ 112910 h 1724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5780" h="172472">
                    <a:moveTo>
                      <a:pt x="0" y="112910"/>
                    </a:moveTo>
                    <a:lnTo>
                      <a:pt x="0" y="172472"/>
                    </a:lnTo>
                    <a:lnTo>
                      <a:pt x="195780" y="59562"/>
                    </a:lnTo>
                    <a:lnTo>
                      <a:pt x="195780" y="0"/>
                    </a:lnTo>
                    <a:lnTo>
                      <a:pt x="0" y="112910"/>
                    </a:lnTo>
                    <a:close/>
                  </a:path>
                </a:pathLst>
              </a:custGeom>
              <a:solidFill>
                <a:schemeClr val="accent1">
                  <a:lumMod val="40000"/>
                  <a:lumOff val="60000"/>
                </a:schemeClr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grpSp>
            <p:nvGrpSpPr>
              <p:cNvPr id="2476" name="图形 20"/>
              <p:cNvGrpSpPr/>
              <p:nvPr/>
            </p:nvGrpSpPr>
            <p:grpSpPr>
              <a:xfrm>
                <a:off x="9824025" y="5742618"/>
                <a:ext cx="387416" cy="232866"/>
                <a:chOff x="9824025" y="5742618"/>
                <a:chExt cx="387416" cy="232866"/>
              </a:xfrm>
              <a:solidFill>
                <a:srgbClr val="98A4E0"/>
              </a:solidFill>
            </p:grpSpPr>
            <p:sp>
              <p:nvSpPr>
                <p:cNvPr id="2478" name="任意多边形: 形状 2477"/>
                <p:cNvSpPr/>
                <p:nvPr>
                  <p:custDataLst>
                    <p:tags r:id="rId24"/>
                  </p:custDataLst>
                </p:nvPr>
              </p:nvSpPr>
              <p:spPr>
                <a:xfrm>
                  <a:off x="9824543" y="5742618"/>
                  <a:ext cx="386898" cy="232866"/>
                </a:xfrm>
                <a:custGeom>
                  <a:avLst/>
                  <a:gdLst>
                    <a:gd name="connsiteX0" fmla="*/ 386380 w 386898"/>
                    <a:gd name="connsiteY0" fmla="*/ 59563 h 232866"/>
                    <a:gd name="connsiteX1" fmla="*/ 386380 w 386898"/>
                    <a:gd name="connsiteY1" fmla="*/ 0 h 232866"/>
                    <a:gd name="connsiteX2" fmla="*/ 298331 w 386898"/>
                    <a:gd name="connsiteY2" fmla="*/ 122751 h 232866"/>
                    <a:gd name="connsiteX3" fmla="*/ 0 w 386898"/>
                    <a:gd name="connsiteY3" fmla="*/ 165740 h 232866"/>
                    <a:gd name="connsiteX4" fmla="*/ 0 w 386898"/>
                    <a:gd name="connsiteY4" fmla="*/ 225302 h 232866"/>
                    <a:gd name="connsiteX5" fmla="*/ 298849 w 386898"/>
                    <a:gd name="connsiteY5" fmla="*/ 182314 h 232866"/>
                    <a:gd name="connsiteX6" fmla="*/ 386898 w 386898"/>
                    <a:gd name="connsiteY6" fmla="*/ 59563 h 232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86898" h="232866">
                      <a:moveTo>
                        <a:pt x="386380" y="59563"/>
                      </a:moveTo>
                      <a:lnTo>
                        <a:pt x="386380" y="0"/>
                      </a:lnTo>
                      <a:cubicBezTo>
                        <a:pt x="386380" y="44543"/>
                        <a:pt x="356858" y="89085"/>
                        <a:pt x="298331" y="122751"/>
                      </a:cubicBezTo>
                      <a:cubicBezTo>
                        <a:pt x="217533" y="169365"/>
                        <a:pt x="102033" y="183867"/>
                        <a:pt x="0" y="165740"/>
                      </a:cubicBezTo>
                      <a:lnTo>
                        <a:pt x="0" y="225302"/>
                      </a:lnTo>
                      <a:cubicBezTo>
                        <a:pt x="102033" y="243430"/>
                        <a:pt x="217533" y="228928"/>
                        <a:pt x="298849" y="182314"/>
                      </a:cubicBezTo>
                      <a:cubicBezTo>
                        <a:pt x="357376" y="148648"/>
                        <a:pt x="386898" y="104105"/>
                        <a:pt x="386898" y="59563"/>
                      </a:cubicBezTo>
                      <a:close/>
                    </a:path>
                  </a:pathLst>
                </a:custGeom>
                <a:solidFill>
                  <a:srgbClr val="98A4E0"/>
                </a:solidFill>
                <a:ln w="517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  <p:grpSp>
              <p:nvGrpSpPr>
                <p:cNvPr id="2479" name="图形 20"/>
                <p:cNvGrpSpPr/>
                <p:nvPr/>
              </p:nvGrpSpPr>
              <p:grpSpPr>
                <a:xfrm>
                  <a:off x="9824025" y="5742618"/>
                  <a:ext cx="386898" cy="232804"/>
                  <a:chOff x="9824025" y="5742618"/>
                  <a:chExt cx="386898" cy="232804"/>
                </a:xfrm>
                <a:solidFill>
                  <a:srgbClr val="98A4E0"/>
                </a:solidFill>
              </p:grpSpPr>
              <p:sp>
                <p:nvSpPr>
                  <p:cNvPr id="2480" name="任意多边形: 形状 2479"/>
                  <p:cNvSpPr/>
                  <p:nvPr>
                    <p:custDataLst>
                      <p:tags r:id="rId25"/>
                    </p:custDataLst>
                  </p:nvPr>
                </p:nvSpPr>
                <p:spPr>
                  <a:xfrm>
                    <a:off x="9824025" y="5908358"/>
                    <a:ext cx="25378" cy="63187"/>
                  </a:xfrm>
                  <a:custGeom>
                    <a:avLst/>
                    <a:gdLst>
                      <a:gd name="connsiteX0" fmla="*/ 0 w 25378"/>
                      <a:gd name="connsiteY0" fmla="*/ 0 h 63187"/>
                      <a:gd name="connsiteX1" fmla="*/ 0 w 25378"/>
                      <a:gd name="connsiteY1" fmla="*/ 59562 h 63187"/>
                      <a:gd name="connsiteX2" fmla="*/ 25379 w 25378"/>
                      <a:gd name="connsiteY2" fmla="*/ 63188 h 63187"/>
                      <a:gd name="connsiteX3" fmla="*/ 25379 w 25378"/>
                      <a:gd name="connsiteY3" fmla="*/ 3626 h 63187"/>
                      <a:gd name="connsiteX4" fmla="*/ 0 w 25378"/>
                      <a:gd name="connsiteY4" fmla="*/ 0 h 63187"/>
                      <a:gd name="connsiteX5" fmla="*/ 0 w 25378"/>
                      <a:gd name="connsiteY5" fmla="*/ 0 h 6318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25378" h="63187">
                        <a:moveTo>
                          <a:pt x="0" y="0"/>
                        </a:moveTo>
                        <a:lnTo>
                          <a:pt x="0" y="59562"/>
                        </a:lnTo>
                        <a:cubicBezTo>
                          <a:pt x="8287" y="61116"/>
                          <a:pt x="16574" y="62152"/>
                          <a:pt x="25379" y="63188"/>
                        </a:cubicBezTo>
                        <a:lnTo>
                          <a:pt x="25379" y="3626"/>
                        </a:lnTo>
                        <a:cubicBezTo>
                          <a:pt x="16574" y="2589"/>
                          <a:pt x="8287" y="1554"/>
                          <a:pt x="0" y="0"/>
                        </a:cubicBez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>
                      <a:lumMod val="40000"/>
                      <a:lumOff val="60000"/>
                    </a:schemeClr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PPOSans R"/>
                      <a:ea typeface="OPPOSans R"/>
                      <a:cs typeface="+mn-cs"/>
                    </a:endParaRPr>
                  </a:p>
                </p:txBody>
              </p:sp>
              <p:sp>
                <p:nvSpPr>
                  <p:cNvPr id="2481" name="任意多边形: 形状 2480"/>
                  <p:cNvSpPr/>
                  <p:nvPr>
                    <p:custDataLst>
                      <p:tags r:id="rId26"/>
                    </p:custDataLst>
                  </p:nvPr>
                </p:nvSpPr>
                <p:spPr>
                  <a:xfrm>
                    <a:off x="9849404" y="5742618"/>
                    <a:ext cx="361519" cy="232804"/>
                  </a:xfrm>
                  <a:custGeom>
                    <a:avLst/>
                    <a:gdLst>
                      <a:gd name="connsiteX0" fmla="*/ 0 w 361519"/>
                      <a:gd name="connsiteY0" fmla="*/ 169365 h 232804"/>
                      <a:gd name="connsiteX1" fmla="*/ 0 w 361519"/>
                      <a:gd name="connsiteY1" fmla="*/ 228928 h 232804"/>
                      <a:gd name="connsiteX2" fmla="*/ 273470 w 361519"/>
                      <a:gd name="connsiteY2" fmla="*/ 182314 h 232804"/>
                      <a:gd name="connsiteX3" fmla="*/ 361519 w 361519"/>
                      <a:gd name="connsiteY3" fmla="*/ 59563 h 232804"/>
                      <a:gd name="connsiteX4" fmla="*/ 361519 w 361519"/>
                      <a:gd name="connsiteY4" fmla="*/ 0 h 232804"/>
                      <a:gd name="connsiteX5" fmla="*/ 273470 w 361519"/>
                      <a:gd name="connsiteY5" fmla="*/ 122751 h 232804"/>
                      <a:gd name="connsiteX6" fmla="*/ 0 w 361519"/>
                      <a:gd name="connsiteY6" fmla="*/ 169365 h 232804"/>
                      <a:gd name="connsiteX7" fmla="*/ 0 w 361519"/>
                      <a:gd name="connsiteY7" fmla="*/ 169365 h 23280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361519" h="232804">
                        <a:moveTo>
                          <a:pt x="0" y="169365"/>
                        </a:moveTo>
                        <a:lnTo>
                          <a:pt x="0" y="228928"/>
                        </a:lnTo>
                        <a:cubicBezTo>
                          <a:pt x="95300" y="240840"/>
                          <a:pt x="198887" y="225302"/>
                          <a:pt x="273470" y="182314"/>
                        </a:cubicBezTo>
                        <a:cubicBezTo>
                          <a:pt x="331997" y="148648"/>
                          <a:pt x="361519" y="104105"/>
                          <a:pt x="361519" y="59563"/>
                        </a:cubicBezTo>
                        <a:lnTo>
                          <a:pt x="361519" y="0"/>
                        </a:lnTo>
                        <a:cubicBezTo>
                          <a:pt x="361519" y="44543"/>
                          <a:pt x="331997" y="89085"/>
                          <a:pt x="273470" y="122751"/>
                        </a:cubicBezTo>
                        <a:cubicBezTo>
                          <a:pt x="198887" y="165740"/>
                          <a:pt x="95300" y="181278"/>
                          <a:pt x="0" y="169365"/>
                        </a:cubicBezTo>
                        <a:lnTo>
                          <a:pt x="0" y="169365"/>
                        </a:lnTo>
                        <a:close/>
                      </a:path>
                    </a:pathLst>
                  </a:custGeom>
                  <a:solidFill>
                    <a:schemeClr val="accent1">
                      <a:lumMod val="40000"/>
                      <a:lumOff val="60000"/>
                    </a:schemeClr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PPOSans R"/>
                      <a:ea typeface="OPPOSans R"/>
                      <a:cs typeface="+mn-cs"/>
                    </a:endParaRPr>
                  </a:p>
                </p:txBody>
              </p:sp>
            </p:grpSp>
          </p:grpSp>
          <p:sp>
            <p:nvSpPr>
              <p:cNvPr id="2477" name="任意多边形: 形状 2476"/>
              <p:cNvSpPr/>
              <p:nvPr>
                <p:custDataLst>
                  <p:tags r:id="rId27"/>
                </p:custDataLst>
              </p:nvPr>
            </p:nvSpPr>
            <p:spPr>
              <a:xfrm>
                <a:off x="9614876" y="4870309"/>
                <a:ext cx="1816724" cy="1045095"/>
              </a:xfrm>
              <a:custGeom>
                <a:avLst/>
                <a:gdLst>
                  <a:gd name="connsiteX0" fmla="*/ 87952 w 1816724"/>
                  <a:gd name="connsiteY0" fmla="*/ 751113 h 1045095"/>
                  <a:gd name="connsiteX1" fmla="*/ 12851 w 1816724"/>
                  <a:gd name="connsiteY1" fmla="*/ 923586 h 1045095"/>
                  <a:gd name="connsiteX2" fmla="*/ 208631 w 1816724"/>
                  <a:gd name="connsiteY2" fmla="*/ 810676 h 1045095"/>
                  <a:gd name="connsiteX3" fmla="*/ 276999 w 1816724"/>
                  <a:gd name="connsiteY3" fmla="*/ 810676 h 1045095"/>
                  <a:gd name="connsiteX4" fmla="*/ 405447 w 1816724"/>
                  <a:gd name="connsiteY4" fmla="*/ 885258 h 1045095"/>
                  <a:gd name="connsiteX5" fmla="*/ 405447 w 1816724"/>
                  <a:gd name="connsiteY5" fmla="*/ 924622 h 1045095"/>
                  <a:gd name="connsiteX6" fmla="*/ 209667 w 1816724"/>
                  <a:gd name="connsiteY6" fmla="*/ 1037532 h 1045095"/>
                  <a:gd name="connsiteX7" fmla="*/ 507999 w 1816724"/>
                  <a:gd name="connsiteY7" fmla="*/ 994543 h 1045095"/>
                  <a:gd name="connsiteX8" fmla="*/ 576884 w 1816724"/>
                  <a:gd name="connsiteY8" fmla="*/ 811193 h 1045095"/>
                  <a:gd name="connsiteX9" fmla="*/ 1406100 w 1816724"/>
                  <a:gd name="connsiteY9" fmla="*/ 332103 h 1045095"/>
                  <a:gd name="connsiteX10" fmla="*/ 1728775 w 1816724"/>
                  <a:gd name="connsiteY10" fmla="*/ 294294 h 1045095"/>
                  <a:gd name="connsiteX11" fmla="*/ 1808537 w 1816724"/>
                  <a:gd name="connsiteY11" fmla="*/ 131662 h 1045095"/>
                  <a:gd name="connsiteX12" fmla="*/ 1614829 w 1816724"/>
                  <a:gd name="connsiteY12" fmla="*/ 243536 h 1045095"/>
                  <a:gd name="connsiteX13" fmla="*/ 1567179 w 1816724"/>
                  <a:gd name="connsiteY13" fmla="*/ 250787 h 1045095"/>
                  <a:gd name="connsiteX14" fmla="*/ 1449607 w 1816724"/>
                  <a:gd name="connsiteY14" fmla="*/ 232659 h 1045095"/>
                  <a:gd name="connsiteX15" fmla="*/ 1414905 w 1816724"/>
                  <a:gd name="connsiteY15" fmla="*/ 212460 h 1045095"/>
                  <a:gd name="connsiteX16" fmla="*/ 1383829 w 1816724"/>
                  <a:gd name="connsiteY16" fmla="*/ 144092 h 1045095"/>
                  <a:gd name="connsiteX17" fmla="*/ 1396778 w 1816724"/>
                  <a:gd name="connsiteY17" fmla="*/ 116642 h 1045095"/>
                  <a:gd name="connsiteX18" fmla="*/ 1590486 w 1816724"/>
                  <a:gd name="connsiteY18" fmla="*/ 4767 h 1045095"/>
                  <a:gd name="connsiteX19" fmla="*/ 1309246 w 1816724"/>
                  <a:gd name="connsiteY19" fmla="*/ 50346 h 1045095"/>
                  <a:gd name="connsiteX20" fmla="*/ 1242433 w 1816724"/>
                  <a:gd name="connsiteY20" fmla="*/ 237321 h 1045095"/>
                  <a:gd name="connsiteX21" fmla="*/ 416842 w 1816724"/>
                  <a:gd name="connsiteY21" fmla="*/ 714340 h 1045095"/>
                  <a:gd name="connsiteX22" fmla="*/ 88470 w 1816724"/>
                  <a:gd name="connsiteY22" fmla="*/ 750595 h 10450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816724" h="1045095">
                    <a:moveTo>
                      <a:pt x="87952" y="751113"/>
                    </a:moveTo>
                    <a:cubicBezTo>
                      <a:pt x="7154" y="797727"/>
                      <a:pt x="-18225" y="864541"/>
                      <a:pt x="12851" y="923586"/>
                    </a:cubicBezTo>
                    <a:lnTo>
                      <a:pt x="208631" y="810676"/>
                    </a:lnTo>
                    <a:cubicBezTo>
                      <a:pt x="227277" y="799799"/>
                      <a:pt x="258353" y="799799"/>
                      <a:pt x="276999" y="810676"/>
                    </a:cubicBezTo>
                    <a:lnTo>
                      <a:pt x="405447" y="885258"/>
                    </a:lnTo>
                    <a:cubicBezTo>
                      <a:pt x="424093" y="896135"/>
                      <a:pt x="424093" y="913745"/>
                      <a:pt x="405447" y="924622"/>
                    </a:cubicBezTo>
                    <a:lnTo>
                      <a:pt x="209667" y="1037532"/>
                    </a:lnTo>
                    <a:cubicBezTo>
                      <a:pt x="311701" y="1055659"/>
                      <a:pt x="427201" y="1041157"/>
                      <a:pt x="507999" y="994543"/>
                    </a:cubicBezTo>
                    <a:cubicBezTo>
                      <a:pt x="593976" y="944821"/>
                      <a:pt x="616765" y="872828"/>
                      <a:pt x="576884" y="811193"/>
                    </a:cubicBezTo>
                    <a:lnTo>
                      <a:pt x="1406100" y="332103"/>
                    </a:lnTo>
                    <a:cubicBezTo>
                      <a:pt x="1513313" y="357482"/>
                      <a:pt x="1641243" y="344534"/>
                      <a:pt x="1728775" y="294294"/>
                    </a:cubicBezTo>
                    <a:cubicBezTo>
                      <a:pt x="1805430" y="250269"/>
                      <a:pt x="1831844" y="188117"/>
                      <a:pt x="1808537" y="131662"/>
                    </a:cubicBezTo>
                    <a:lnTo>
                      <a:pt x="1614829" y="243536"/>
                    </a:lnTo>
                    <a:cubicBezTo>
                      <a:pt x="1602398" y="250787"/>
                      <a:pt x="1584271" y="253377"/>
                      <a:pt x="1567179" y="250787"/>
                    </a:cubicBezTo>
                    <a:lnTo>
                      <a:pt x="1449607" y="232659"/>
                    </a:lnTo>
                    <a:cubicBezTo>
                      <a:pt x="1432515" y="230069"/>
                      <a:pt x="1419567" y="222301"/>
                      <a:pt x="1414905" y="212460"/>
                    </a:cubicBezTo>
                    <a:lnTo>
                      <a:pt x="1383829" y="144092"/>
                    </a:lnTo>
                    <a:cubicBezTo>
                      <a:pt x="1379168" y="134251"/>
                      <a:pt x="1383829" y="123893"/>
                      <a:pt x="1396778" y="116642"/>
                    </a:cubicBezTo>
                    <a:lnTo>
                      <a:pt x="1590486" y="4767"/>
                    </a:lnTo>
                    <a:cubicBezTo>
                      <a:pt x="1493114" y="-8699"/>
                      <a:pt x="1385383" y="6321"/>
                      <a:pt x="1309246" y="50346"/>
                    </a:cubicBezTo>
                    <a:cubicBezTo>
                      <a:pt x="1221715" y="101104"/>
                      <a:pt x="1199444" y="174650"/>
                      <a:pt x="1242433" y="237321"/>
                    </a:cubicBezTo>
                    <a:lnTo>
                      <a:pt x="416842" y="714340"/>
                    </a:lnTo>
                    <a:cubicBezTo>
                      <a:pt x="308593" y="687407"/>
                      <a:pt x="177555" y="699320"/>
                      <a:pt x="88470" y="750595"/>
                    </a:cubicBez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</p:grpSp>
        <p:sp>
          <p:nvSpPr>
            <p:cNvPr id="2433" name="任意多边形: 形状 2432"/>
            <p:cNvSpPr/>
            <p:nvPr>
              <p:custDataLst>
                <p:tags r:id="rId28"/>
              </p:custDataLst>
            </p:nvPr>
          </p:nvSpPr>
          <p:spPr>
            <a:xfrm>
              <a:off x="8836099" y="1440582"/>
              <a:ext cx="2614025" cy="2827929"/>
            </a:xfrm>
            <a:custGeom>
              <a:avLst/>
              <a:gdLst>
                <a:gd name="connsiteX0" fmla="*/ 2614025 w 2614025"/>
                <a:gd name="connsiteY0" fmla="*/ 1269461 h 2827929"/>
                <a:gd name="connsiteX1" fmla="*/ 2549801 w 2614025"/>
                <a:gd name="connsiteY1" fmla="*/ 1508229 h 2827929"/>
                <a:gd name="connsiteX2" fmla="*/ 2458644 w 2614025"/>
                <a:gd name="connsiteY2" fmla="*/ 1847995 h 2827929"/>
                <a:gd name="connsiteX3" fmla="*/ 2374739 w 2614025"/>
                <a:gd name="connsiteY3" fmla="*/ 2161864 h 2827929"/>
                <a:gd name="connsiteX4" fmla="*/ 2199676 w 2614025"/>
                <a:gd name="connsiteY4" fmla="*/ 2813427 h 2827929"/>
                <a:gd name="connsiteX5" fmla="*/ 2198122 w 2614025"/>
                <a:gd name="connsiteY5" fmla="*/ 2818089 h 2827929"/>
                <a:gd name="connsiteX6" fmla="*/ 2195533 w 2614025"/>
                <a:gd name="connsiteY6" fmla="*/ 2827929 h 2827929"/>
                <a:gd name="connsiteX7" fmla="*/ 2041188 w 2614025"/>
                <a:gd name="connsiteY7" fmla="*/ 2738844 h 2827929"/>
                <a:gd name="connsiteX8" fmla="*/ 0 w 2614025"/>
                <a:gd name="connsiteY8" fmla="*/ 1558469 h 2827929"/>
                <a:gd name="connsiteX9" fmla="*/ 0 w 2614025"/>
                <a:gd name="connsiteY9" fmla="*/ 1558469 h 2827929"/>
                <a:gd name="connsiteX10" fmla="*/ 284865 w 2614025"/>
                <a:gd name="connsiteY10" fmla="*/ 497218 h 2827929"/>
                <a:gd name="connsiteX11" fmla="*/ 418493 w 2614025"/>
                <a:gd name="connsiteY11" fmla="*/ 0 h 2827929"/>
                <a:gd name="connsiteX12" fmla="*/ 427815 w 2614025"/>
                <a:gd name="connsiteY12" fmla="*/ 5179 h 2827929"/>
                <a:gd name="connsiteX13" fmla="*/ 439210 w 2614025"/>
                <a:gd name="connsiteY13" fmla="*/ 12430 h 2827929"/>
                <a:gd name="connsiteX14" fmla="*/ 515865 w 2614025"/>
                <a:gd name="connsiteY14" fmla="*/ 56455 h 2827929"/>
                <a:gd name="connsiteX15" fmla="*/ 893440 w 2614025"/>
                <a:gd name="connsiteY15" fmla="*/ 274506 h 2827929"/>
                <a:gd name="connsiteX16" fmla="*/ 1488550 w 2614025"/>
                <a:gd name="connsiteY16" fmla="*/ 617897 h 2827929"/>
                <a:gd name="connsiteX17" fmla="*/ 2133380 w 2614025"/>
                <a:gd name="connsiteY17" fmla="*/ 990293 h 2827929"/>
                <a:gd name="connsiteX18" fmla="*/ 2587611 w 2614025"/>
                <a:gd name="connsiteY18" fmla="*/ 1254441 h 2827929"/>
                <a:gd name="connsiteX19" fmla="*/ 2614025 w 2614025"/>
                <a:gd name="connsiteY19" fmla="*/ 1269461 h 2827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614025" h="2827929">
                  <a:moveTo>
                    <a:pt x="2614025" y="1269461"/>
                  </a:moveTo>
                  <a:lnTo>
                    <a:pt x="2549801" y="1508229"/>
                  </a:lnTo>
                  <a:lnTo>
                    <a:pt x="2458644" y="1847995"/>
                  </a:lnTo>
                  <a:lnTo>
                    <a:pt x="2374739" y="2161864"/>
                  </a:lnTo>
                  <a:lnTo>
                    <a:pt x="2199676" y="2813427"/>
                  </a:lnTo>
                  <a:lnTo>
                    <a:pt x="2198122" y="2818089"/>
                  </a:lnTo>
                  <a:lnTo>
                    <a:pt x="2195533" y="2827929"/>
                  </a:lnTo>
                  <a:lnTo>
                    <a:pt x="2041188" y="2738844"/>
                  </a:lnTo>
                  <a:lnTo>
                    <a:pt x="0" y="1558469"/>
                  </a:lnTo>
                  <a:lnTo>
                    <a:pt x="0" y="1558469"/>
                  </a:lnTo>
                  <a:lnTo>
                    <a:pt x="284865" y="497218"/>
                  </a:lnTo>
                  <a:lnTo>
                    <a:pt x="418493" y="0"/>
                  </a:lnTo>
                  <a:lnTo>
                    <a:pt x="427815" y="5179"/>
                  </a:lnTo>
                  <a:lnTo>
                    <a:pt x="439210" y="12430"/>
                  </a:lnTo>
                  <a:lnTo>
                    <a:pt x="515865" y="56455"/>
                  </a:lnTo>
                  <a:lnTo>
                    <a:pt x="893440" y="274506"/>
                  </a:lnTo>
                  <a:lnTo>
                    <a:pt x="1488550" y="617897"/>
                  </a:lnTo>
                  <a:lnTo>
                    <a:pt x="2133380" y="990293"/>
                  </a:lnTo>
                  <a:lnTo>
                    <a:pt x="2587611" y="1254441"/>
                  </a:lnTo>
                  <a:lnTo>
                    <a:pt x="2614025" y="1269461"/>
                  </a:lnTo>
                  <a:close/>
                </a:path>
              </a:pathLst>
            </a:custGeom>
            <a:gradFill>
              <a:gsLst>
                <a:gs pos="36000">
                  <a:schemeClr val="accent1"/>
                </a:gs>
                <a:gs pos="100000">
                  <a:schemeClr val="accent2"/>
                </a:gs>
              </a:gsLst>
              <a:lin ang="5817068" scaled="1"/>
            </a:gra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POSans R"/>
                <a:ea typeface="OPPOSans R"/>
                <a:cs typeface="+mn-cs"/>
              </a:endParaRPr>
            </a:p>
          </p:txBody>
        </p:sp>
        <p:grpSp>
          <p:nvGrpSpPr>
            <p:cNvPr id="1357" name="图形 20"/>
            <p:cNvGrpSpPr/>
            <p:nvPr/>
          </p:nvGrpSpPr>
          <p:grpSpPr>
            <a:xfrm>
              <a:off x="8568844" y="800414"/>
              <a:ext cx="2619204" cy="3377977"/>
              <a:chOff x="8504323" y="1031475"/>
              <a:chExt cx="2619204" cy="3377977"/>
            </a:xfrm>
          </p:grpSpPr>
          <p:sp>
            <p:nvSpPr>
              <p:cNvPr id="2448" name="任意多边形: 形状 2447"/>
              <p:cNvSpPr/>
              <p:nvPr>
                <p:custDataLst>
                  <p:tags r:id="rId29"/>
                </p:custDataLst>
              </p:nvPr>
            </p:nvSpPr>
            <p:spPr>
              <a:xfrm>
                <a:off x="8718231" y="1031475"/>
                <a:ext cx="2405296" cy="3219488"/>
              </a:xfrm>
              <a:custGeom>
                <a:avLst/>
                <a:gdLst>
                  <a:gd name="connsiteX0" fmla="*/ 2405297 w 2405296"/>
                  <a:gd name="connsiteY0" fmla="*/ 3219489 h 3219488"/>
                  <a:gd name="connsiteX1" fmla="*/ 0 w 2405296"/>
                  <a:gd name="connsiteY1" fmla="*/ 1830385 h 3219488"/>
                  <a:gd name="connsiteX2" fmla="*/ 0 w 2405296"/>
                  <a:gd name="connsiteY2" fmla="*/ 0 h 3219488"/>
                  <a:gd name="connsiteX3" fmla="*/ 2405297 w 2405296"/>
                  <a:gd name="connsiteY3" fmla="*/ 1388586 h 3219488"/>
                  <a:gd name="connsiteX4" fmla="*/ 2405297 w 2405296"/>
                  <a:gd name="connsiteY4" fmla="*/ 3219489 h 32194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05296" h="3219488">
                    <a:moveTo>
                      <a:pt x="2405297" y="3219489"/>
                    </a:moveTo>
                    <a:lnTo>
                      <a:pt x="0" y="1830385"/>
                    </a:lnTo>
                    <a:lnTo>
                      <a:pt x="0" y="0"/>
                    </a:lnTo>
                    <a:lnTo>
                      <a:pt x="2405297" y="1388586"/>
                    </a:lnTo>
                    <a:lnTo>
                      <a:pt x="2405297" y="3219489"/>
                    </a:lnTo>
                    <a:close/>
                  </a:path>
                </a:pathLst>
              </a:custGeom>
              <a:solidFill>
                <a:srgbClr val="F4F5FA">
                  <a:alpha val="30000"/>
                </a:srgbClr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sp>
            <p:nvSpPr>
              <p:cNvPr id="2449" name="任意多边形: 形状 2448"/>
              <p:cNvSpPr/>
              <p:nvPr>
                <p:custDataLst>
                  <p:tags r:id="rId30"/>
                </p:custDataLst>
              </p:nvPr>
            </p:nvSpPr>
            <p:spPr>
              <a:xfrm>
                <a:off x="8608428" y="1161477"/>
                <a:ext cx="2405296" cy="3218970"/>
              </a:xfrm>
              <a:custGeom>
                <a:avLst/>
                <a:gdLst>
                  <a:gd name="connsiteX0" fmla="*/ 2405297 w 2405296"/>
                  <a:gd name="connsiteY0" fmla="*/ 3218971 h 3218970"/>
                  <a:gd name="connsiteX1" fmla="*/ 0 w 2405296"/>
                  <a:gd name="connsiteY1" fmla="*/ 1830385 h 3218970"/>
                  <a:gd name="connsiteX2" fmla="*/ 0 w 2405296"/>
                  <a:gd name="connsiteY2" fmla="*/ 0 h 3218970"/>
                  <a:gd name="connsiteX3" fmla="*/ 2405297 w 2405296"/>
                  <a:gd name="connsiteY3" fmla="*/ 1388586 h 3218970"/>
                  <a:gd name="connsiteX4" fmla="*/ 2405297 w 2405296"/>
                  <a:gd name="connsiteY4" fmla="*/ 3218971 h 3218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05296" h="3218970">
                    <a:moveTo>
                      <a:pt x="2405297" y="3218971"/>
                    </a:moveTo>
                    <a:lnTo>
                      <a:pt x="0" y="1830385"/>
                    </a:lnTo>
                    <a:lnTo>
                      <a:pt x="0" y="0"/>
                    </a:lnTo>
                    <a:lnTo>
                      <a:pt x="2405297" y="1388586"/>
                    </a:lnTo>
                    <a:lnTo>
                      <a:pt x="2405297" y="3218971"/>
                    </a:lnTo>
                    <a:close/>
                  </a:path>
                </a:pathLst>
              </a:custGeom>
              <a:solidFill>
                <a:srgbClr val="F4F5FA">
                  <a:alpha val="30000"/>
                </a:srgbClr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grpSp>
            <p:nvGrpSpPr>
              <p:cNvPr id="2450" name="图形 20"/>
              <p:cNvGrpSpPr/>
              <p:nvPr/>
            </p:nvGrpSpPr>
            <p:grpSpPr>
              <a:xfrm>
                <a:off x="8504323" y="1190481"/>
                <a:ext cx="2405297" cy="3218970"/>
                <a:chOff x="8504323" y="1190481"/>
                <a:chExt cx="2405297" cy="3218970"/>
              </a:xfrm>
            </p:grpSpPr>
            <p:sp>
              <p:nvSpPr>
                <p:cNvPr id="2451" name="任意多边形: 形状 2450"/>
                <p:cNvSpPr/>
                <p:nvPr>
                  <p:custDataLst>
                    <p:tags r:id="rId31"/>
                  </p:custDataLst>
                </p:nvPr>
              </p:nvSpPr>
              <p:spPr>
                <a:xfrm>
                  <a:off x="8504323" y="1190481"/>
                  <a:ext cx="2405297" cy="3218970"/>
                </a:xfrm>
                <a:custGeom>
                  <a:avLst/>
                  <a:gdLst>
                    <a:gd name="connsiteX0" fmla="*/ 2405297 w 2405297"/>
                    <a:gd name="connsiteY0" fmla="*/ 3218971 h 3218970"/>
                    <a:gd name="connsiteX1" fmla="*/ 0 w 2405297"/>
                    <a:gd name="connsiteY1" fmla="*/ 1830385 h 3218970"/>
                    <a:gd name="connsiteX2" fmla="*/ 0 w 2405297"/>
                    <a:gd name="connsiteY2" fmla="*/ 0 h 3218970"/>
                    <a:gd name="connsiteX3" fmla="*/ 2405297 w 2405297"/>
                    <a:gd name="connsiteY3" fmla="*/ 1388586 h 3218970"/>
                    <a:gd name="connsiteX4" fmla="*/ 2405297 w 2405297"/>
                    <a:gd name="connsiteY4" fmla="*/ 3218971 h 32189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405297" h="3218970">
                      <a:moveTo>
                        <a:pt x="2405297" y="3218971"/>
                      </a:moveTo>
                      <a:lnTo>
                        <a:pt x="0" y="1830385"/>
                      </a:lnTo>
                      <a:lnTo>
                        <a:pt x="0" y="0"/>
                      </a:lnTo>
                      <a:lnTo>
                        <a:pt x="2405297" y="1388586"/>
                      </a:lnTo>
                      <a:lnTo>
                        <a:pt x="2405297" y="3218971"/>
                      </a:lnTo>
                      <a:close/>
                    </a:path>
                  </a:pathLst>
                </a:custGeom>
                <a:solidFill>
                  <a:srgbClr val="F4F5FA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  <p:sp>
              <p:nvSpPr>
                <p:cNvPr id="2452" name="任意多边形: 形状 2451"/>
                <p:cNvSpPr/>
                <p:nvPr>
                  <p:custDataLst>
                    <p:tags r:id="rId32"/>
                  </p:custDataLst>
                </p:nvPr>
              </p:nvSpPr>
              <p:spPr>
                <a:xfrm>
                  <a:off x="8587711" y="1634870"/>
                  <a:ext cx="1370977" cy="2000267"/>
                </a:xfrm>
                <a:custGeom>
                  <a:avLst/>
                  <a:gdLst>
                    <a:gd name="connsiteX0" fmla="*/ 1370978 w 1370977"/>
                    <a:gd name="connsiteY0" fmla="*/ 2000268 h 2000267"/>
                    <a:gd name="connsiteX1" fmla="*/ 0 w 1370977"/>
                    <a:gd name="connsiteY1" fmla="*/ 1208862 h 2000267"/>
                    <a:gd name="connsiteX2" fmla="*/ 0 w 1370977"/>
                    <a:gd name="connsiteY2" fmla="*/ 0 h 2000267"/>
                    <a:gd name="connsiteX3" fmla="*/ 1370978 w 1370977"/>
                    <a:gd name="connsiteY3" fmla="*/ 791406 h 2000267"/>
                    <a:gd name="connsiteX4" fmla="*/ 1370978 w 1370977"/>
                    <a:gd name="connsiteY4" fmla="*/ 2000268 h 20002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70977" h="2000267">
                      <a:moveTo>
                        <a:pt x="1370978" y="2000268"/>
                      </a:moveTo>
                      <a:lnTo>
                        <a:pt x="0" y="1208862"/>
                      </a:lnTo>
                      <a:lnTo>
                        <a:pt x="0" y="0"/>
                      </a:lnTo>
                      <a:lnTo>
                        <a:pt x="1370978" y="791406"/>
                      </a:lnTo>
                      <a:lnTo>
                        <a:pt x="1370978" y="2000268"/>
                      </a:lnTo>
                      <a:close/>
                    </a:path>
                  </a:pathLst>
                </a:custGeom>
                <a:solidFill>
                  <a:schemeClr val="accent1">
                    <a:lumMod val="20000"/>
                    <a:lumOff val="80000"/>
                  </a:schemeClr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  <p:sp>
              <p:nvSpPr>
                <p:cNvPr id="2453" name="任意多边形: 形状 2452"/>
                <p:cNvSpPr/>
                <p:nvPr>
                  <p:custDataLst>
                    <p:tags r:id="rId33"/>
                  </p:custDataLst>
                </p:nvPr>
              </p:nvSpPr>
              <p:spPr>
                <a:xfrm>
                  <a:off x="8808352" y="1503314"/>
                  <a:ext cx="458891" cy="339765"/>
                </a:xfrm>
                <a:custGeom>
                  <a:avLst/>
                  <a:gdLst>
                    <a:gd name="connsiteX0" fmla="*/ 458892 w 458891"/>
                    <a:gd name="connsiteY0" fmla="*/ 339766 h 339765"/>
                    <a:gd name="connsiteX1" fmla="*/ 0 w 458891"/>
                    <a:gd name="connsiteY1" fmla="*/ 75101 h 339765"/>
                    <a:gd name="connsiteX2" fmla="*/ 0 w 458891"/>
                    <a:gd name="connsiteY2" fmla="*/ 0 h 339765"/>
                    <a:gd name="connsiteX3" fmla="*/ 458892 w 458891"/>
                    <a:gd name="connsiteY3" fmla="*/ 264665 h 339765"/>
                    <a:gd name="connsiteX4" fmla="*/ 458892 w 458891"/>
                    <a:gd name="connsiteY4" fmla="*/ 339766 h 3397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58891" h="339765">
                      <a:moveTo>
                        <a:pt x="458892" y="339766"/>
                      </a:moveTo>
                      <a:lnTo>
                        <a:pt x="0" y="75101"/>
                      </a:lnTo>
                      <a:lnTo>
                        <a:pt x="0" y="0"/>
                      </a:lnTo>
                      <a:lnTo>
                        <a:pt x="458892" y="264665"/>
                      </a:lnTo>
                      <a:lnTo>
                        <a:pt x="458892" y="339766"/>
                      </a:lnTo>
                      <a:close/>
                    </a:path>
                  </a:pathLst>
                </a:custGeom>
                <a:solidFill>
                  <a:schemeClr val="accent1">
                    <a:lumMod val="20000"/>
                    <a:lumOff val="80000"/>
                  </a:schemeClr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  <p:grpSp>
              <p:nvGrpSpPr>
                <p:cNvPr id="2454" name="图形 20"/>
                <p:cNvGrpSpPr/>
                <p:nvPr/>
              </p:nvGrpSpPr>
              <p:grpSpPr>
                <a:xfrm>
                  <a:off x="9574897" y="1945632"/>
                  <a:ext cx="1271016" cy="809015"/>
                  <a:chOff x="9574897" y="1945632"/>
                  <a:chExt cx="1271016" cy="809015"/>
                </a:xfrm>
                <a:solidFill>
                  <a:srgbClr val="BFC7ED"/>
                </a:solidFill>
              </p:grpSpPr>
              <p:sp>
                <p:nvSpPr>
                  <p:cNvPr id="2462" name="任意多边形: 形状 2461"/>
                  <p:cNvSpPr/>
                  <p:nvPr>
                    <p:custDataLst>
                      <p:tags r:id="rId34"/>
                    </p:custDataLst>
                  </p:nvPr>
                </p:nvSpPr>
                <p:spPr>
                  <a:xfrm>
                    <a:off x="9574897" y="1945632"/>
                    <a:ext cx="271398" cy="231517"/>
                  </a:xfrm>
                  <a:custGeom>
                    <a:avLst/>
                    <a:gdLst>
                      <a:gd name="connsiteX0" fmla="*/ 271399 w 271398"/>
                      <a:gd name="connsiteY0" fmla="*/ 231517 h 231517"/>
                      <a:gd name="connsiteX1" fmla="*/ 0 w 271398"/>
                      <a:gd name="connsiteY1" fmla="*/ 75101 h 231517"/>
                      <a:gd name="connsiteX2" fmla="*/ 0 w 271398"/>
                      <a:gd name="connsiteY2" fmla="*/ 0 h 231517"/>
                      <a:gd name="connsiteX3" fmla="*/ 271399 w 271398"/>
                      <a:gd name="connsiteY3" fmla="*/ 156417 h 231517"/>
                      <a:gd name="connsiteX4" fmla="*/ 271399 w 271398"/>
                      <a:gd name="connsiteY4" fmla="*/ 231517 h 23151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71398" h="231517">
                        <a:moveTo>
                          <a:pt x="271399" y="231517"/>
                        </a:moveTo>
                        <a:lnTo>
                          <a:pt x="0" y="75101"/>
                        </a:lnTo>
                        <a:lnTo>
                          <a:pt x="0" y="0"/>
                        </a:lnTo>
                        <a:lnTo>
                          <a:pt x="271399" y="156417"/>
                        </a:lnTo>
                        <a:lnTo>
                          <a:pt x="271399" y="231517"/>
                        </a:lnTo>
                        <a:close/>
                      </a:path>
                    </a:pathLst>
                  </a:custGeom>
                  <a:solidFill>
                    <a:schemeClr val="accent1">
                      <a:lumMod val="20000"/>
                      <a:lumOff val="80000"/>
                    </a:schemeClr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PPOSans R"/>
                      <a:ea typeface="OPPOSans R"/>
                      <a:cs typeface="+mn-cs"/>
                    </a:endParaRPr>
                  </a:p>
                </p:txBody>
              </p:sp>
              <p:sp>
                <p:nvSpPr>
                  <p:cNvPr id="2463" name="任意多边形: 形状 2462"/>
                  <p:cNvSpPr/>
                  <p:nvPr>
                    <p:custDataLst>
                      <p:tags r:id="rId35"/>
                    </p:custDataLst>
                  </p:nvPr>
                </p:nvSpPr>
                <p:spPr>
                  <a:xfrm>
                    <a:off x="9907931" y="2138304"/>
                    <a:ext cx="271398" cy="231517"/>
                  </a:xfrm>
                  <a:custGeom>
                    <a:avLst/>
                    <a:gdLst>
                      <a:gd name="connsiteX0" fmla="*/ 271399 w 271398"/>
                      <a:gd name="connsiteY0" fmla="*/ 231517 h 231517"/>
                      <a:gd name="connsiteX1" fmla="*/ 0 w 271398"/>
                      <a:gd name="connsiteY1" fmla="*/ 75101 h 231517"/>
                      <a:gd name="connsiteX2" fmla="*/ 0 w 271398"/>
                      <a:gd name="connsiteY2" fmla="*/ 0 h 231517"/>
                      <a:gd name="connsiteX3" fmla="*/ 271399 w 271398"/>
                      <a:gd name="connsiteY3" fmla="*/ 156417 h 231517"/>
                      <a:gd name="connsiteX4" fmla="*/ 271399 w 271398"/>
                      <a:gd name="connsiteY4" fmla="*/ 231517 h 23151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71398" h="231517">
                        <a:moveTo>
                          <a:pt x="271399" y="231517"/>
                        </a:moveTo>
                        <a:lnTo>
                          <a:pt x="0" y="75101"/>
                        </a:lnTo>
                        <a:lnTo>
                          <a:pt x="0" y="0"/>
                        </a:lnTo>
                        <a:lnTo>
                          <a:pt x="271399" y="156417"/>
                        </a:lnTo>
                        <a:lnTo>
                          <a:pt x="271399" y="231517"/>
                        </a:lnTo>
                        <a:close/>
                      </a:path>
                    </a:pathLst>
                  </a:custGeom>
                  <a:solidFill>
                    <a:schemeClr val="accent1">
                      <a:lumMod val="20000"/>
                      <a:lumOff val="80000"/>
                    </a:schemeClr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PPOSans R"/>
                      <a:ea typeface="OPPOSans R"/>
                      <a:cs typeface="+mn-cs"/>
                    </a:endParaRPr>
                  </a:p>
                </p:txBody>
              </p:sp>
              <p:sp>
                <p:nvSpPr>
                  <p:cNvPr id="2464" name="任意多边形: 形状 2463"/>
                  <p:cNvSpPr/>
                  <p:nvPr>
                    <p:custDataLst>
                      <p:tags r:id="rId36"/>
                    </p:custDataLst>
                  </p:nvPr>
                </p:nvSpPr>
                <p:spPr>
                  <a:xfrm>
                    <a:off x="10241482" y="2330458"/>
                    <a:ext cx="271398" cy="232035"/>
                  </a:xfrm>
                  <a:custGeom>
                    <a:avLst/>
                    <a:gdLst>
                      <a:gd name="connsiteX0" fmla="*/ 271399 w 271398"/>
                      <a:gd name="connsiteY0" fmla="*/ 232035 h 232035"/>
                      <a:gd name="connsiteX1" fmla="*/ 0 w 271398"/>
                      <a:gd name="connsiteY1" fmla="*/ 75101 h 232035"/>
                      <a:gd name="connsiteX2" fmla="*/ 0 w 271398"/>
                      <a:gd name="connsiteY2" fmla="*/ 0 h 232035"/>
                      <a:gd name="connsiteX3" fmla="*/ 271399 w 271398"/>
                      <a:gd name="connsiteY3" fmla="*/ 156417 h 232035"/>
                      <a:gd name="connsiteX4" fmla="*/ 271399 w 271398"/>
                      <a:gd name="connsiteY4" fmla="*/ 232035 h 23203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71398" h="232035">
                        <a:moveTo>
                          <a:pt x="271399" y="232035"/>
                        </a:moveTo>
                        <a:lnTo>
                          <a:pt x="0" y="75101"/>
                        </a:lnTo>
                        <a:lnTo>
                          <a:pt x="0" y="0"/>
                        </a:lnTo>
                        <a:lnTo>
                          <a:pt x="271399" y="156417"/>
                        </a:lnTo>
                        <a:lnTo>
                          <a:pt x="271399" y="232035"/>
                        </a:lnTo>
                        <a:close/>
                      </a:path>
                    </a:pathLst>
                  </a:custGeom>
                  <a:solidFill>
                    <a:schemeClr val="accent1">
                      <a:lumMod val="20000"/>
                      <a:lumOff val="80000"/>
                    </a:schemeClr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PPOSans R"/>
                      <a:ea typeface="OPPOSans R"/>
                      <a:cs typeface="+mn-cs"/>
                    </a:endParaRPr>
                  </a:p>
                </p:txBody>
              </p:sp>
              <p:sp>
                <p:nvSpPr>
                  <p:cNvPr id="2465" name="任意多边形: 形状 2464"/>
                  <p:cNvSpPr/>
                  <p:nvPr>
                    <p:custDataLst>
                      <p:tags r:id="rId37"/>
                    </p:custDataLst>
                  </p:nvPr>
                </p:nvSpPr>
                <p:spPr>
                  <a:xfrm>
                    <a:off x="10574515" y="2523130"/>
                    <a:ext cx="271398" cy="231517"/>
                  </a:xfrm>
                  <a:custGeom>
                    <a:avLst/>
                    <a:gdLst>
                      <a:gd name="connsiteX0" fmla="*/ 271399 w 271398"/>
                      <a:gd name="connsiteY0" fmla="*/ 231517 h 231517"/>
                      <a:gd name="connsiteX1" fmla="*/ 0 w 271398"/>
                      <a:gd name="connsiteY1" fmla="*/ 75101 h 231517"/>
                      <a:gd name="connsiteX2" fmla="*/ 0 w 271398"/>
                      <a:gd name="connsiteY2" fmla="*/ 0 h 231517"/>
                      <a:gd name="connsiteX3" fmla="*/ 271399 w 271398"/>
                      <a:gd name="connsiteY3" fmla="*/ 156417 h 231517"/>
                      <a:gd name="connsiteX4" fmla="*/ 271399 w 271398"/>
                      <a:gd name="connsiteY4" fmla="*/ 231517 h 23151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71398" h="231517">
                        <a:moveTo>
                          <a:pt x="271399" y="231517"/>
                        </a:moveTo>
                        <a:lnTo>
                          <a:pt x="0" y="75101"/>
                        </a:lnTo>
                        <a:lnTo>
                          <a:pt x="0" y="0"/>
                        </a:lnTo>
                        <a:lnTo>
                          <a:pt x="271399" y="156417"/>
                        </a:lnTo>
                        <a:lnTo>
                          <a:pt x="271399" y="231517"/>
                        </a:lnTo>
                        <a:close/>
                      </a:path>
                    </a:pathLst>
                  </a:custGeom>
                  <a:solidFill>
                    <a:schemeClr val="accent1">
                      <a:lumMod val="20000"/>
                      <a:lumOff val="80000"/>
                    </a:schemeClr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PPOSans R"/>
                      <a:ea typeface="OPPOSans R"/>
                      <a:cs typeface="+mn-cs"/>
                    </a:endParaRPr>
                  </a:p>
                </p:txBody>
              </p:sp>
            </p:grpSp>
            <p:sp>
              <p:nvSpPr>
                <p:cNvPr id="2455" name="任意多边形: 形状 2454"/>
                <p:cNvSpPr/>
                <p:nvPr>
                  <p:custDataLst>
                    <p:tags r:id="rId38"/>
                  </p:custDataLst>
                </p:nvPr>
              </p:nvSpPr>
              <p:spPr>
                <a:xfrm>
                  <a:off x="10045702" y="2726679"/>
                  <a:ext cx="800211" cy="728735"/>
                </a:xfrm>
                <a:custGeom>
                  <a:avLst/>
                  <a:gdLst>
                    <a:gd name="connsiteX0" fmla="*/ 800212 w 800211"/>
                    <a:gd name="connsiteY0" fmla="*/ 728736 h 728735"/>
                    <a:gd name="connsiteX1" fmla="*/ 0 w 800211"/>
                    <a:gd name="connsiteY1" fmla="*/ 266737 h 728735"/>
                    <a:gd name="connsiteX2" fmla="*/ 0 w 800211"/>
                    <a:gd name="connsiteY2" fmla="*/ 0 h 728735"/>
                    <a:gd name="connsiteX3" fmla="*/ 800212 w 800211"/>
                    <a:gd name="connsiteY3" fmla="*/ 462517 h 728735"/>
                    <a:gd name="connsiteX4" fmla="*/ 800212 w 800211"/>
                    <a:gd name="connsiteY4" fmla="*/ 728736 h 7287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00211" h="728735">
                      <a:moveTo>
                        <a:pt x="800212" y="728736"/>
                      </a:moveTo>
                      <a:lnTo>
                        <a:pt x="0" y="266737"/>
                      </a:lnTo>
                      <a:lnTo>
                        <a:pt x="0" y="0"/>
                      </a:lnTo>
                      <a:lnTo>
                        <a:pt x="800212" y="462517"/>
                      </a:lnTo>
                      <a:lnTo>
                        <a:pt x="800212" y="728736"/>
                      </a:lnTo>
                      <a:close/>
                    </a:path>
                  </a:pathLst>
                </a:custGeom>
                <a:solidFill>
                  <a:schemeClr val="accent1">
                    <a:lumMod val="20000"/>
                    <a:lumOff val="80000"/>
                  </a:schemeClr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  <p:sp>
              <p:nvSpPr>
                <p:cNvPr id="2456" name="任意多边形: 形状 2455"/>
                <p:cNvSpPr/>
                <p:nvPr>
                  <p:custDataLst>
                    <p:tags r:id="rId39"/>
                  </p:custDataLst>
                </p:nvPr>
              </p:nvSpPr>
              <p:spPr>
                <a:xfrm>
                  <a:off x="10045702" y="3040030"/>
                  <a:ext cx="800211" cy="534509"/>
                </a:xfrm>
                <a:custGeom>
                  <a:avLst/>
                  <a:gdLst>
                    <a:gd name="connsiteX0" fmla="*/ 800212 w 800211"/>
                    <a:gd name="connsiteY0" fmla="*/ 534510 h 534509"/>
                    <a:gd name="connsiteX1" fmla="*/ 0 w 800211"/>
                    <a:gd name="connsiteY1" fmla="*/ 72511 h 534509"/>
                    <a:gd name="connsiteX2" fmla="*/ 0 w 800211"/>
                    <a:gd name="connsiteY2" fmla="*/ 0 h 534509"/>
                    <a:gd name="connsiteX3" fmla="*/ 800212 w 800211"/>
                    <a:gd name="connsiteY3" fmla="*/ 461999 h 534509"/>
                    <a:gd name="connsiteX4" fmla="*/ 800212 w 800211"/>
                    <a:gd name="connsiteY4" fmla="*/ 534510 h 5345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00211" h="534509">
                      <a:moveTo>
                        <a:pt x="800212" y="534510"/>
                      </a:moveTo>
                      <a:lnTo>
                        <a:pt x="0" y="72511"/>
                      </a:lnTo>
                      <a:lnTo>
                        <a:pt x="0" y="0"/>
                      </a:lnTo>
                      <a:lnTo>
                        <a:pt x="800212" y="461999"/>
                      </a:lnTo>
                      <a:lnTo>
                        <a:pt x="800212" y="534510"/>
                      </a:lnTo>
                      <a:close/>
                    </a:path>
                  </a:pathLst>
                </a:custGeom>
                <a:solidFill>
                  <a:schemeClr val="accent1">
                    <a:lumMod val="20000"/>
                    <a:lumOff val="80000"/>
                  </a:schemeClr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  <p:sp>
              <p:nvSpPr>
                <p:cNvPr id="2457" name="任意多边形: 形状 2456"/>
                <p:cNvSpPr/>
                <p:nvPr>
                  <p:custDataLst>
                    <p:tags r:id="rId40"/>
                  </p:custDataLst>
                </p:nvPr>
              </p:nvSpPr>
              <p:spPr>
                <a:xfrm>
                  <a:off x="10045702" y="3143099"/>
                  <a:ext cx="800211" cy="533991"/>
                </a:xfrm>
                <a:custGeom>
                  <a:avLst/>
                  <a:gdLst>
                    <a:gd name="connsiteX0" fmla="*/ 800212 w 800211"/>
                    <a:gd name="connsiteY0" fmla="*/ 533992 h 533991"/>
                    <a:gd name="connsiteX1" fmla="*/ 0 w 800211"/>
                    <a:gd name="connsiteY1" fmla="*/ 71993 h 533991"/>
                    <a:gd name="connsiteX2" fmla="*/ 0 w 800211"/>
                    <a:gd name="connsiteY2" fmla="*/ 0 h 533991"/>
                    <a:gd name="connsiteX3" fmla="*/ 800212 w 800211"/>
                    <a:gd name="connsiteY3" fmla="*/ 461999 h 533991"/>
                    <a:gd name="connsiteX4" fmla="*/ 800212 w 800211"/>
                    <a:gd name="connsiteY4" fmla="*/ 533992 h 5339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00211" h="533991">
                      <a:moveTo>
                        <a:pt x="800212" y="533992"/>
                      </a:moveTo>
                      <a:lnTo>
                        <a:pt x="0" y="71993"/>
                      </a:lnTo>
                      <a:lnTo>
                        <a:pt x="0" y="0"/>
                      </a:lnTo>
                      <a:lnTo>
                        <a:pt x="800212" y="461999"/>
                      </a:lnTo>
                      <a:lnTo>
                        <a:pt x="800212" y="533992"/>
                      </a:lnTo>
                      <a:close/>
                    </a:path>
                  </a:pathLst>
                </a:custGeom>
                <a:solidFill>
                  <a:schemeClr val="accent1">
                    <a:lumMod val="20000"/>
                    <a:lumOff val="80000"/>
                  </a:schemeClr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  <p:sp>
              <p:nvSpPr>
                <p:cNvPr id="2458" name="任意多边形: 形状 2457"/>
                <p:cNvSpPr/>
                <p:nvPr>
                  <p:custDataLst>
                    <p:tags r:id="rId41"/>
                  </p:custDataLst>
                </p:nvPr>
              </p:nvSpPr>
              <p:spPr>
                <a:xfrm>
                  <a:off x="10045702" y="3245650"/>
                  <a:ext cx="800211" cy="534509"/>
                </a:xfrm>
                <a:custGeom>
                  <a:avLst/>
                  <a:gdLst>
                    <a:gd name="connsiteX0" fmla="*/ 800212 w 800211"/>
                    <a:gd name="connsiteY0" fmla="*/ 534510 h 534509"/>
                    <a:gd name="connsiteX1" fmla="*/ 0 w 800211"/>
                    <a:gd name="connsiteY1" fmla="*/ 72511 h 534509"/>
                    <a:gd name="connsiteX2" fmla="*/ 0 w 800211"/>
                    <a:gd name="connsiteY2" fmla="*/ 0 h 534509"/>
                    <a:gd name="connsiteX3" fmla="*/ 800212 w 800211"/>
                    <a:gd name="connsiteY3" fmla="*/ 462517 h 534509"/>
                    <a:gd name="connsiteX4" fmla="*/ 800212 w 800211"/>
                    <a:gd name="connsiteY4" fmla="*/ 534510 h 5345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00211" h="534509">
                      <a:moveTo>
                        <a:pt x="800212" y="534510"/>
                      </a:moveTo>
                      <a:lnTo>
                        <a:pt x="0" y="72511"/>
                      </a:lnTo>
                      <a:lnTo>
                        <a:pt x="0" y="0"/>
                      </a:lnTo>
                      <a:lnTo>
                        <a:pt x="800212" y="462517"/>
                      </a:lnTo>
                      <a:lnTo>
                        <a:pt x="800212" y="534510"/>
                      </a:lnTo>
                      <a:close/>
                    </a:path>
                  </a:pathLst>
                </a:custGeom>
                <a:solidFill>
                  <a:schemeClr val="accent1">
                    <a:lumMod val="20000"/>
                    <a:lumOff val="80000"/>
                  </a:schemeClr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  <p:sp>
              <p:nvSpPr>
                <p:cNvPr id="2459" name="任意多边形: 形状 2458"/>
                <p:cNvSpPr/>
                <p:nvPr>
                  <p:custDataLst>
                    <p:tags r:id="rId42"/>
                  </p:custDataLst>
                </p:nvPr>
              </p:nvSpPr>
              <p:spPr>
                <a:xfrm>
                  <a:off x="10266343" y="3538398"/>
                  <a:ext cx="358412" cy="322444"/>
                </a:xfrm>
                <a:custGeom>
                  <a:avLst/>
                  <a:gdLst>
                    <a:gd name="connsiteX0" fmla="*/ 286937 w 358412"/>
                    <a:gd name="connsiteY0" fmla="*/ 312719 h 322444"/>
                    <a:gd name="connsiteX1" fmla="*/ 71475 w 358412"/>
                    <a:gd name="connsiteY1" fmla="*/ 188414 h 322444"/>
                    <a:gd name="connsiteX2" fmla="*/ 0 w 358412"/>
                    <a:gd name="connsiteY2" fmla="*/ 64109 h 322444"/>
                    <a:gd name="connsiteX3" fmla="*/ 0 w 358412"/>
                    <a:gd name="connsiteY3" fmla="*/ 51161 h 322444"/>
                    <a:gd name="connsiteX4" fmla="*/ 71475 w 358412"/>
                    <a:gd name="connsiteY4" fmla="*/ 9726 h 322444"/>
                    <a:gd name="connsiteX5" fmla="*/ 286937 w 358412"/>
                    <a:gd name="connsiteY5" fmla="*/ 134031 h 322444"/>
                    <a:gd name="connsiteX6" fmla="*/ 358412 w 358412"/>
                    <a:gd name="connsiteY6" fmla="*/ 258335 h 322444"/>
                    <a:gd name="connsiteX7" fmla="*/ 358412 w 358412"/>
                    <a:gd name="connsiteY7" fmla="*/ 271284 h 322444"/>
                    <a:gd name="connsiteX8" fmla="*/ 286937 w 358412"/>
                    <a:gd name="connsiteY8" fmla="*/ 312719 h 3224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58412" h="322444">
                      <a:moveTo>
                        <a:pt x="286937" y="312719"/>
                      </a:moveTo>
                      <a:lnTo>
                        <a:pt x="71475" y="188414"/>
                      </a:lnTo>
                      <a:cubicBezTo>
                        <a:pt x="32112" y="165625"/>
                        <a:pt x="0" y="110206"/>
                        <a:pt x="0" y="64109"/>
                      </a:cubicBezTo>
                      <a:lnTo>
                        <a:pt x="0" y="51161"/>
                      </a:lnTo>
                      <a:cubicBezTo>
                        <a:pt x="0" y="5583"/>
                        <a:pt x="32112" y="-13063"/>
                        <a:pt x="71475" y="9726"/>
                      </a:cubicBezTo>
                      <a:lnTo>
                        <a:pt x="286937" y="134031"/>
                      </a:lnTo>
                      <a:cubicBezTo>
                        <a:pt x="326300" y="156820"/>
                        <a:pt x="358412" y="212239"/>
                        <a:pt x="358412" y="258335"/>
                      </a:cubicBezTo>
                      <a:lnTo>
                        <a:pt x="358412" y="271284"/>
                      </a:lnTo>
                      <a:cubicBezTo>
                        <a:pt x="358412" y="316862"/>
                        <a:pt x="326300" y="335508"/>
                        <a:pt x="286937" y="312719"/>
                      </a:cubicBezTo>
                      <a:close/>
                    </a:path>
                  </a:pathLst>
                </a:custGeom>
                <a:solidFill>
                  <a:schemeClr val="accent1">
                    <a:lumMod val="20000"/>
                    <a:lumOff val="80000"/>
                  </a:schemeClr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  <p:sp>
              <p:nvSpPr>
                <p:cNvPr id="2460" name="任意多边形: 形状 2459"/>
                <p:cNvSpPr/>
                <p:nvPr>
                  <p:custDataLst>
                    <p:tags r:id="rId43"/>
                  </p:custDataLst>
                </p:nvPr>
              </p:nvSpPr>
              <p:spPr>
                <a:xfrm>
                  <a:off x="8588229" y="1357494"/>
                  <a:ext cx="156416" cy="202038"/>
                </a:xfrm>
                <a:custGeom>
                  <a:avLst/>
                  <a:gdLst>
                    <a:gd name="connsiteX0" fmla="*/ 156417 w 156416"/>
                    <a:gd name="connsiteY0" fmla="*/ 146338 h 202038"/>
                    <a:gd name="connsiteX1" fmla="*/ 78209 w 156416"/>
                    <a:gd name="connsiteY1" fmla="*/ 10639 h 202038"/>
                    <a:gd name="connsiteX2" fmla="*/ 0 w 156416"/>
                    <a:gd name="connsiteY2" fmla="*/ 55700 h 202038"/>
                    <a:gd name="connsiteX3" fmla="*/ 78209 w 156416"/>
                    <a:gd name="connsiteY3" fmla="*/ 191399 h 202038"/>
                    <a:gd name="connsiteX4" fmla="*/ 156417 w 156416"/>
                    <a:gd name="connsiteY4" fmla="*/ 146338 h 2020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6416" h="202038">
                      <a:moveTo>
                        <a:pt x="156417" y="146338"/>
                      </a:moveTo>
                      <a:cubicBezTo>
                        <a:pt x="156417" y="96617"/>
                        <a:pt x="121197" y="35500"/>
                        <a:pt x="78209" y="10639"/>
                      </a:cubicBezTo>
                      <a:cubicBezTo>
                        <a:pt x="35220" y="-14222"/>
                        <a:pt x="0" y="5978"/>
                        <a:pt x="0" y="55700"/>
                      </a:cubicBezTo>
                      <a:cubicBezTo>
                        <a:pt x="0" y="105421"/>
                        <a:pt x="35220" y="166538"/>
                        <a:pt x="78209" y="191399"/>
                      </a:cubicBezTo>
                      <a:cubicBezTo>
                        <a:pt x="121197" y="216260"/>
                        <a:pt x="156417" y="196060"/>
                        <a:pt x="156417" y="146338"/>
                      </a:cubicBezTo>
                      <a:close/>
                    </a:path>
                  </a:pathLst>
                </a:custGeom>
                <a:solidFill>
                  <a:schemeClr val="accent1">
                    <a:lumMod val="20000"/>
                    <a:lumOff val="80000"/>
                  </a:schemeClr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  <p:sp>
              <p:nvSpPr>
                <p:cNvPr id="2461" name="任意多边形: 形状 2460"/>
                <p:cNvSpPr/>
                <p:nvPr>
                  <p:custDataLst>
                    <p:tags r:id="rId44"/>
                  </p:custDataLst>
                </p:nvPr>
              </p:nvSpPr>
              <p:spPr>
                <a:xfrm>
                  <a:off x="8851858" y="2079777"/>
                  <a:ext cx="805391" cy="1152924"/>
                </a:xfrm>
                <a:custGeom>
                  <a:avLst/>
                  <a:gdLst>
                    <a:gd name="connsiteX0" fmla="*/ 0 w 805391"/>
                    <a:gd name="connsiteY0" fmla="*/ 15020 h 1152924"/>
                    <a:gd name="connsiteX1" fmla="*/ 0 w 805391"/>
                    <a:gd name="connsiteY1" fmla="*/ 687819 h 1152924"/>
                    <a:gd name="connsiteX2" fmla="*/ 805391 w 805391"/>
                    <a:gd name="connsiteY2" fmla="*/ 1152925 h 1152924"/>
                    <a:gd name="connsiteX3" fmla="*/ 805391 w 805391"/>
                    <a:gd name="connsiteY3" fmla="*/ 480126 h 1152924"/>
                    <a:gd name="connsiteX4" fmla="*/ 716306 w 805391"/>
                    <a:gd name="connsiteY4" fmla="*/ 428851 h 1152924"/>
                    <a:gd name="connsiteX5" fmla="*/ 675389 w 805391"/>
                    <a:gd name="connsiteY5" fmla="*/ 314905 h 1152924"/>
                    <a:gd name="connsiteX6" fmla="*/ 130002 w 805391"/>
                    <a:gd name="connsiteY6" fmla="*/ 0 h 1152924"/>
                    <a:gd name="connsiteX7" fmla="*/ 89085 w 805391"/>
                    <a:gd name="connsiteY7" fmla="*/ 66814 h 1152924"/>
                    <a:gd name="connsiteX8" fmla="*/ 0 w 805391"/>
                    <a:gd name="connsiteY8" fmla="*/ 15538 h 1152924"/>
                    <a:gd name="connsiteX9" fmla="*/ 185939 w 805391"/>
                    <a:gd name="connsiteY9" fmla="*/ 468214 h 1152924"/>
                    <a:gd name="connsiteX10" fmla="*/ 402437 w 805391"/>
                    <a:gd name="connsiteY10" fmla="*/ 341838 h 1152924"/>
                    <a:gd name="connsiteX11" fmla="*/ 618934 w 805391"/>
                    <a:gd name="connsiteY11" fmla="*/ 718377 h 1152924"/>
                    <a:gd name="connsiteX12" fmla="*/ 402437 w 805391"/>
                    <a:gd name="connsiteY12" fmla="*/ 844753 h 1152924"/>
                    <a:gd name="connsiteX13" fmla="*/ 185939 w 805391"/>
                    <a:gd name="connsiteY13" fmla="*/ 468214 h 1152924"/>
                    <a:gd name="connsiteX14" fmla="*/ 41435 w 805391"/>
                    <a:gd name="connsiteY14" fmla="*/ 107731 h 1152924"/>
                    <a:gd name="connsiteX15" fmla="*/ 62152 w 805391"/>
                    <a:gd name="connsiteY15" fmla="*/ 95818 h 1152924"/>
                    <a:gd name="connsiteX16" fmla="*/ 123787 w 805391"/>
                    <a:gd name="connsiteY16" fmla="*/ 131038 h 1152924"/>
                    <a:gd name="connsiteX17" fmla="*/ 144504 w 805391"/>
                    <a:gd name="connsiteY17" fmla="*/ 167293 h 1152924"/>
                    <a:gd name="connsiteX18" fmla="*/ 123787 w 805391"/>
                    <a:gd name="connsiteY18" fmla="*/ 179206 h 1152924"/>
                    <a:gd name="connsiteX19" fmla="*/ 62152 w 805391"/>
                    <a:gd name="connsiteY19" fmla="*/ 143986 h 1152924"/>
                    <a:gd name="connsiteX20" fmla="*/ 41435 w 805391"/>
                    <a:gd name="connsiteY20" fmla="*/ 107731 h 11529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805391" h="1152924">
                      <a:moveTo>
                        <a:pt x="0" y="15020"/>
                      </a:moveTo>
                      <a:lnTo>
                        <a:pt x="0" y="687819"/>
                      </a:lnTo>
                      <a:lnTo>
                        <a:pt x="805391" y="1152925"/>
                      </a:lnTo>
                      <a:lnTo>
                        <a:pt x="805391" y="480126"/>
                      </a:lnTo>
                      <a:lnTo>
                        <a:pt x="716306" y="428851"/>
                      </a:lnTo>
                      <a:lnTo>
                        <a:pt x="675389" y="314905"/>
                      </a:lnTo>
                      <a:lnTo>
                        <a:pt x="130002" y="0"/>
                      </a:lnTo>
                      <a:lnTo>
                        <a:pt x="89085" y="66814"/>
                      </a:lnTo>
                      <a:lnTo>
                        <a:pt x="0" y="15538"/>
                      </a:lnTo>
                      <a:close/>
                      <a:moveTo>
                        <a:pt x="185939" y="468214"/>
                      </a:moveTo>
                      <a:cubicBezTo>
                        <a:pt x="185939" y="329407"/>
                        <a:pt x="282793" y="272952"/>
                        <a:pt x="402437" y="341838"/>
                      </a:cubicBezTo>
                      <a:cubicBezTo>
                        <a:pt x="522080" y="410723"/>
                        <a:pt x="618934" y="579570"/>
                        <a:pt x="618934" y="718377"/>
                      </a:cubicBezTo>
                      <a:cubicBezTo>
                        <a:pt x="618934" y="857184"/>
                        <a:pt x="522080" y="913639"/>
                        <a:pt x="402437" y="844753"/>
                      </a:cubicBezTo>
                      <a:cubicBezTo>
                        <a:pt x="282793" y="775868"/>
                        <a:pt x="185939" y="607021"/>
                        <a:pt x="185939" y="468214"/>
                      </a:cubicBezTo>
                      <a:close/>
                      <a:moveTo>
                        <a:pt x="41435" y="107731"/>
                      </a:moveTo>
                      <a:cubicBezTo>
                        <a:pt x="41435" y="94264"/>
                        <a:pt x="50758" y="89085"/>
                        <a:pt x="62152" y="95818"/>
                      </a:cubicBezTo>
                      <a:lnTo>
                        <a:pt x="123787" y="131038"/>
                      </a:lnTo>
                      <a:cubicBezTo>
                        <a:pt x="135181" y="137771"/>
                        <a:pt x="144504" y="153827"/>
                        <a:pt x="144504" y="167293"/>
                      </a:cubicBezTo>
                      <a:cubicBezTo>
                        <a:pt x="144504" y="180760"/>
                        <a:pt x="135181" y="185939"/>
                        <a:pt x="123787" y="179206"/>
                      </a:cubicBezTo>
                      <a:lnTo>
                        <a:pt x="62152" y="143986"/>
                      </a:lnTo>
                      <a:cubicBezTo>
                        <a:pt x="50758" y="137253"/>
                        <a:pt x="41435" y="121197"/>
                        <a:pt x="41435" y="10773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</p:grpSp>
        </p:grpSp>
        <p:grpSp>
          <p:nvGrpSpPr>
            <p:cNvPr id="1358" name="图形 20"/>
            <p:cNvGrpSpPr/>
            <p:nvPr/>
          </p:nvGrpSpPr>
          <p:grpSpPr>
            <a:xfrm>
              <a:off x="7602950" y="2134098"/>
              <a:ext cx="1509915" cy="2255998"/>
              <a:chOff x="7538429" y="2365159"/>
              <a:chExt cx="1509915" cy="2255998"/>
            </a:xfrm>
          </p:grpSpPr>
          <p:sp>
            <p:nvSpPr>
              <p:cNvPr id="1359" name="任意多边形: 形状 1358"/>
              <p:cNvSpPr/>
              <p:nvPr>
                <p:custDataLst>
                  <p:tags r:id="rId45"/>
                </p:custDataLst>
              </p:nvPr>
            </p:nvSpPr>
            <p:spPr>
              <a:xfrm>
                <a:off x="7634708" y="4290456"/>
                <a:ext cx="572319" cy="330702"/>
              </a:xfrm>
              <a:custGeom>
                <a:avLst/>
                <a:gdLst>
                  <a:gd name="connsiteX0" fmla="*/ 83906 w 572319"/>
                  <a:gd name="connsiteY0" fmla="*/ 48556 h 330702"/>
                  <a:gd name="connsiteX1" fmla="*/ 83906 w 572319"/>
                  <a:gd name="connsiteY1" fmla="*/ 282146 h 330702"/>
                  <a:gd name="connsiteX2" fmla="*/ 488414 w 572319"/>
                  <a:gd name="connsiteY2" fmla="*/ 282146 h 330702"/>
                  <a:gd name="connsiteX3" fmla="*/ 488414 w 572319"/>
                  <a:gd name="connsiteY3" fmla="*/ 48556 h 330702"/>
                  <a:gd name="connsiteX4" fmla="*/ 83906 w 572319"/>
                  <a:gd name="connsiteY4" fmla="*/ 48556 h 330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2319" h="330702">
                    <a:moveTo>
                      <a:pt x="83906" y="48556"/>
                    </a:moveTo>
                    <a:cubicBezTo>
                      <a:pt x="-27969" y="113298"/>
                      <a:pt x="-27969" y="217404"/>
                      <a:pt x="83906" y="282146"/>
                    </a:cubicBezTo>
                    <a:cubicBezTo>
                      <a:pt x="195780" y="346888"/>
                      <a:pt x="376540" y="346888"/>
                      <a:pt x="488414" y="282146"/>
                    </a:cubicBezTo>
                    <a:cubicBezTo>
                      <a:pt x="600288" y="217404"/>
                      <a:pt x="600288" y="113298"/>
                      <a:pt x="488414" y="48556"/>
                    </a:cubicBezTo>
                    <a:cubicBezTo>
                      <a:pt x="376540" y="-16185"/>
                      <a:pt x="195780" y="-16185"/>
                      <a:pt x="83906" y="48556"/>
                    </a:cubicBezTo>
                    <a:close/>
                  </a:path>
                </a:pathLst>
              </a:custGeom>
              <a:solidFill>
                <a:srgbClr val="F4F5FA">
                  <a:alpha val="50000"/>
                </a:srgbClr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grpSp>
            <p:nvGrpSpPr>
              <p:cNvPr id="1360" name="图形 20"/>
              <p:cNvGrpSpPr/>
              <p:nvPr/>
            </p:nvGrpSpPr>
            <p:grpSpPr>
              <a:xfrm>
                <a:off x="7610264" y="2765380"/>
                <a:ext cx="535732" cy="1795895"/>
                <a:chOff x="7610264" y="2765380"/>
                <a:chExt cx="535732" cy="1795895"/>
              </a:xfrm>
            </p:grpSpPr>
            <p:sp>
              <p:nvSpPr>
                <p:cNvPr id="2436" name="任意多边形: 形状 2435"/>
                <p:cNvSpPr/>
                <p:nvPr>
                  <p:custDataLst>
                    <p:tags r:id="rId46"/>
                  </p:custDataLst>
                </p:nvPr>
              </p:nvSpPr>
              <p:spPr>
                <a:xfrm>
                  <a:off x="7724311" y="4295489"/>
                  <a:ext cx="256349" cy="176280"/>
                </a:xfrm>
                <a:custGeom>
                  <a:avLst/>
                  <a:gdLst>
                    <a:gd name="connsiteX0" fmla="*/ 6215 w 256349"/>
                    <a:gd name="connsiteY0" fmla="*/ 82887 h 176280"/>
                    <a:gd name="connsiteX1" fmla="*/ 21235 w 256349"/>
                    <a:gd name="connsiteY1" fmla="*/ 73564 h 176280"/>
                    <a:gd name="connsiteX2" fmla="*/ 56455 w 256349"/>
                    <a:gd name="connsiteY2" fmla="*/ 71493 h 176280"/>
                    <a:gd name="connsiteX3" fmla="*/ 103587 w 256349"/>
                    <a:gd name="connsiteY3" fmla="*/ 68385 h 176280"/>
                    <a:gd name="connsiteX4" fmla="*/ 100998 w 256349"/>
                    <a:gd name="connsiteY4" fmla="*/ 30057 h 176280"/>
                    <a:gd name="connsiteX5" fmla="*/ 142950 w 256349"/>
                    <a:gd name="connsiteY5" fmla="*/ 22806 h 176280"/>
                    <a:gd name="connsiteX6" fmla="*/ 200441 w 256349"/>
                    <a:gd name="connsiteY6" fmla="*/ 3643 h 176280"/>
                    <a:gd name="connsiteX7" fmla="*/ 225820 w 256349"/>
                    <a:gd name="connsiteY7" fmla="*/ 535 h 176280"/>
                    <a:gd name="connsiteX8" fmla="*/ 255861 w 256349"/>
                    <a:gd name="connsiteY8" fmla="*/ 58544 h 176280"/>
                    <a:gd name="connsiteX9" fmla="*/ 234625 w 256349"/>
                    <a:gd name="connsiteY9" fmla="*/ 90656 h 176280"/>
                    <a:gd name="connsiteX10" fmla="*/ 177652 w 256349"/>
                    <a:gd name="connsiteY10" fmla="*/ 116035 h 176280"/>
                    <a:gd name="connsiteX11" fmla="*/ 120679 w 256349"/>
                    <a:gd name="connsiteY11" fmla="*/ 138824 h 176280"/>
                    <a:gd name="connsiteX12" fmla="*/ 54383 w 256349"/>
                    <a:gd name="connsiteY12" fmla="*/ 176115 h 176280"/>
                    <a:gd name="connsiteX13" fmla="*/ 0 w 256349"/>
                    <a:gd name="connsiteY13" fmla="*/ 130537 h 176280"/>
                    <a:gd name="connsiteX14" fmla="*/ 3626 w 256349"/>
                    <a:gd name="connsiteY14" fmla="*/ 98425 h 176280"/>
                    <a:gd name="connsiteX15" fmla="*/ 6215 w 256349"/>
                    <a:gd name="connsiteY15" fmla="*/ 82887 h 176280"/>
                    <a:gd name="connsiteX16" fmla="*/ 6215 w 256349"/>
                    <a:gd name="connsiteY16" fmla="*/ 82887 h 1762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256349" h="176280">
                      <a:moveTo>
                        <a:pt x="6215" y="82887"/>
                      </a:moveTo>
                      <a:cubicBezTo>
                        <a:pt x="7769" y="77708"/>
                        <a:pt x="11395" y="74600"/>
                        <a:pt x="21235" y="73564"/>
                      </a:cubicBezTo>
                      <a:cubicBezTo>
                        <a:pt x="32630" y="72528"/>
                        <a:pt x="44542" y="72011"/>
                        <a:pt x="56455" y="71493"/>
                      </a:cubicBezTo>
                      <a:cubicBezTo>
                        <a:pt x="72511" y="70456"/>
                        <a:pt x="88049" y="69421"/>
                        <a:pt x="103587" y="68385"/>
                      </a:cubicBezTo>
                      <a:cubicBezTo>
                        <a:pt x="102551" y="55437"/>
                        <a:pt x="102551" y="42488"/>
                        <a:pt x="100998" y="30057"/>
                      </a:cubicBezTo>
                      <a:cubicBezTo>
                        <a:pt x="117572" y="33683"/>
                        <a:pt x="126894" y="28504"/>
                        <a:pt x="142950" y="22806"/>
                      </a:cubicBezTo>
                      <a:cubicBezTo>
                        <a:pt x="162114" y="16073"/>
                        <a:pt x="181278" y="9340"/>
                        <a:pt x="200441" y="3643"/>
                      </a:cubicBezTo>
                      <a:cubicBezTo>
                        <a:pt x="208728" y="1053"/>
                        <a:pt x="217533" y="-1019"/>
                        <a:pt x="225820" y="535"/>
                      </a:cubicBezTo>
                      <a:cubicBezTo>
                        <a:pt x="247056" y="4679"/>
                        <a:pt x="258968" y="39898"/>
                        <a:pt x="255861" y="58544"/>
                      </a:cubicBezTo>
                      <a:cubicBezTo>
                        <a:pt x="253789" y="71493"/>
                        <a:pt x="244984" y="82887"/>
                        <a:pt x="234625" y="90656"/>
                      </a:cubicBezTo>
                      <a:cubicBezTo>
                        <a:pt x="219087" y="103087"/>
                        <a:pt x="197334" y="112928"/>
                        <a:pt x="177652" y="116035"/>
                      </a:cubicBezTo>
                      <a:cubicBezTo>
                        <a:pt x="156417" y="119143"/>
                        <a:pt x="137253" y="125876"/>
                        <a:pt x="120679" y="138824"/>
                      </a:cubicBezTo>
                      <a:cubicBezTo>
                        <a:pt x="98926" y="155916"/>
                        <a:pt x="83388" y="174044"/>
                        <a:pt x="54383" y="176115"/>
                      </a:cubicBezTo>
                      <a:cubicBezTo>
                        <a:pt x="25379" y="178187"/>
                        <a:pt x="1036" y="160578"/>
                        <a:pt x="0" y="130537"/>
                      </a:cubicBezTo>
                      <a:cubicBezTo>
                        <a:pt x="0" y="119661"/>
                        <a:pt x="1554" y="108784"/>
                        <a:pt x="3626" y="98425"/>
                      </a:cubicBezTo>
                      <a:cubicBezTo>
                        <a:pt x="4661" y="91692"/>
                        <a:pt x="5179" y="86513"/>
                        <a:pt x="6215" y="82887"/>
                      </a:cubicBezTo>
                      <a:lnTo>
                        <a:pt x="6215" y="82887"/>
                      </a:lnTo>
                      <a:close/>
                    </a:path>
                  </a:pathLst>
                </a:custGeom>
                <a:solidFill>
                  <a:srgbClr val="302534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  <p:sp>
              <p:nvSpPr>
                <p:cNvPr id="2437" name="任意多边形: 形状 2436"/>
                <p:cNvSpPr/>
                <p:nvPr>
                  <p:custDataLst>
                    <p:tags r:id="rId47"/>
                  </p:custDataLst>
                </p:nvPr>
              </p:nvSpPr>
              <p:spPr>
                <a:xfrm>
                  <a:off x="7872587" y="4350244"/>
                  <a:ext cx="273410" cy="211031"/>
                </a:xfrm>
                <a:custGeom>
                  <a:avLst/>
                  <a:gdLst>
                    <a:gd name="connsiteX0" fmla="*/ 5551 w 273410"/>
                    <a:gd name="connsiteY0" fmla="*/ 100124 h 211031"/>
                    <a:gd name="connsiteX1" fmla="*/ 5551 w 273410"/>
                    <a:gd name="connsiteY1" fmla="*/ 93391 h 211031"/>
                    <a:gd name="connsiteX2" fmla="*/ 21607 w 273410"/>
                    <a:gd name="connsiteY2" fmla="*/ 27613 h 211031"/>
                    <a:gd name="connsiteX3" fmla="*/ 35073 w 273410"/>
                    <a:gd name="connsiteY3" fmla="*/ 5342 h 211031"/>
                    <a:gd name="connsiteX4" fmla="*/ 85313 w 273410"/>
                    <a:gd name="connsiteY4" fmla="*/ 21398 h 211031"/>
                    <a:gd name="connsiteX5" fmla="*/ 96707 w 273410"/>
                    <a:gd name="connsiteY5" fmla="*/ 46777 h 211031"/>
                    <a:gd name="connsiteX6" fmla="*/ 139178 w 273410"/>
                    <a:gd name="connsiteY6" fmla="*/ 81997 h 211031"/>
                    <a:gd name="connsiteX7" fmla="*/ 219458 w 273410"/>
                    <a:gd name="connsiteY7" fmla="*/ 72674 h 211031"/>
                    <a:gd name="connsiteX8" fmla="*/ 249499 w 273410"/>
                    <a:gd name="connsiteY8" fmla="*/ 75263 h 211031"/>
                    <a:gd name="connsiteX9" fmla="*/ 270216 w 273410"/>
                    <a:gd name="connsiteY9" fmla="*/ 139488 h 211031"/>
                    <a:gd name="connsiteX10" fmla="*/ 242248 w 273410"/>
                    <a:gd name="connsiteY10" fmla="*/ 166420 h 211031"/>
                    <a:gd name="connsiteX11" fmla="*/ 181131 w 273410"/>
                    <a:gd name="connsiteY11" fmla="*/ 178333 h 211031"/>
                    <a:gd name="connsiteX12" fmla="*/ 120532 w 273410"/>
                    <a:gd name="connsiteY12" fmla="*/ 188173 h 211031"/>
                    <a:gd name="connsiteX13" fmla="*/ 14874 w 273410"/>
                    <a:gd name="connsiteY13" fmla="*/ 195942 h 211031"/>
                    <a:gd name="connsiteX14" fmla="*/ 371 w 273410"/>
                    <a:gd name="connsiteY14" fmla="*/ 163313 h 211031"/>
                    <a:gd name="connsiteX15" fmla="*/ 6069 w 273410"/>
                    <a:gd name="connsiteY15" fmla="*/ 99606 h 211031"/>
                    <a:gd name="connsiteX16" fmla="*/ 6069 w 273410"/>
                    <a:gd name="connsiteY16" fmla="*/ 99606 h 2110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273410" h="211031">
                      <a:moveTo>
                        <a:pt x="5551" y="100124"/>
                      </a:moveTo>
                      <a:cubicBezTo>
                        <a:pt x="5551" y="100124"/>
                        <a:pt x="5551" y="95463"/>
                        <a:pt x="5551" y="93391"/>
                      </a:cubicBezTo>
                      <a:cubicBezTo>
                        <a:pt x="3997" y="69566"/>
                        <a:pt x="13320" y="49885"/>
                        <a:pt x="21607" y="27613"/>
                      </a:cubicBezTo>
                      <a:cubicBezTo>
                        <a:pt x="24714" y="19327"/>
                        <a:pt x="28340" y="11039"/>
                        <a:pt x="35073" y="5342"/>
                      </a:cubicBezTo>
                      <a:cubicBezTo>
                        <a:pt x="50611" y="-7088"/>
                        <a:pt x="75472" y="3788"/>
                        <a:pt x="85313" y="21398"/>
                      </a:cubicBezTo>
                      <a:cubicBezTo>
                        <a:pt x="89974" y="29685"/>
                        <a:pt x="92564" y="38490"/>
                        <a:pt x="96707" y="46777"/>
                      </a:cubicBezTo>
                      <a:cubicBezTo>
                        <a:pt x="104476" y="62315"/>
                        <a:pt x="120532" y="81479"/>
                        <a:pt x="139178" y="81997"/>
                      </a:cubicBezTo>
                      <a:cubicBezTo>
                        <a:pt x="164557" y="83032"/>
                        <a:pt x="193562" y="74228"/>
                        <a:pt x="219458" y="72674"/>
                      </a:cubicBezTo>
                      <a:cubicBezTo>
                        <a:pt x="229299" y="72156"/>
                        <a:pt x="240176" y="71638"/>
                        <a:pt x="249499" y="75263"/>
                      </a:cubicBezTo>
                      <a:cubicBezTo>
                        <a:pt x="271770" y="84069"/>
                        <a:pt x="277985" y="119806"/>
                        <a:pt x="270216" y="139488"/>
                      </a:cubicBezTo>
                      <a:cubicBezTo>
                        <a:pt x="265555" y="151918"/>
                        <a:pt x="254160" y="160723"/>
                        <a:pt x="242248" y="166420"/>
                      </a:cubicBezTo>
                      <a:cubicBezTo>
                        <a:pt x="224120" y="174707"/>
                        <a:pt x="200813" y="179887"/>
                        <a:pt x="181131" y="178333"/>
                      </a:cubicBezTo>
                      <a:cubicBezTo>
                        <a:pt x="159896" y="176779"/>
                        <a:pt x="139696" y="178850"/>
                        <a:pt x="120532" y="188173"/>
                      </a:cubicBezTo>
                      <a:cubicBezTo>
                        <a:pt x="87385" y="203712"/>
                        <a:pt x="48539" y="226501"/>
                        <a:pt x="14874" y="195942"/>
                      </a:cubicBezTo>
                      <a:cubicBezTo>
                        <a:pt x="6069" y="187656"/>
                        <a:pt x="1407" y="175225"/>
                        <a:pt x="371" y="163313"/>
                      </a:cubicBezTo>
                      <a:cubicBezTo>
                        <a:pt x="-1700" y="142077"/>
                        <a:pt x="5551" y="120842"/>
                        <a:pt x="6069" y="99606"/>
                      </a:cubicBezTo>
                      <a:lnTo>
                        <a:pt x="6069" y="99606"/>
                      </a:lnTo>
                      <a:close/>
                    </a:path>
                  </a:pathLst>
                </a:custGeom>
                <a:solidFill>
                  <a:srgbClr val="302534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  <p:sp>
              <p:nvSpPr>
                <p:cNvPr id="2438" name="任意多边形: 形状 2437"/>
                <p:cNvSpPr/>
                <p:nvPr>
                  <p:custDataLst>
                    <p:tags r:id="rId48"/>
                  </p:custDataLst>
                </p:nvPr>
              </p:nvSpPr>
              <p:spPr>
                <a:xfrm>
                  <a:off x="7663968" y="3328718"/>
                  <a:ext cx="257414" cy="705413"/>
                </a:xfrm>
                <a:custGeom>
                  <a:avLst/>
                  <a:gdLst>
                    <a:gd name="connsiteX0" fmla="*/ 124567 w 257414"/>
                    <a:gd name="connsiteY0" fmla="*/ 55221 h 705413"/>
                    <a:gd name="connsiteX1" fmla="*/ 202775 w 257414"/>
                    <a:gd name="connsiteY1" fmla="*/ 35540 h 705413"/>
                    <a:gd name="connsiteX2" fmla="*/ 238513 w 257414"/>
                    <a:gd name="connsiteY2" fmla="*/ 292436 h 705413"/>
                    <a:gd name="connsiteX3" fmla="*/ 217795 w 257414"/>
                    <a:gd name="connsiteY3" fmla="*/ 501682 h 705413"/>
                    <a:gd name="connsiteX4" fmla="*/ 179468 w 257414"/>
                    <a:gd name="connsiteY4" fmla="*/ 660688 h 705413"/>
                    <a:gd name="connsiteX5" fmla="*/ 163412 w 257414"/>
                    <a:gd name="connsiteY5" fmla="*/ 691764 h 705413"/>
                    <a:gd name="connsiteX6" fmla="*/ 94009 w 257414"/>
                    <a:gd name="connsiteY6" fmla="*/ 702123 h 705413"/>
                    <a:gd name="connsiteX7" fmla="*/ 40661 w 257414"/>
                    <a:gd name="connsiteY7" fmla="*/ 673119 h 705413"/>
                    <a:gd name="connsiteX8" fmla="*/ 35482 w 257414"/>
                    <a:gd name="connsiteY8" fmla="*/ 634791 h 705413"/>
                    <a:gd name="connsiteX9" fmla="*/ 31856 w 257414"/>
                    <a:gd name="connsiteY9" fmla="*/ 531204 h 705413"/>
                    <a:gd name="connsiteX10" fmla="*/ 14764 w 257414"/>
                    <a:gd name="connsiteY10" fmla="*/ 359249 h 705413"/>
                    <a:gd name="connsiteX11" fmla="*/ 1298 w 257414"/>
                    <a:gd name="connsiteY11" fmla="*/ 263949 h 705413"/>
                    <a:gd name="connsiteX12" fmla="*/ 13728 w 257414"/>
                    <a:gd name="connsiteY12" fmla="*/ 91477 h 705413"/>
                    <a:gd name="connsiteX13" fmla="*/ 53609 w 257414"/>
                    <a:gd name="connsiteY13" fmla="*/ 320 h 705413"/>
                    <a:gd name="connsiteX14" fmla="*/ 124049 w 257414"/>
                    <a:gd name="connsiteY14" fmla="*/ 54185 h 705413"/>
                    <a:gd name="connsiteX15" fmla="*/ 124049 w 257414"/>
                    <a:gd name="connsiteY15" fmla="*/ 54185 h 7054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257414" h="705413">
                      <a:moveTo>
                        <a:pt x="124567" y="55221"/>
                      </a:moveTo>
                      <a:cubicBezTo>
                        <a:pt x="140105" y="71795"/>
                        <a:pt x="201739" y="43827"/>
                        <a:pt x="202775" y="35540"/>
                      </a:cubicBezTo>
                      <a:cubicBezTo>
                        <a:pt x="276322" y="-18326"/>
                        <a:pt x="261820" y="204387"/>
                        <a:pt x="238513" y="292436"/>
                      </a:cubicBezTo>
                      <a:cubicBezTo>
                        <a:pt x="226082" y="340086"/>
                        <a:pt x="226082" y="453514"/>
                        <a:pt x="217795" y="501682"/>
                      </a:cubicBezTo>
                      <a:cubicBezTo>
                        <a:pt x="208990" y="555547"/>
                        <a:pt x="196042" y="608894"/>
                        <a:pt x="179468" y="660688"/>
                      </a:cubicBezTo>
                      <a:cubicBezTo>
                        <a:pt x="175843" y="672083"/>
                        <a:pt x="171699" y="683477"/>
                        <a:pt x="163412" y="691764"/>
                      </a:cubicBezTo>
                      <a:cubicBezTo>
                        <a:pt x="146320" y="708856"/>
                        <a:pt x="117834" y="706784"/>
                        <a:pt x="94009" y="702123"/>
                      </a:cubicBezTo>
                      <a:cubicBezTo>
                        <a:pt x="73291" y="697979"/>
                        <a:pt x="49984" y="691764"/>
                        <a:pt x="40661" y="673119"/>
                      </a:cubicBezTo>
                      <a:cubicBezTo>
                        <a:pt x="34446" y="661724"/>
                        <a:pt x="35482" y="647740"/>
                        <a:pt x="35482" y="634791"/>
                      </a:cubicBezTo>
                      <a:cubicBezTo>
                        <a:pt x="36518" y="600607"/>
                        <a:pt x="37553" y="565388"/>
                        <a:pt x="31856" y="531204"/>
                      </a:cubicBezTo>
                      <a:cubicBezTo>
                        <a:pt x="25641" y="494949"/>
                        <a:pt x="20980" y="395505"/>
                        <a:pt x="14764" y="359249"/>
                      </a:cubicBezTo>
                      <a:cubicBezTo>
                        <a:pt x="9067" y="327655"/>
                        <a:pt x="3888" y="296061"/>
                        <a:pt x="1298" y="263949"/>
                      </a:cubicBezTo>
                      <a:cubicBezTo>
                        <a:pt x="-2846" y="205940"/>
                        <a:pt x="3370" y="148450"/>
                        <a:pt x="13728" y="91477"/>
                      </a:cubicBezTo>
                      <a:cubicBezTo>
                        <a:pt x="19426" y="61436"/>
                        <a:pt x="10621" y="5499"/>
                        <a:pt x="53609" y="320"/>
                      </a:cubicBezTo>
                      <a:cubicBezTo>
                        <a:pt x="92455" y="-4342"/>
                        <a:pt x="113690" y="43309"/>
                        <a:pt x="124049" y="54185"/>
                      </a:cubicBezTo>
                      <a:lnTo>
                        <a:pt x="124049" y="54185"/>
                      </a:lnTo>
                      <a:close/>
                    </a:path>
                  </a:pathLst>
                </a:custGeom>
                <a:solidFill>
                  <a:srgbClr val="3E3544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  <p:sp>
              <p:nvSpPr>
                <p:cNvPr id="2439" name="任意多边形: 形状 2438"/>
                <p:cNvSpPr/>
                <p:nvPr>
                  <p:custDataLst>
                    <p:tags r:id="rId49"/>
                  </p:custDataLst>
                </p:nvPr>
              </p:nvSpPr>
              <p:spPr>
                <a:xfrm>
                  <a:off x="7690796" y="3912752"/>
                  <a:ext cx="162999" cy="505934"/>
                </a:xfrm>
                <a:custGeom>
                  <a:avLst/>
                  <a:gdLst>
                    <a:gd name="connsiteX0" fmla="*/ 144353 w 162999"/>
                    <a:gd name="connsiteY0" fmla="*/ 58009 h 505934"/>
                    <a:gd name="connsiteX1" fmla="*/ 91524 w 162999"/>
                    <a:gd name="connsiteY1" fmla="*/ 45060 h 505934"/>
                    <a:gd name="connsiteX2" fmla="*/ 9172 w 162999"/>
                    <a:gd name="connsiteY2" fmla="*/ 0 h 505934"/>
                    <a:gd name="connsiteX3" fmla="*/ 7618 w 162999"/>
                    <a:gd name="connsiteY3" fmla="*/ 17092 h 505934"/>
                    <a:gd name="connsiteX4" fmla="*/ 6064 w 162999"/>
                    <a:gd name="connsiteY4" fmla="*/ 34702 h 505934"/>
                    <a:gd name="connsiteX5" fmla="*/ 3475 w 162999"/>
                    <a:gd name="connsiteY5" fmla="*/ 69921 h 505934"/>
                    <a:gd name="connsiteX6" fmla="*/ 367 w 162999"/>
                    <a:gd name="connsiteY6" fmla="*/ 138807 h 505934"/>
                    <a:gd name="connsiteX7" fmla="*/ 5028 w 162999"/>
                    <a:gd name="connsiteY7" fmla="*/ 273470 h 505934"/>
                    <a:gd name="connsiteX8" fmla="*/ 26264 w 162999"/>
                    <a:gd name="connsiteY8" fmla="*/ 409687 h 505934"/>
                    <a:gd name="connsiteX9" fmla="*/ 38694 w 162999"/>
                    <a:gd name="connsiteY9" fmla="*/ 460963 h 505934"/>
                    <a:gd name="connsiteX10" fmla="*/ 59412 w 162999"/>
                    <a:gd name="connsiteY10" fmla="*/ 497736 h 505934"/>
                    <a:gd name="connsiteX11" fmla="*/ 80647 w 162999"/>
                    <a:gd name="connsiteY11" fmla="*/ 504470 h 505934"/>
                    <a:gd name="connsiteX12" fmla="*/ 102401 w 162999"/>
                    <a:gd name="connsiteY12" fmla="*/ 505505 h 505934"/>
                    <a:gd name="connsiteX13" fmla="*/ 123636 w 162999"/>
                    <a:gd name="connsiteY13" fmla="*/ 495665 h 505934"/>
                    <a:gd name="connsiteX14" fmla="*/ 136584 w 162999"/>
                    <a:gd name="connsiteY14" fmla="*/ 471322 h 505934"/>
                    <a:gd name="connsiteX15" fmla="*/ 142800 w 162999"/>
                    <a:gd name="connsiteY15" fmla="*/ 423671 h 505934"/>
                    <a:gd name="connsiteX16" fmla="*/ 144353 w 162999"/>
                    <a:gd name="connsiteY16" fmla="*/ 198369 h 505934"/>
                    <a:gd name="connsiteX17" fmla="*/ 162999 w 162999"/>
                    <a:gd name="connsiteY17" fmla="*/ 25897 h 505934"/>
                    <a:gd name="connsiteX18" fmla="*/ 144353 w 162999"/>
                    <a:gd name="connsiteY18" fmla="*/ 57491 h 5059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162999" h="505934">
                      <a:moveTo>
                        <a:pt x="144353" y="58009"/>
                      </a:moveTo>
                      <a:cubicBezTo>
                        <a:pt x="132441" y="40399"/>
                        <a:pt x="101883" y="40917"/>
                        <a:pt x="91524" y="45060"/>
                      </a:cubicBezTo>
                      <a:cubicBezTo>
                        <a:pt x="83237" y="48168"/>
                        <a:pt x="25746" y="13466"/>
                        <a:pt x="9172" y="0"/>
                      </a:cubicBezTo>
                      <a:cubicBezTo>
                        <a:pt x="10208" y="1036"/>
                        <a:pt x="7618" y="15020"/>
                        <a:pt x="7618" y="17092"/>
                      </a:cubicBezTo>
                      <a:cubicBezTo>
                        <a:pt x="7100" y="22789"/>
                        <a:pt x="6582" y="29004"/>
                        <a:pt x="6064" y="34702"/>
                      </a:cubicBezTo>
                      <a:cubicBezTo>
                        <a:pt x="5028" y="46614"/>
                        <a:pt x="3993" y="58009"/>
                        <a:pt x="3475" y="69921"/>
                      </a:cubicBezTo>
                      <a:cubicBezTo>
                        <a:pt x="1921" y="92711"/>
                        <a:pt x="885" y="116018"/>
                        <a:pt x="367" y="138807"/>
                      </a:cubicBezTo>
                      <a:cubicBezTo>
                        <a:pt x="-669" y="183867"/>
                        <a:pt x="367" y="228928"/>
                        <a:pt x="5028" y="273470"/>
                      </a:cubicBezTo>
                      <a:cubicBezTo>
                        <a:pt x="9172" y="319048"/>
                        <a:pt x="16423" y="364627"/>
                        <a:pt x="26264" y="409687"/>
                      </a:cubicBezTo>
                      <a:cubicBezTo>
                        <a:pt x="29889" y="426779"/>
                        <a:pt x="34033" y="443871"/>
                        <a:pt x="38694" y="460963"/>
                      </a:cubicBezTo>
                      <a:cubicBezTo>
                        <a:pt x="42320" y="474429"/>
                        <a:pt x="46981" y="489449"/>
                        <a:pt x="59412" y="497736"/>
                      </a:cubicBezTo>
                      <a:cubicBezTo>
                        <a:pt x="65627" y="501880"/>
                        <a:pt x="73396" y="503433"/>
                        <a:pt x="80647" y="504470"/>
                      </a:cubicBezTo>
                      <a:cubicBezTo>
                        <a:pt x="87898" y="505505"/>
                        <a:pt x="95149" y="506541"/>
                        <a:pt x="102401" y="505505"/>
                      </a:cubicBezTo>
                      <a:cubicBezTo>
                        <a:pt x="110170" y="504470"/>
                        <a:pt x="118457" y="501880"/>
                        <a:pt x="123636" y="495665"/>
                      </a:cubicBezTo>
                      <a:cubicBezTo>
                        <a:pt x="129851" y="488931"/>
                        <a:pt x="133995" y="480126"/>
                        <a:pt x="136584" y="471322"/>
                      </a:cubicBezTo>
                      <a:cubicBezTo>
                        <a:pt x="141246" y="456301"/>
                        <a:pt x="142282" y="439728"/>
                        <a:pt x="142800" y="423671"/>
                      </a:cubicBezTo>
                      <a:cubicBezTo>
                        <a:pt x="145389" y="348571"/>
                        <a:pt x="142282" y="273470"/>
                        <a:pt x="144353" y="198369"/>
                      </a:cubicBezTo>
                      <a:cubicBezTo>
                        <a:pt x="145907" y="140361"/>
                        <a:pt x="150569" y="82352"/>
                        <a:pt x="162999" y="25897"/>
                      </a:cubicBezTo>
                      <a:lnTo>
                        <a:pt x="144353" y="57491"/>
                      </a:lnTo>
                      <a:close/>
                    </a:path>
                  </a:pathLst>
                </a:custGeom>
                <a:solidFill>
                  <a:srgbClr val="3E3544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  <p:sp>
              <p:nvSpPr>
                <p:cNvPr id="2440" name="任意多边形: 形状 2439"/>
                <p:cNvSpPr/>
                <p:nvPr>
                  <p:custDataLst>
                    <p:tags r:id="rId50"/>
                  </p:custDataLst>
                </p:nvPr>
              </p:nvSpPr>
              <p:spPr>
                <a:xfrm>
                  <a:off x="7724326" y="3380314"/>
                  <a:ext cx="312430" cy="696101"/>
                </a:xfrm>
                <a:custGeom>
                  <a:avLst/>
                  <a:gdLst>
                    <a:gd name="connsiteX0" fmla="*/ 169868 w 312430"/>
                    <a:gd name="connsiteY0" fmla="*/ 43507 h 696101"/>
                    <a:gd name="connsiteX1" fmla="*/ 211303 w 312430"/>
                    <a:gd name="connsiteY1" fmla="*/ 11912 h 696101"/>
                    <a:gd name="connsiteX2" fmla="*/ 233056 w 312430"/>
                    <a:gd name="connsiteY2" fmla="*/ 0 h 696101"/>
                    <a:gd name="connsiteX3" fmla="*/ 255845 w 312430"/>
                    <a:gd name="connsiteY3" fmla="*/ 9841 h 696101"/>
                    <a:gd name="connsiteX4" fmla="*/ 292101 w 312430"/>
                    <a:gd name="connsiteY4" fmla="*/ 57491 h 696101"/>
                    <a:gd name="connsiteX5" fmla="*/ 307639 w 312430"/>
                    <a:gd name="connsiteY5" fmla="*/ 140361 h 696101"/>
                    <a:gd name="connsiteX6" fmla="*/ 307121 w 312430"/>
                    <a:gd name="connsiteY6" fmla="*/ 455783 h 696101"/>
                    <a:gd name="connsiteX7" fmla="*/ 290547 w 312430"/>
                    <a:gd name="connsiteY7" fmla="*/ 582160 h 696101"/>
                    <a:gd name="connsiteX8" fmla="*/ 278635 w 312430"/>
                    <a:gd name="connsiteY8" fmla="*/ 644312 h 696101"/>
                    <a:gd name="connsiteX9" fmla="*/ 253774 w 312430"/>
                    <a:gd name="connsiteY9" fmla="*/ 681085 h 696101"/>
                    <a:gd name="connsiteX10" fmla="*/ 127915 w 312430"/>
                    <a:gd name="connsiteY10" fmla="*/ 662440 h 696101"/>
                    <a:gd name="connsiteX11" fmla="*/ 99947 w 312430"/>
                    <a:gd name="connsiteY11" fmla="*/ 502916 h 696101"/>
                    <a:gd name="connsiteX12" fmla="*/ 13451 w 312430"/>
                    <a:gd name="connsiteY12" fmla="*/ 250163 h 696101"/>
                    <a:gd name="connsiteX13" fmla="*/ 5164 w 312430"/>
                    <a:gd name="connsiteY13" fmla="*/ 103587 h 696101"/>
                    <a:gd name="connsiteX14" fmla="*/ 39348 w 312430"/>
                    <a:gd name="connsiteY14" fmla="*/ 7769 h 696101"/>
                    <a:gd name="connsiteX15" fmla="*/ 125326 w 312430"/>
                    <a:gd name="connsiteY15" fmla="*/ 27968 h 696101"/>
                    <a:gd name="connsiteX16" fmla="*/ 169350 w 312430"/>
                    <a:gd name="connsiteY16" fmla="*/ 44024 h 696101"/>
                    <a:gd name="connsiteX17" fmla="*/ 169350 w 312430"/>
                    <a:gd name="connsiteY17" fmla="*/ 44024 h 6961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312430" h="696101">
                      <a:moveTo>
                        <a:pt x="169868" y="43507"/>
                      </a:moveTo>
                      <a:cubicBezTo>
                        <a:pt x="176601" y="39881"/>
                        <a:pt x="211821" y="21235"/>
                        <a:pt x="211303" y="11912"/>
                      </a:cubicBezTo>
                      <a:cubicBezTo>
                        <a:pt x="211303" y="5697"/>
                        <a:pt x="228395" y="0"/>
                        <a:pt x="233056" y="0"/>
                      </a:cubicBezTo>
                      <a:cubicBezTo>
                        <a:pt x="241343" y="0"/>
                        <a:pt x="249630" y="5179"/>
                        <a:pt x="255845" y="9841"/>
                      </a:cubicBezTo>
                      <a:cubicBezTo>
                        <a:pt x="272420" y="21235"/>
                        <a:pt x="284332" y="38845"/>
                        <a:pt x="292101" y="57491"/>
                      </a:cubicBezTo>
                      <a:cubicBezTo>
                        <a:pt x="302460" y="83387"/>
                        <a:pt x="305567" y="111874"/>
                        <a:pt x="307639" y="140361"/>
                      </a:cubicBezTo>
                      <a:cubicBezTo>
                        <a:pt x="313854" y="224266"/>
                        <a:pt x="314372" y="372396"/>
                        <a:pt x="307121" y="455783"/>
                      </a:cubicBezTo>
                      <a:cubicBezTo>
                        <a:pt x="303496" y="498254"/>
                        <a:pt x="297798" y="540207"/>
                        <a:pt x="290547" y="582160"/>
                      </a:cubicBezTo>
                      <a:cubicBezTo>
                        <a:pt x="286922" y="602877"/>
                        <a:pt x="282778" y="623595"/>
                        <a:pt x="278635" y="644312"/>
                      </a:cubicBezTo>
                      <a:cubicBezTo>
                        <a:pt x="274491" y="663994"/>
                        <a:pt x="270348" y="670727"/>
                        <a:pt x="253774" y="681085"/>
                      </a:cubicBezTo>
                      <a:cubicBezTo>
                        <a:pt x="218554" y="704393"/>
                        <a:pt x="154330" y="702321"/>
                        <a:pt x="127915" y="662440"/>
                      </a:cubicBezTo>
                      <a:cubicBezTo>
                        <a:pt x="99429" y="619451"/>
                        <a:pt x="109787" y="551601"/>
                        <a:pt x="99947" y="502916"/>
                      </a:cubicBezTo>
                      <a:cubicBezTo>
                        <a:pt x="85962" y="431958"/>
                        <a:pt x="36240" y="316977"/>
                        <a:pt x="13451" y="250163"/>
                      </a:cubicBezTo>
                      <a:cubicBezTo>
                        <a:pt x="-3641" y="200959"/>
                        <a:pt x="-2087" y="153827"/>
                        <a:pt x="5164" y="103587"/>
                      </a:cubicBezTo>
                      <a:cubicBezTo>
                        <a:pt x="8790" y="79762"/>
                        <a:pt x="15005" y="22271"/>
                        <a:pt x="39348" y="7769"/>
                      </a:cubicBezTo>
                      <a:cubicBezTo>
                        <a:pt x="45563" y="4143"/>
                        <a:pt x="89070" y="-6733"/>
                        <a:pt x="125326" y="27968"/>
                      </a:cubicBezTo>
                      <a:cubicBezTo>
                        <a:pt x="146561" y="48168"/>
                        <a:pt x="143971" y="58009"/>
                        <a:pt x="169350" y="44024"/>
                      </a:cubicBezTo>
                      <a:lnTo>
                        <a:pt x="169350" y="44024"/>
                      </a:lnTo>
                      <a:close/>
                    </a:path>
                  </a:pathLst>
                </a:custGeom>
                <a:solidFill>
                  <a:srgbClr val="453C4C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  <p:sp>
              <p:nvSpPr>
                <p:cNvPr id="2441" name="任意多边形: 形状 2440"/>
                <p:cNvSpPr/>
                <p:nvPr>
                  <p:custDataLst>
                    <p:tags r:id="rId51"/>
                  </p:custDataLst>
                </p:nvPr>
              </p:nvSpPr>
              <p:spPr>
                <a:xfrm>
                  <a:off x="7610264" y="2827315"/>
                  <a:ext cx="438972" cy="706485"/>
                </a:xfrm>
                <a:custGeom>
                  <a:avLst/>
                  <a:gdLst>
                    <a:gd name="connsiteX0" fmla="*/ 45161 w 438972"/>
                    <a:gd name="connsiteY0" fmla="*/ 386742 h 706485"/>
                    <a:gd name="connsiteX1" fmla="*/ 39463 w 438972"/>
                    <a:gd name="connsiteY1" fmla="*/ 349450 h 706485"/>
                    <a:gd name="connsiteX2" fmla="*/ 3726 w 438972"/>
                    <a:gd name="connsiteY2" fmla="*/ 171280 h 706485"/>
                    <a:gd name="connsiteX3" fmla="*/ 30658 w 438972"/>
                    <a:gd name="connsiteY3" fmla="*/ 30402 h 706485"/>
                    <a:gd name="connsiteX4" fmla="*/ 50858 w 438972"/>
                    <a:gd name="connsiteY4" fmla="*/ 15382 h 706485"/>
                    <a:gd name="connsiteX5" fmla="*/ 259068 w 438972"/>
                    <a:gd name="connsiteY5" fmla="*/ 48530 h 706485"/>
                    <a:gd name="connsiteX6" fmla="*/ 385445 w 438972"/>
                    <a:gd name="connsiteY6" fmla="*/ 110682 h 706485"/>
                    <a:gd name="connsiteX7" fmla="*/ 422736 w 438972"/>
                    <a:gd name="connsiteY7" fmla="*/ 139168 h 706485"/>
                    <a:gd name="connsiteX8" fmla="*/ 438792 w 438972"/>
                    <a:gd name="connsiteY8" fmla="*/ 187336 h 706485"/>
                    <a:gd name="connsiteX9" fmla="*/ 433095 w 438972"/>
                    <a:gd name="connsiteY9" fmla="*/ 246899 h 706485"/>
                    <a:gd name="connsiteX10" fmla="*/ 421700 w 438972"/>
                    <a:gd name="connsiteY10" fmla="*/ 577860 h 706485"/>
                    <a:gd name="connsiteX11" fmla="*/ 420147 w 438972"/>
                    <a:gd name="connsiteY11" fmla="*/ 647781 h 706485"/>
                    <a:gd name="connsiteX12" fmla="*/ 404091 w 438972"/>
                    <a:gd name="connsiteY12" fmla="*/ 691806 h 706485"/>
                    <a:gd name="connsiteX13" fmla="*/ 222813 w 438972"/>
                    <a:gd name="connsiteY13" fmla="*/ 705272 h 706485"/>
                    <a:gd name="connsiteX14" fmla="*/ 57591 w 438972"/>
                    <a:gd name="connsiteY14" fmla="*/ 691806 h 706485"/>
                    <a:gd name="connsiteX15" fmla="*/ 51376 w 438972"/>
                    <a:gd name="connsiteY15" fmla="*/ 650889 h 706485"/>
                    <a:gd name="connsiteX16" fmla="*/ 50340 w 438972"/>
                    <a:gd name="connsiteY16" fmla="*/ 599613 h 706485"/>
                    <a:gd name="connsiteX17" fmla="*/ 45679 w 438972"/>
                    <a:gd name="connsiteY17" fmla="*/ 386224 h 7064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438972" h="706485">
                      <a:moveTo>
                        <a:pt x="45161" y="386742"/>
                      </a:moveTo>
                      <a:cubicBezTo>
                        <a:pt x="43607" y="374311"/>
                        <a:pt x="41535" y="361881"/>
                        <a:pt x="39463" y="349450"/>
                      </a:cubicBezTo>
                      <a:cubicBezTo>
                        <a:pt x="29104" y="289888"/>
                        <a:pt x="10977" y="231879"/>
                        <a:pt x="3726" y="171280"/>
                      </a:cubicBezTo>
                      <a:cubicBezTo>
                        <a:pt x="-1972" y="124666"/>
                        <a:pt x="-6115" y="66139"/>
                        <a:pt x="30658" y="30402"/>
                      </a:cubicBezTo>
                      <a:cubicBezTo>
                        <a:pt x="36874" y="24705"/>
                        <a:pt x="43607" y="19525"/>
                        <a:pt x="50858" y="15382"/>
                      </a:cubicBezTo>
                      <a:cubicBezTo>
                        <a:pt x="122851" y="-25017"/>
                        <a:pt x="191737" y="24186"/>
                        <a:pt x="259068" y="48530"/>
                      </a:cubicBezTo>
                      <a:cubicBezTo>
                        <a:pt x="303611" y="64586"/>
                        <a:pt x="346082" y="85303"/>
                        <a:pt x="385445" y="110682"/>
                      </a:cubicBezTo>
                      <a:cubicBezTo>
                        <a:pt x="399429" y="119487"/>
                        <a:pt x="413413" y="125702"/>
                        <a:pt x="422736" y="139168"/>
                      </a:cubicBezTo>
                      <a:cubicBezTo>
                        <a:pt x="432577" y="153670"/>
                        <a:pt x="437756" y="169726"/>
                        <a:pt x="438792" y="187336"/>
                      </a:cubicBezTo>
                      <a:cubicBezTo>
                        <a:pt x="439828" y="207536"/>
                        <a:pt x="436203" y="227217"/>
                        <a:pt x="433095" y="246899"/>
                      </a:cubicBezTo>
                      <a:cubicBezTo>
                        <a:pt x="413931" y="361881"/>
                        <a:pt x="424290" y="461324"/>
                        <a:pt x="421700" y="577860"/>
                      </a:cubicBezTo>
                      <a:cubicBezTo>
                        <a:pt x="421182" y="600131"/>
                        <a:pt x="420147" y="625510"/>
                        <a:pt x="420147" y="647781"/>
                      </a:cubicBezTo>
                      <a:cubicBezTo>
                        <a:pt x="420147" y="661765"/>
                        <a:pt x="404091" y="691806"/>
                        <a:pt x="404091" y="691806"/>
                      </a:cubicBezTo>
                      <a:cubicBezTo>
                        <a:pt x="404091" y="691806"/>
                        <a:pt x="320703" y="711487"/>
                        <a:pt x="222813" y="705272"/>
                      </a:cubicBezTo>
                      <a:cubicBezTo>
                        <a:pt x="120261" y="699057"/>
                        <a:pt x="71057" y="707344"/>
                        <a:pt x="57591" y="691806"/>
                      </a:cubicBezTo>
                      <a:cubicBezTo>
                        <a:pt x="49304" y="681965"/>
                        <a:pt x="51894" y="663319"/>
                        <a:pt x="51376" y="650889"/>
                      </a:cubicBezTo>
                      <a:cubicBezTo>
                        <a:pt x="50340" y="633797"/>
                        <a:pt x="49822" y="616705"/>
                        <a:pt x="50340" y="599613"/>
                      </a:cubicBezTo>
                      <a:cubicBezTo>
                        <a:pt x="51894" y="528656"/>
                        <a:pt x="54483" y="457181"/>
                        <a:pt x="45679" y="386224"/>
                      </a:cubicBezTo>
                      <a:close/>
                    </a:path>
                  </a:pathLst>
                </a:custGeom>
                <a:solidFill>
                  <a:srgbClr val="BFC7ED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  <p:sp>
              <p:nvSpPr>
                <p:cNvPr id="2442" name="任意多边形: 形状 2441"/>
                <p:cNvSpPr/>
                <p:nvPr>
                  <p:custDataLst>
                    <p:tags r:id="rId52"/>
                  </p:custDataLst>
                </p:nvPr>
              </p:nvSpPr>
              <p:spPr>
                <a:xfrm>
                  <a:off x="7661640" y="3476132"/>
                  <a:ext cx="370324" cy="79894"/>
                </a:xfrm>
                <a:custGeom>
                  <a:avLst/>
                  <a:gdLst>
                    <a:gd name="connsiteX0" fmla="*/ 0 w 370324"/>
                    <a:gd name="connsiteY0" fmla="*/ 19164 h 79894"/>
                    <a:gd name="connsiteX1" fmla="*/ 6215 w 370324"/>
                    <a:gd name="connsiteY1" fmla="*/ 43507 h 79894"/>
                    <a:gd name="connsiteX2" fmla="*/ 171955 w 370324"/>
                    <a:gd name="connsiteY2" fmla="*/ 79244 h 79894"/>
                    <a:gd name="connsiteX3" fmla="*/ 370325 w 370324"/>
                    <a:gd name="connsiteY3" fmla="*/ 45060 h 79894"/>
                    <a:gd name="connsiteX4" fmla="*/ 369289 w 370324"/>
                    <a:gd name="connsiteY4" fmla="*/ 0 h 79894"/>
                    <a:gd name="connsiteX5" fmla="*/ 518 w 370324"/>
                    <a:gd name="connsiteY5" fmla="*/ 19682 h 798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70324" h="79894">
                      <a:moveTo>
                        <a:pt x="0" y="19164"/>
                      </a:moveTo>
                      <a:cubicBezTo>
                        <a:pt x="0" y="28486"/>
                        <a:pt x="1036" y="37291"/>
                        <a:pt x="6215" y="43507"/>
                      </a:cubicBezTo>
                      <a:cubicBezTo>
                        <a:pt x="19682" y="59563"/>
                        <a:pt x="68886" y="72511"/>
                        <a:pt x="171955" y="79244"/>
                      </a:cubicBezTo>
                      <a:cubicBezTo>
                        <a:pt x="269845" y="85459"/>
                        <a:pt x="370325" y="45060"/>
                        <a:pt x="370325" y="45060"/>
                      </a:cubicBezTo>
                      <a:cubicBezTo>
                        <a:pt x="370325" y="45060"/>
                        <a:pt x="369289" y="15538"/>
                        <a:pt x="369289" y="0"/>
                      </a:cubicBezTo>
                      <a:cubicBezTo>
                        <a:pt x="262076" y="49722"/>
                        <a:pt x="120679" y="38327"/>
                        <a:pt x="518" y="19682"/>
                      </a:cubicBezTo>
                      <a:close/>
                    </a:path>
                  </a:pathLst>
                </a:custGeom>
                <a:solidFill>
                  <a:srgbClr val="302534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  <p:sp>
              <p:nvSpPr>
                <p:cNvPr id="2443" name="任意多边形: 形状 2442"/>
                <p:cNvSpPr/>
                <p:nvPr>
                  <p:custDataLst>
                    <p:tags r:id="rId53"/>
                  </p:custDataLst>
                </p:nvPr>
              </p:nvSpPr>
              <p:spPr>
                <a:xfrm>
                  <a:off x="7932521" y="3498921"/>
                  <a:ext cx="26932" cy="49203"/>
                </a:xfrm>
                <a:custGeom>
                  <a:avLst/>
                  <a:gdLst>
                    <a:gd name="connsiteX0" fmla="*/ 0 w 26932"/>
                    <a:gd name="connsiteY0" fmla="*/ 5179 h 49203"/>
                    <a:gd name="connsiteX1" fmla="*/ 0 w 26932"/>
                    <a:gd name="connsiteY1" fmla="*/ 49204 h 49203"/>
                    <a:gd name="connsiteX2" fmla="*/ 26933 w 26932"/>
                    <a:gd name="connsiteY2" fmla="*/ 43507 h 49203"/>
                    <a:gd name="connsiteX3" fmla="*/ 26933 w 26932"/>
                    <a:gd name="connsiteY3" fmla="*/ 0 h 49203"/>
                    <a:gd name="connsiteX4" fmla="*/ 0 w 26932"/>
                    <a:gd name="connsiteY4" fmla="*/ 5179 h 492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6932" h="49203">
                      <a:moveTo>
                        <a:pt x="0" y="5179"/>
                      </a:moveTo>
                      <a:lnTo>
                        <a:pt x="0" y="49204"/>
                      </a:lnTo>
                      <a:cubicBezTo>
                        <a:pt x="9323" y="47650"/>
                        <a:pt x="18646" y="45578"/>
                        <a:pt x="26933" y="43507"/>
                      </a:cubicBezTo>
                      <a:lnTo>
                        <a:pt x="26933" y="0"/>
                      </a:lnTo>
                      <a:cubicBezTo>
                        <a:pt x="18128" y="2072"/>
                        <a:pt x="8805" y="3626"/>
                        <a:pt x="0" y="5179"/>
                      </a:cubicBezTo>
                      <a:close/>
                    </a:path>
                  </a:pathLst>
                </a:custGeom>
                <a:solidFill>
                  <a:srgbClr val="453C4C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  <p:sp>
              <p:nvSpPr>
                <p:cNvPr id="2444" name="任意多边形: 形状 2443"/>
                <p:cNvSpPr/>
                <p:nvPr>
                  <p:custDataLst>
                    <p:tags r:id="rId54"/>
                  </p:custDataLst>
                </p:nvPr>
              </p:nvSpPr>
              <p:spPr>
                <a:xfrm>
                  <a:off x="7743992" y="3506172"/>
                  <a:ext cx="33924" cy="50239"/>
                </a:xfrm>
                <a:custGeom>
                  <a:avLst/>
                  <a:gdLst>
                    <a:gd name="connsiteX0" fmla="*/ 33148 w 33924"/>
                    <a:gd name="connsiteY0" fmla="*/ 2590 h 50239"/>
                    <a:gd name="connsiteX1" fmla="*/ 0 w 33924"/>
                    <a:gd name="connsiteY1" fmla="*/ 0 h 50239"/>
                    <a:gd name="connsiteX2" fmla="*/ 5179 w 33924"/>
                    <a:gd name="connsiteY2" fmla="*/ 40917 h 50239"/>
                    <a:gd name="connsiteX3" fmla="*/ 33148 w 33924"/>
                    <a:gd name="connsiteY3" fmla="*/ 50240 h 50239"/>
                    <a:gd name="connsiteX4" fmla="*/ 33148 w 33924"/>
                    <a:gd name="connsiteY4" fmla="*/ 3107 h 502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924" h="50239">
                      <a:moveTo>
                        <a:pt x="33148" y="2590"/>
                      </a:moveTo>
                      <a:cubicBezTo>
                        <a:pt x="22271" y="1554"/>
                        <a:pt x="10877" y="1036"/>
                        <a:pt x="0" y="0"/>
                      </a:cubicBezTo>
                      <a:cubicBezTo>
                        <a:pt x="0" y="12430"/>
                        <a:pt x="3626" y="26415"/>
                        <a:pt x="5179" y="40917"/>
                      </a:cubicBezTo>
                      <a:cubicBezTo>
                        <a:pt x="11913" y="41953"/>
                        <a:pt x="25379" y="49204"/>
                        <a:pt x="33148" y="50240"/>
                      </a:cubicBezTo>
                      <a:cubicBezTo>
                        <a:pt x="34184" y="38327"/>
                        <a:pt x="34184" y="16574"/>
                        <a:pt x="33148" y="3107"/>
                      </a:cubicBezTo>
                      <a:close/>
                    </a:path>
                  </a:pathLst>
                </a:custGeom>
                <a:solidFill>
                  <a:srgbClr val="453C4C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  <p:sp>
              <p:nvSpPr>
                <p:cNvPr id="2445" name="任意多边形: 形状 2444"/>
                <p:cNvSpPr/>
                <p:nvPr>
                  <p:custDataLst>
                    <p:tags r:id="rId55"/>
                  </p:custDataLst>
                </p:nvPr>
              </p:nvSpPr>
              <p:spPr>
                <a:xfrm>
                  <a:off x="7834113" y="3938322"/>
                  <a:ext cx="168221" cy="551004"/>
                </a:xfrm>
                <a:custGeom>
                  <a:avLst/>
                  <a:gdLst>
                    <a:gd name="connsiteX0" fmla="*/ 166776 w 168221"/>
                    <a:gd name="connsiteY0" fmla="*/ 118933 h 551004"/>
                    <a:gd name="connsiteX1" fmla="*/ 160042 w 168221"/>
                    <a:gd name="connsiteY1" fmla="*/ 228218 h 551004"/>
                    <a:gd name="connsiteX2" fmla="*/ 156417 w 168221"/>
                    <a:gd name="connsiteY2" fmla="*/ 314713 h 551004"/>
                    <a:gd name="connsiteX3" fmla="*/ 154863 w 168221"/>
                    <a:gd name="connsiteY3" fmla="*/ 381527 h 551004"/>
                    <a:gd name="connsiteX4" fmla="*/ 109285 w 168221"/>
                    <a:gd name="connsiteY4" fmla="*/ 547266 h 551004"/>
                    <a:gd name="connsiteX5" fmla="*/ 69921 w 168221"/>
                    <a:gd name="connsiteY5" fmla="*/ 549338 h 551004"/>
                    <a:gd name="connsiteX6" fmla="*/ 20200 w 168221"/>
                    <a:gd name="connsiteY6" fmla="*/ 467504 h 551004"/>
                    <a:gd name="connsiteX7" fmla="*/ 14502 w 168221"/>
                    <a:gd name="connsiteY7" fmla="*/ 393957 h 551004"/>
                    <a:gd name="connsiteX8" fmla="*/ 11913 w 168221"/>
                    <a:gd name="connsiteY8" fmla="*/ 335430 h 551004"/>
                    <a:gd name="connsiteX9" fmla="*/ 9323 w 168221"/>
                    <a:gd name="connsiteY9" fmla="*/ 256186 h 551004"/>
                    <a:gd name="connsiteX10" fmla="*/ 6733 w 168221"/>
                    <a:gd name="connsiteY10" fmla="*/ 151563 h 551004"/>
                    <a:gd name="connsiteX11" fmla="*/ 0 w 168221"/>
                    <a:gd name="connsiteY11" fmla="*/ 16900 h 551004"/>
                    <a:gd name="connsiteX12" fmla="*/ 8805 w 168221"/>
                    <a:gd name="connsiteY12" fmla="*/ 326 h 551004"/>
                    <a:gd name="connsiteX13" fmla="*/ 164704 w 168221"/>
                    <a:gd name="connsiteY13" fmla="*/ 57299 h 551004"/>
                    <a:gd name="connsiteX14" fmla="*/ 167294 w 168221"/>
                    <a:gd name="connsiteY14" fmla="*/ 119451 h 551004"/>
                    <a:gd name="connsiteX15" fmla="*/ 167294 w 168221"/>
                    <a:gd name="connsiteY15" fmla="*/ 119451 h 5510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168221" h="551004">
                      <a:moveTo>
                        <a:pt x="166776" y="118933"/>
                      </a:moveTo>
                      <a:cubicBezTo>
                        <a:pt x="164186" y="155189"/>
                        <a:pt x="162114" y="191962"/>
                        <a:pt x="160042" y="228218"/>
                      </a:cubicBezTo>
                      <a:cubicBezTo>
                        <a:pt x="158489" y="257222"/>
                        <a:pt x="157453" y="285709"/>
                        <a:pt x="156417" y="314713"/>
                      </a:cubicBezTo>
                      <a:cubicBezTo>
                        <a:pt x="155899" y="336984"/>
                        <a:pt x="154863" y="359255"/>
                        <a:pt x="154863" y="381527"/>
                      </a:cubicBezTo>
                      <a:cubicBezTo>
                        <a:pt x="152791" y="503242"/>
                        <a:pt x="166258" y="530692"/>
                        <a:pt x="109285" y="547266"/>
                      </a:cubicBezTo>
                      <a:cubicBezTo>
                        <a:pt x="96336" y="550892"/>
                        <a:pt x="82870" y="552446"/>
                        <a:pt x="69921" y="549338"/>
                      </a:cubicBezTo>
                      <a:cubicBezTo>
                        <a:pt x="32630" y="540533"/>
                        <a:pt x="25379" y="507903"/>
                        <a:pt x="20200" y="467504"/>
                      </a:cubicBezTo>
                      <a:cubicBezTo>
                        <a:pt x="17092" y="444715"/>
                        <a:pt x="15538" y="417264"/>
                        <a:pt x="14502" y="393957"/>
                      </a:cubicBezTo>
                      <a:cubicBezTo>
                        <a:pt x="13466" y="374276"/>
                        <a:pt x="12948" y="354594"/>
                        <a:pt x="11913" y="335430"/>
                      </a:cubicBezTo>
                      <a:cubicBezTo>
                        <a:pt x="10877" y="309016"/>
                        <a:pt x="10359" y="282601"/>
                        <a:pt x="9323" y="256186"/>
                      </a:cubicBezTo>
                      <a:cubicBezTo>
                        <a:pt x="8287" y="221485"/>
                        <a:pt x="7251" y="186265"/>
                        <a:pt x="6733" y="151563"/>
                      </a:cubicBezTo>
                      <a:cubicBezTo>
                        <a:pt x="5697" y="107021"/>
                        <a:pt x="1036" y="61443"/>
                        <a:pt x="0" y="16900"/>
                      </a:cubicBezTo>
                      <a:cubicBezTo>
                        <a:pt x="0" y="10167"/>
                        <a:pt x="3626" y="3434"/>
                        <a:pt x="8805" y="326"/>
                      </a:cubicBezTo>
                      <a:cubicBezTo>
                        <a:pt x="15538" y="-4335"/>
                        <a:pt x="150720" y="42279"/>
                        <a:pt x="164704" y="57299"/>
                      </a:cubicBezTo>
                      <a:cubicBezTo>
                        <a:pt x="164704" y="57299"/>
                        <a:pt x="170401" y="74391"/>
                        <a:pt x="167294" y="119451"/>
                      </a:cubicBezTo>
                      <a:lnTo>
                        <a:pt x="167294" y="119451"/>
                      </a:lnTo>
                      <a:close/>
                    </a:path>
                  </a:pathLst>
                </a:custGeom>
                <a:solidFill>
                  <a:srgbClr val="453C4C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  <p:sp>
              <p:nvSpPr>
                <p:cNvPr id="2446" name="任意多边形: 形状 2445"/>
                <p:cNvSpPr/>
                <p:nvPr>
                  <p:custDataLst>
                    <p:tags r:id="rId56"/>
                  </p:custDataLst>
                </p:nvPr>
              </p:nvSpPr>
              <p:spPr>
                <a:xfrm>
                  <a:off x="7734020" y="2765380"/>
                  <a:ext cx="165146" cy="133028"/>
                </a:xfrm>
                <a:custGeom>
                  <a:avLst/>
                  <a:gdLst>
                    <a:gd name="connsiteX0" fmla="*/ 153959 w 165146"/>
                    <a:gd name="connsiteY0" fmla="*/ 63850 h 133028"/>
                    <a:gd name="connsiteX1" fmla="*/ 163282 w 165146"/>
                    <a:gd name="connsiteY1" fmla="*/ 39507 h 133028"/>
                    <a:gd name="connsiteX2" fmla="*/ 136867 w 165146"/>
                    <a:gd name="connsiteY2" fmla="*/ 11020 h 133028"/>
                    <a:gd name="connsiteX3" fmla="*/ 95432 w 165146"/>
                    <a:gd name="connsiteY3" fmla="*/ 144 h 133028"/>
                    <a:gd name="connsiteX4" fmla="*/ 81965 w 165146"/>
                    <a:gd name="connsiteY4" fmla="*/ 2734 h 133028"/>
                    <a:gd name="connsiteX5" fmla="*/ 40013 w 165146"/>
                    <a:gd name="connsiteY5" fmla="*/ 2734 h 133028"/>
                    <a:gd name="connsiteX6" fmla="*/ 13080 w 165146"/>
                    <a:gd name="connsiteY6" fmla="*/ 17754 h 133028"/>
                    <a:gd name="connsiteX7" fmla="*/ 5311 w 165146"/>
                    <a:gd name="connsiteY7" fmla="*/ 71619 h 133028"/>
                    <a:gd name="connsiteX8" fmla="*/ 131 w 165146"/>
                    <a:gd name="connsiteY8" fmla="*/ 87675 h 133028"/>
                    <a:gd name="connsiteX9" fmla="*/ 41566 w 165146"/>
                    <a:gd name="connsiteY9" fmla="*/ 125484 h 133028"/>
                    <a:gd name="connsiteX10" fmla="*/ 112006 w 165146"/>
                    <a:gd name="connsiteY10" fmla="*/ 130664 h 133028"/>
                    <a:gd name="connsiteX11" fmla="*/ 148261 w 165146"/>
                    <a:gd name="connsiteY11" fmla="*/ 120823 h 133028"/>
                    <a:gd name="connsiteX12" fmla="*/ 155512 w 165146"/>
                    <a:gd name="connsiteY12" fmla="*/ 102695 h 133028"/>
                    <a:gd name="connsiteX13" fmla="*/ 154477 w 165146"/>
                    <a:gd name="connsiteY13" fmla="*/ 63850 h 133028"/>
                    <a:gd name="connsiteX14" fmla="*/ 154477 w 165146"/>
                    <a:gd name="connsiteY14" fmla="*/ 63850 h 1330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65146" h="133028">
                      <a:moveTo>
                        <a:pt x="153959" y="63850"/>
                      </a:moveTo>
                      <a:cubicBezTo>
                        <a:pt x="156548" y="49348"/>
                        <a:pt x="170015" y="52973"/>
                        <a:pt x="163282" y="39507"/>
                      </a:cubicBezTo>
                      <a:cubicBezTo>
                        <a:pt x="157584" y="28630"/>
                        <a:pt x="148779" y="18272"/>
                        <a:pt x="136867" y="11020"/>
                      </a:cubicBezTo>
                      <a:cubicBezTo>
                        <a:pt x="124954" y="3769"/>
                        <a:pt x="110452" y="-892"/>
                        <a:pt x="95432" y="144"/>
                      </a:cubicBezTo>
                      <a:cubicBezTo>
                        <a:pt x="90253" y="144"/>
                        <a:pt x="86627" y="2734"/>
                        <a:pt x="81965" y="2734"/>
                      </a:cubicBezTo>
                      <a:cubicBezTo>
                        <a:pt x="67981" y="2734"/>
                        <a:pt x="53997" y="662"/>
                        <a:pt x="40013" y="2734"/>
                      </a:cubicBezTo>
                      <a:cubicBezTo>
                        <a:pt x="26028" y="4287"/>
                        <a:pt x="13080" y="5323"/>
                        <a:pt x="13080" y="17754"/>
                      </a:cubicBezTo>
                      <a:cubicBezTo>
                        <a:pt x="13080" y="34845"/>
                        <a:pt x="12044" y="55045"/>
                        <a:pt x="5311" y="71619"/>
                      </a:cubicBezTo>
                      <a:cubicBezTo>
                        <a:pt x="1685" y="80424"/>
                        <a:pt x="1167" y="78352"/>
                        <a:pt x="131" y="87675"/>
                      </a:cubicBezTo>
                      <a:cubicBezTo>
                        <a:pt x="-1940" y="105803"/>
                        <a:pt x="20849" y="117715"/>
                        <a:pt x="41566" y="125484"/>
                      </a:cubicBezTo>
                      <a:cubicBezTo>
                        <a:pt x="66945" y="135325"/>
                        <a:pt x="85073" y="133771"/>
                        <a:pt x="112006" y="130664"/>
                      </a:cubicBezTo>
                      <a:cubicBezTo>
                        <a:pt x="125472" y="129110"/>
                        <a:pt x="139974" y="130664"/>
                        <a:pt x="148261" y="120823"/>
                      </a:cubicBezTo>
                      <a:cubicBezTo>
                        <a:pt x="153959" y="113054"/>
                        <a:pt x="156548" y="111500"/>
                        <a:pt x="155512" y="102695"/>
                      </a:cubicBezTo>
                      <a:cubicBezTo>
                        <a:pt x="153441" y="89747"/>
                        <a:pt x="151887" y="76798"/>
                        <a:pt x="154477" y="63850"/>
                      </a:cubicBezTo>
                      <a:lnTo>
                        <a:pt x="154477" y="63850"/>
                      </a:lnTo>
                      <a:close/>
                    </a:path>
                  </a:pathLst>
                </a:custGeom>
                <a:solidFill>
                  <a:srgbClr val="FFC7AD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  <p:sp>
              <p:nvSpPr>
                <p:cNvPr id="2447" name="任意多边形: 形状 2446"/>
                <p:cNvSpPr/>
                <p:nvPr>
                  <p:custDataLst>
                    <p:tags r:id="rId57"/>
                  </p:custDataLst>
                </p:nvPr>
              </p:nvSpPr>
              <p:spPr>
                <a:xfrm>
                  <a:off x="7728825" y="2836999"/>
                  <a:ext cx="161941" cy="72892"/>
                </a:xfrm>
                <a:custGeom>
                  <a:avLst/>
                  <a:gdLst>
                    <a:gd name="connsiteX0" fmla="*/ 9988 w 161941"/>
                    <a:gd name="connsiteY0" fmla="*/ 0 h 72892"/>
                    <a:gd name="connsiteX1" fmla="*/ 147 w 161941"/>
                    <a:gd name="connsiteY1" fmla="*/ 19682 h 72892"/>
                    <a:gd name="connsiteX2" fmla="*/ 38474 w 161941"/>
                    <a:gd name="connsiteY2" fmla="*/ 60081 h 72892"/>
                    <a:gd name="connsiteX3" fmla="*/ 117718 w 161941"/>
                    <a:gd name="connsiteY3" fmla="*/ 71993 h 72892"/>
                    <a:gd name="connsiteX4" fmla="*/ 158117 w 161941"/>
                    <a:gd name="connsiteY4" fmla="*/ 58009 h 72892"/>
                    <a:gd name="connsiteX5" fmla="*/ 160707 w 161941"/>
                    <a:gd name="connsiteY5" fmla="*/ 33666 h 72892"/>
                    <a:gd name="connsiteX6" fmla="*/ 10506 w 161941"/>
                    <a:gd name="connsiteY6" fmla="*/ 518 h 728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61941" h="72892">
                      <a:moveTo>
                        <a:pt x="9988" y="0"/>
                      </a:moveTo>
                      <a:cubicBezTo>
                        <a:pt x="4808" y="5179"/>
                        <a:pt x="147" y="15538"/>
                        <a:pt x="147" y="19682"/>
                      </a:cubicBezTo>
                      <a:cubicBezTo>
                        <a:pt x="-1925" y="37809"/>
                        <a:pt x="18275" y="51794"/>
                        <a:pt x="38474" y="60081"/>
                      </a:cubicBezTo>
                      <a:cubicBezTo>
                        <a:pt x="63853" y="69921"/>
                        <a:pt x="90786" y="75101"/>
                        <a:pt x="117718" y="71993"/>
                      </a:cubicBezTo>
                      <a:cubicBezTo>
                        <a:pt x="131185" y="70439"/>
                        <a:pt x="150348" y="68368"/>
                        <a:pt x="158117" y="58009"/>
                      </a:cubicBezTo>
                      <a:cubicBezTo>
                        <a:pt x="163815" y="50758"/>
                        <a:pt x="161743" y="41435"/>
                        <a:pt x="160707" y="33666"/>
                      </a:cubicBezTo>
                      <a:cubicBezTo>
                        <a:pt x="97001" y="50240"/>
                        <a:pt x="55048" y="21753"/>
                        <a:pt x="10506" y="518"/>
                      </a:cubicBezTo>
                      <a:close/>
                    </a:path>
                  </a:pathLst>
                </a:custGeom>
                <a:solidFill>
                  <a:srgbClr val="F4F5FA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</p:grpSp>
          <p:grpSp>
            <p:nvGrpSpPr>
              <p:cNvPr id="1361" name="图形 20"/>
              <p:cNvGrpSpPr/>
              <p:nvPr/>
            </p:nvGrpSpPr>
            <p:grpSpPr>
              <a:xfrm>
                <a:off x="7679851" y="2490365"/>
                <a:ext cx="295174" cy="342213"/>
                <a:chOff x="7679851" y="2490365"/>
                <a:chExt cx="295174" cy="342213"/>
              </a:xfrm>
            </p:grpSpPr>
            <p:sp>
              <p:nvSpPr>
                <p:cNvPr id="1406" name="任意多边形: 形状 1405"/>
                <p:cNvSpPr/>
                <p:nvPr>
                  <p:custDataLst>
                    <p:tags r:id="rId58"/>
                  </p:custDataLst>
                </p:nvPr>
              </p:nvSpPr>
              <p:spPr>
                <a:xfrm>
                  <a:off x="7706953" y="2546977"/>
                  <a:ext cx="259272" cy="285601"/>
                </a:xfrm>
                <a:custGeom>
                  <a:avLst/>
                  <a:gdLst>
                    <a:gd name="connsiteX0" fmla="*/ 241106 w 259272"/>
                    <a:gd name="connsiteY0" fmla="*/ 42448 h 285601"/>
                    <a:gd name="connsiteX1" fmla="*/ 258198 w 259272"/>
                    <a:gd name="connsiteY1" fmla="*/ 78186 h 285601"/>
                    <a:gd name="connsiteX2" fmla="*/ 257162 w 259272"/>
                    <a:gd name="connsiteY2" fmla="*/ 169860 h 285601"/>
                    <a:gd name="connsiteX3" fmla="*/ 193456 w 259272"/>
                    <a:gd name="connsiteY3" fmla="*/ 282252 h 285601"/>
                    <a:gd name="connsiteX4" fmla="*/ 88315 w 259272"/>
                    <a:gd name="connsiteY4" fmla="*/ 271894 h 285601"/>
                    <a:gd name="connsiteX5" fmla="*/ 32378 w 259272"/>
                    <a:gd name="connsiteY5" fmla="*/ 212849 h 285601"/>
                    <a:gd name="connsiteX6" fmla="*/ 240588 w 259272"/>
                    <a:gd name="connsiteY6" fmla="*/ 42966 h 285601"/>
                    <a:gd name="connsiteX7" fmla="*/ 240588 w 259272"/>
                    <a:gd name="connsiteY7" fmla="*/ 42966 h 2856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59272" h="285601">
                      <a:moveTo>
                        <a:pt x="241106" y="42448"/>
                      </a:moveTo>
                      <a:cubicBezTo>
                        <a:pt x="249393" y="52807"/>
                        <a:pt x="256126" y="64201"/>
                        <a:pt x="258198" y="78186"/>
                      </a:cubicBezTo>
                      <a:cubicBezTo>
                        <a:pt x="262860" y="108744"/>
                        <a:pt x="250429" y="139820"/>
                        <a:pt x="257162" y="169860"/>
                      </a:cubicBezTo>
                      <a:cubicBezTo>
                        <a:pt x="263378" y="198865"/>
                        <a:pt x="250947" y="265161"/>
                        <a:pt x="193456" y="282252"/>
                      </a:cubicBezTo>
                      <a:cubicBezTo>
                        <a:pt x="164452" y="291057"/>
                        <a:pt x="106961" y="280699"/>
                        <a:pt x="88315" y="271894"/>
                      </a:cubicBezTo>
                      <a:cubicBezTo>
                        <a:pt x="63454" y="259981"/>
                        <a:pt x="47398" y="236156"/>
                        <a:pt x="32378" y="212849"/>
                      </a:cubicBezTo>
                      <a:cubicBezTo>
                        <a:pt x="-87783" y="22249"/>
                        <a:pt x="159272" y="-55960"/>
                        <a:pt x="240588" y="42966"/>
                      </a:cubicBezTo>
                      <a:lnTo>
                        <a:pt x="240588" y="42966"/>
                      </a:lnTo>
                      <a:close/>
                    </a:path>
                  </a:pathLst>
                </a:custGeom>
                <a:solidFill>
                  <a:srgbClr val="FFC7AD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  <p:sp>
              <p:nvSpPr>
                <p:cNvPr id="1407" name="任意多边形: 形状 1406"/>
                <p:cNvSpPr/>
                <p:nvPr>
                  <p:custDataLst>
                    <p:tags r:id="rId59"/>
                  </p:custDataLst>
                </p:nvPr>
              </p:nvSpPr>
              <p:spPr>
                <a:xfrm>
                  <a:off x="7679851" y="2490365"/>
                  <a:ext cx="295174" cy="310505"/>
                </a:xfrm>
                <a:custGeom>
                  <a:avLst/>
                  <a:gdLst>
                    <a:gd name="connsiteX0" fmla="*/ 5096 w 295174"/>
                    <a:gd name="connsiteY0" fmla="*/ 183484 h 310505"/>
                    <a:gd name="connsiteX1" fmla="*/ 7686 w 295174"/>
                    <a:gd name="connsiteY1" fmla="*/ 200576 h 310505"/>
                    <a:gd name="connsiteX2" fmla="*/ 10794 w 295174"/>
                    <a:gd name="connsiteY2" fmla="*/ 213007 h 310505"/>
                    <a:gd name="connsiteX3" fmla="*/ 14937 w 295174"/>
                    <a:gd name="connsiteY3" fmla="*/ 223366 h 310505"/>
                    <a:gd name="connsiteX4" fmla="*/ 36691 w 295174"/>
                    <a:gd name="connsiteY4" fmla="*/ 259103 h 310505"/>
                    <a:gd name="connsiteX5" fmla="*/ 77090 w 295174"/>
                    <a:gd name="connsiteY5" fmla="*/ 300020 h 310505"/>
                    <a:gd name="connsiteX6" fmla="*/ 100915 w 295174"/>
                    <a:gd name="connsiteY6" fmla="*/ 307271 h 310505"/>
                    <a:gd name="connsiteX7" fmla="*/ 174462 w 295174"/>
                    <a:gd name="connsiteY7" fmla="*/ 294323 h 310505"/>
                    <a:gd name="connsiteX8" fmla="*/ 186892 w 295174"/>
                    <a:gd name="connsiteY8" fmla="*/ 263247 h 310505"/>
                    <a:gd name="connsiteX9" fmla="*/ 191554 w 295174"/>
                    <a:gd name="connsiteY9" fmla="*/ 232171 h 310505"/>
                    <a:gd name="connsiteX10" fmla="*/ 193625 w 295174"/>
                    <a:gd name="connsiteY10" fmla="*/ 223884 h 310505"/>
                    <a:gd name="connsiteX11" fmla="*/ 198805 w 295174"/>
                    <a:gd name="connsiteY11" fmla="*/ 211453 h 310505"/>
                    <a:gd name="connsiteX12" fmla="*/ 214861 w 295174"/>
                    <a:gd name="connsiteY12" fmla="*/ 197469 h 310505"/>
                    <a:gd name="connsiteX13" fmla="*/ 251116 w 295174"/>
                    <a:gd name="connsiteY13" fmla="*/ 193843 h 310505"/>
                    <a:gd name="connsiteX14" fmla="*/ 261475 w 295174"/>
                    <a:gd name="connsiteY14" fmla="*/ 178305 h 310505"/>
                    <a:gd name="connsiteX15" fmla="*/ 268208 w 295174"/>
                    <a:gd name="connsiteY15" fmla="*/ 159659 h 310505"/>
                    <a:gd name="connsiteX16" fmla="*/ 280121 w 295174"/>
                    <a:gd name="connsiteY16" fmla="*/ 136352 h 310505"/>
                    <a:gd name="connsiteX17" fmla="*/ 288408 w 295174"/>
                    <a:gd name="connsiteY17" fmla="*/ 125476 h 310505"/>
                    <a:gd name="connsiteX18" fmla="*/ 295141 w 295174"/>
                    <a:gd name="connsiteY18" fmla="*/ 108902 h 310505"/>
                    <a:gd name="connsiteX19" fmla="*/ 254224 w 295174"/>
                    <a:gd name="connsiteY19" fmla="*/ 35355 h 310505"/>
                    <a:gd name="connsiteX20" fmla="*/ 219522 w 295174"/>
                    <a:gd name="connsiteY20" fmla="*/ 11530 h 310505"/>
                    <a:gd name="connsiteX21" fmla="*/ 183784 w 295174"/>
                    <a:gd name="connsiteY21" fmla="*/ 2725 h 310505"/>
                    <a:gd name="connsiteX22" fmla="*/ 76572 w 295174"/>
                    <a:gd name="connsiteY22" fmla="*/ 16191 h 310505"/>
                    <a:gd name="connsiteX23" fmla="*/ 55854 w 295174"/>
                    <a:gd name="connsiteY23" fmla="*/ 35873 h 310505"/>
                    <a:gd name="connsiteX24" fmla="*/ 52747 w 295174"/>
                    <a:gd name="connsiteY24" fmla="*/ 41570 h 310505"/>
                    <a:gd name="connsiteX25" fmla="*/ 45495 w 295174"/>
                    <a:gd name="connsiteY25" fmla="*/ 46232 h 310505"/>
                    <a:gd name="connsiteX26" fmla="*/ 23742 w 295174"/>
                    <a:gd name="connsiteY26" fmla="*/ 61252 h 310505"/>
                    <a:gd name="connsiteX27" fmla="*/ 4061 w 295174"/>
                    <a:gd name="connsiteY27" fmla="*/ 183484 h 310505"/>
                    <a:gd name="connsiteX28" fmla="*/ 4061 w 295174"/>
                    <a:gd name="connsiteY28" fmla="*/ 183484 h 3105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295174" h="310505">
                      <a:moveTo>
                        <a:pt x="5096" y="183484"/>
                      </a:moveTo>
                      <a:cubicBezTo>
                        <a:pt x="6132" y="189182"/>
                        <a:pt x="6650" y="194879"/>
                        <a:pt x="7686" y="200576"/>
                      </a:cubicBezTo>
                      <a:cubicBezTo>
                        <a:pt x="8722" y="204720"/>
                        <a:pt x="9240" y="208863"/>
                        <a:pt x="10794" y="213007"/>
                      </a:cubicBezTo>
                      <a:cubicBezTo>
                        <a:pt x="11830" y="216633"/>
                        <a:pt x="13383" y="220258"/>
                        <a:pt x="14937" y="223366"/>
                      </a:cubicBezTo>
                      <a:cubicBezTo>
                        <a:pt x="20635" y="236314"/>
                        <a:pt x="28922" y="247709"/>
                        <a:pt x="36691" y="259103"/>
                      </a:cubicBezTo>
                      <a:cubicBezTo>
                        <a:pt x="48085" y="275159"/>
                        <a:pt x="59998" y="291733"/>
                        <a:pt x="77090" y="300020"/>
                      </a:cubicBezTo>
                      <a:cubicBezTo>
                        <a:pt x="84859" y="303646"/>
                        <a:pt x="93146" y="305717"/>
                        <a:pt x="100915" y="307271"/>
                      </a:cubicBezTo>
                      <a:cubicBezTo>
                        <a:pt x="123704" y="312451"/>
                        <a:pt x="157370" y="313486"/>
                        <a:pt x="174462" y="294323"/>
                      </a:cubicBezTo>
                      <a:cubicBezTo>
                        <a:pt x="182231" y="286036"/>
                        <a:pt x="185338" y="274123"/>
                        <a:pt x="186892" y="263247"/>
                      </a:cubicBezTo>
                      <a:cubicBezTo>
                        <a:pt x="188446" y="252370"/>
                        <a:pt x="188446" y="243047"/>
                        <a:pt x="191554" y="232171"/>
                      </a:cubicBezTo>
                      <a:cubicBezTo>
                        <a:pt x="192072" y="229581"/>
                        <a:pt x="193107" y="226991"/>
                        <a:pt x="193625" y="223884"/>
                      </a:cubicBezTo>
                      <a:cubicBezTo>
                        <a:pt x="195179" y="219740"/>
                        <a:pt x="196733" y="215597"/>
                        <a:pt x="198805" y="211453"/>
                      </a:cubicBezTo>
                      <a:cubicBezTo>
                        <a:pt x="202430" y="205238"/>
                        <a:pt x="207610" y="199541"/>
                        <a:pt x="214861" y="197469"/>
                      </a:cubicBezTo>
                      <a:cubicBezTo>
                        <a:pt x="226773" y="193843"/>
                        <a:pt x="240758" y="200576"/>
                        <a:pt x="251116" y="193843"/>
                      </a:cubicBezTo>
                      <a:cubicBezTo>
                        <a:pt x="256296" y="190218"/>
                        <a:pt x="258885" y="184003"/>
                        <a:pt x="261475" y="178305"/>
                      </a:cubicBezTo>
                      <a:cubicBezTo>
                        <a:pt x="264065" y="172608"/>
                        <a:pt x="266136" y="165875"/>
                        <a:pt x="268208" y="159659"/>
                      </a:cubicBezTo>
                      <a:cubicBezTo>
                        <a:pt x="271316" y="151373"/>
                        <a:pt x="274941" y="142568"/>
                        <a:pt x="280121" y="136352"/>
                      </a:cubicBezTo>
                      <a:cubicBezTo>
                        <a:pt x="282710" y="132727"/>
                        <a:pt x="286336" y="129619"/>
                        <a:pt x="288408" y="125476"/>
                      </a:cubicBezTo>
                      <a:cubicBezTo>
                        <a:pt x="291515" y="120296"/>
                        <a:pt x="295141" y="115117"/>
                        <a:pt x="295141" y="108902"/>
                      </a:cubicBezTo>
                      <a:cubicBezTo>
                        <a:pt x="296177" y="80933"/>
                        <a:pt x="273388" y="53483"/>
                        <a:pt x="254224" y="35355"/>
                      </a:cubicBezTo>
                      <a:cubicBezTo>
                        <a:pt x="243865" y="26032"/>
                        <a:pt x="232471" y="17227"/>
                        <a:pt x="219522" y="11530"/>
                      </a:cubicBezTo>
                      <a:cubicBezTo>
                        <a:pt x="208128" y="6868"/>
                        <a:pt x="195697" y="4279"/>
                        <a:pt x="183784" y="2725"/>
                      </a:cubicBezTo>
                      <a:cubicBezTo>
                        <a:pt x="147529" y="-2454"/>
                        <a:pt x="108684" y="-1418"/>
                        <a:pt x="76572" y="16191"/>
                      </a:cubicBezTo>
                      <a:cubicBezTo>
                        <a:pt x="68285" y="20853"/>
                        <a:pt x="59998" y="27068"/>
                        <a:pt x="55854" y="35873"/>
                      </a:cubicBezTo>
                      <a:cubicBezTo>
                        <a:pt x="54818" y="37945"/>
                        <a:pt x="54300" y="40016"/>
                        <a:pt x="52747" y="41570"/>
                      </a:cubicBezTo>
                      <a:cubicBezTo>
                        <a:pt x="50675" y="43642"/>
                        <a:pt x="48085" y="44678"/>
                        <a:pt x="45495" y="46232"/>
                      </a:cubicBezTo>
                      <a:cubicBezTo>
                        <a:pt x="36691" y="50375"/>
                        <a:pt x="29439" y="55554"/>
                        <a:pt x="23742" y="61252"/>
                      </a:cubicBezTo>
                      <a:cubicBezTo>
                        <a:pt x="-5780" y="91292"/>
                        <a:pt x="-1637" y="143086"/>
                        <a:pt x="4061" y="183484"/>
                      </a:cubicBezTo>
                      <a:lnTo>
                        <a:pt x="4061" y="183484"/>
                      </a:lnTo>
                      <a:close/>
                    </a:path>
                  </a:pathLst>
                </a:custGeom>
                <a:solidFill>
                  <a:srgbClr val="B09061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  <p:sp>
              <p:nvSpPr>
                <p:cNvPr id="2432" name="任意多边形: 形状 2431"/>
                <p:cNvSpPr/>
                <p:nvPr>
                  <p:custDataLst>
                    <p:tags r:id="rId60"/>
                  </p:custDataLst>
                </p:nvPr>
              </p:nvSpPr>
              <p:spPr>
                <a:xfrm>
                  <a:off x="7859881" y="2674778"/>
                  <a:ext cx="71065" cy="81399"/>
                </a:xfrm>
                <a:custGeom>
                  <a:avLst/>
                  <a:gdLst>
                    <a:gd name="connsiteX0" fmla="*/ 22400 w 71065"/>
                    <a:gd name="connsiteY0" fmla="*/ 107 h 81399"/>
                    <a:gd name="connsiteX1" fmla="*/ 8416 w 71065"/>
                    <a:gd name="connsiteY1" fmla="*/ 48793 h 81399"/>
                    <a:gd name="connsiteX2" fmla="*/ 27061 w 71065"/>
                    <a:gd name="connsiteY2" fmla="*/ 66403 h 81399"/>
                    <a:gd name="connsiteX3" fmla="*/ 65907 w 71065"/>
                    <a:gd name="connsiteY3" fmla="*/ 52418 h 81399"/>
                    <a:gd name="connsiteX4" fmla="*/ 22400 w 71065"/>
                    <a:gd name="connsiteY4" fmla="*/ 107 h 81399"/>
                    <a:gd name="connsiteX5" fmla="*/ 22400 w 71065"/>
                    <a:gd name="connsiteY5" fmla="*/ 107 h 8139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71065" h="81399">
                      <a:moveTo>
                        <a:pt x="22400" y="107"/>
                      </a:moveTo>
                      <a:cubicBezTo>
                        <a:pt x="-389" y="-1965"/>
                        <a:pt x="-7122" y="26522"/>
                        <a:pt x="8416" y="48793"/>
                      </a:cubicBezTo>
                      <a:cubicBezTo>
                        <a:pt x="13077" y="55526"/>
                        <a:pt x="20846" y="61223"/>
                        <a:pt x="27061" y="66403"/>
                      </a:cubicBezTo>
                      <a:cubicBezTo>
                        <a:pt x="67978" y="102140"/>
                        <a:pt x="78855" y="64331"/>
                        <a:pt x="65907" y="52418"/>
                      </a:cubicBezTo>
                      <a:cubicBezTo>
                        <a:pt x="35866" y="23932"/>
                        <a:pt x="51404" y="2697"/>
                        <a:pt x="22400" y="107"/>
                      </a:cubicBezTo>
                      <a:lnTo>
                        <a:pt x="22400" y="107"/>
                      </a:lnTo>
                      <a:close/>
                    </a:path>
                  </a:pathLst>
                </a:custGeom>
                <a:solidFill>
                  <a:srgbClr val="FFC7AD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  <p:sp>
              <p:nvSpPr>
                <p:cNvPr id="2435" name="任意多边形: 形状 2434"/>
                <p:cNvSpPr/>
                <p:nvPr>
                  <p:custDataLst>
                    <p:tags r:id="rId61"/>
                  </p:custDataLst>
                </p:nvPr>
              </p:nvSpPr>
              <p:spPr>
                <a:xfrm>
                  <a:off x="7871741" y="2688905"/>
                  <a:ext cx="27443" cy="35171"/>
                </a:xfrm>
                <a:custGeom>
                  <a:avLst/>
                  <a:gdLst>
                    <a:gd name="connsiteX0" fmla="*/ 16755 w 27443"/>
                    <a:gd name="connsiteY0" fmla="*/ 29487 h 35171"/>
                    <a:gd name="connsiteX1" fmla="*/ 6396 w 27443"/>
                    <a:gd name="connsiteY1" fmla="*/ 1000 h 35171"/>
                    <a:gd name="connsiteX2" fmla="*/ 17273 w 27443"/>
                    <a:gd name="connsiteY2" fmla="*/ 7734 h 35171"/>
                    <a:gd name="connsiteX3" fmla="*/ 17273 w 27443"/>
                    <a:gd name="connsiteY3" fmla="*/ 16021 h 35171"/>
                    <a:gd name="connsiteX4" fmla="*/ 18827 w 27443"/>
                    <a:gd name="connsiteY4" fmla="*/ 20682 h 35171"/>
                    <a:gd name="connsiteX5" fmla="*/ 27114 w 27443"/>
                    <a:gd name="connsiteY5" fmla="*/ 33630 h 35171"/>
                    <a:gd name="connsiteX6" fmla="*/ 16755 w 27443"/>
                    <a:gd name="connsiteY6" fmla="*/ 29487 h 35171"/>
                    <a:gd name="connsiteX7" fmla="*/ 16755 w 27443"/>
                    <a:gd name="connsiteY7" fmla="*/ 29487 h 351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7443" h="35171">
                      <a:moveTo>
                        <a:pt x="16755" y="29487"/>
                      </a:moveTo>
                      <a:cubicBezTo>
                        <a:pt x="14165" y="26897"/>
                        <a:pt x="-11732" y="10841"/>
                        <a:pt x="6396" y="1000"/>
                      </a:cubicBezTo>
                      <a:cubicBezTo>
                        <a:pt x="11576" y="-2107"/>
                        <a:pt x="16755" y="2554"/>
                        <a:pt x="17273" y="7734"/>
                      </a:cubicBezTo>
                      <a:cubicBezTo>
                        <a:pt x="17273" y="10323"/>
                        <a:pt x="16755" y="13431"/>
                        <a:pt x="17273" y="16021"/>
                      </a:cubicBezTo>
                      <a:cubicBezTo>
                        <a:pt x="17273" y="17574"/>
                        <a:pt x="18309" y="19128"/>
                        <a:pt x="18827" y="20682"/>
                      </a:cubicBezTo>
                      <a:cubicBezTo>
                        <a:pt x="20898" y="24308"/>
                        <a:pt x="29185" y="28451"/>
                        <a:pt x="27114" y="33630"/>
                      </a:cubicBezTo>
                      <a:cubicBezTo>
                        <a:pt x="25560" y="38292"/>
                        <a:pt x="17791" y="31041"/>
                        <a:pt x="16755" y="29487"/>
                      </a:cubicBezTo>
                      <a:lnTo>
                        <a:pt x="16755" y="29487"/>
                      </a:lnTo>
                      <a:close/>
                    </a:path>
                  </a:pathLst>
                </a:custGeom>
                <a:solidFill>
                  <a:srgbClr val="F3A984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</p:grpSp>
          <p:grpSp>
            <p:nvGrpSpPr>
              <p:cNvPr id="1362" name="图形 20"/>
              <p:cNvGrpSpPr/>
              <p:nvPr/>
            </p:nvGrpSpPr>
            <p:grpSpPr>
              <a:xfrm>
                <a:off x="7538429" y="2365159"/>
                <a:ext cx="1509915" cy="1246975"/>
                <a:chOff x="7538429" y="2365159"/>
                <a:chExt cx="1509915" cy="1246975"/>
              </a:xfrm>
            </p:grpSpPr>
            <p:sp>
              <p:nvSpPr>
                <p:cNvPr id="1365" name="任意多边形: 形状 1364"/>
                <p:cNvSpPr/>
                <p:nvPr>
                  <p:custDataLst>
                    <p:tags r:id="rId62"/>
                  </p:custDataLst>
                </p:nvPr>
              </p:nvSpPr>
              <p:spPr>
                <a:xfrm>
                  <a:off x="8704246" y="2365159"/>
                  <a:ext cx="344097" cy="310244"/>
                </a:xfrm>
                <a:custGeom>
                  <a:avLst/>
                  <a:gdLst>
                    <a:gd name="connsiteX0" fmla="*/ 8805 w 344097"/>
                    <a:gd name="connsiteY0" fmla="*/ 214425 h 310244"/>
                    <a:gd name="connsiteX1" fmla="*/ 16056 w 344097"/>
                    <a:gd name="connsiteY1" fmla="*/ 177652 h 310244"/>
                    <a:gd name="connsiteX2" fmla="*/ 76655 w 344097"/>
                    <a:gd name="connsiteY2" fmla="*/ 103069 h 310244"/>
                    <a:gd name="connsiteX3" fmla="*/ 203031 w 344097"/>
                    <a:gd name="connsiteY3" fmla="*/ 39363 h 310244"/>
                    <a:gd name="connsiteX4" fmla="*/ 260522 w 344097"/>
                    <a:gd name="connsiteY4" fmla="*/ 4144 h 310244"/>
                    <a:gd name="connsiteX5" fmla="*/ 243430 w 344097"/>
                    <a:gd name="connsiteY5" fmla="*/ 27969 h 310244"/>
                    <a:gd name="connsiteX6" fmla="*/ 287455 w 344097"/>
                    <a:gd name="connsiteY6" fmla="*/ 32112 h 310244"/>
                    <a:gd name="connsiteX7" fmla="*/ 343910 w 344097"/>
                    <a:gd name="connsiteY7" fmla="*/ 0 h 310244"/>
                    <a:gd name="connsiteX8" fmla="*/ 342356 w 344097"/>
                    <a:gd name="connsiteY8" fmla="*/ 30558 h 310244"/>
                    <a:gd name="connsiteX9" fmla="*/ 342356 w 344097"/>
                    <a:gd name="connsiteY9" fmla="*/ 67850 h 310244"/>
                    <a:gd name="connsiteX10" fmla="*/ 322674 w 344097"/>
                    <a:gd name="connsiteY10" fmla="*/ 128448 h 310244"/>
                    <a:gd name="connsiteX11" fmla="*/ 267773 w 344097"/>
                    <a:gd name="connsiteY11" fmla="*/ 163150 h 310244"/>
                    <a:gd name="connsiteX12" fmla="*/ 304029 w 344097"/>
                    <a:gd name="connsiteY12" fmla="*/ 159006 h 310244"/>
                    <a:gd name="connsiteX13" fmla="*/ 269845 w 344097"/>
                    <a:gd name="connsiteY13" fmla="*/ 196816 h 310244"/>
                    <a:gd name="connsiteX14" fmla="*/ 218051 w 344097"/>
                    <a:gd name="connsiteY14" fmla="*/ 231517 h 310244"/>
                    <a:gd name="connsiteX15" fmla="*/ 121197 w 344097"/>
                    <a:gd name="connsiteY15" fmla="*/ 271398 h 310244"/>
                    <a:gd name="connsiteX16" fmla="*/ 78726 w 344097"/>
                    <a:gd name="connsiteY16" fmla="*/ 287454 h 310244"/>
                    <a:gd name="connsiteX17" fmla="*/ 47132 w 344097"/>
                    <a:gd name="connsiteY17" fmla="*/ 308690 h 310244"/>
                    <a:gd name="connsiteX18" fmla="*/ 10877 w 344097"/>
                    <a:gd name="connsiteY18" fmla="*/ 291598 h 310244"/>
                    <a:gd name="connsiteX19" fmla="*/ 0 w 344097"/>
                    <a:gd name="connsiteY19" fmla="*/ 241876 h 310244"/>
                    <a:gd name="connsiteX20" fmla="*/ 2590 w 344097"/>
                    <a:gd name="connsiteY20" fmla="*/ 221677 h 310244"/>
                    <a:gd name="connsiteX21" fmla="*/ 8805 w 344097"/>
                    <a:gd name="connsiteY21" fmla="*/ 214425 h 3102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344097" h="310244">
                      <a:moveTo>
                        <a:pt x="8805" y="214425"/>
                      </a:moveTo>
                      <a:cubicBezTo>
                        <a:pt x="6215" y="202513"/>
                        <a:pt x="11913" y="189047"/>
                        <a:pt x="16056" y="177652"/>
                      </a:cubicBezTo>
                      <a:cubicBezTo>
                        <a:pt x="27451" y="148130"/>
                        <a:pt x="51276" y="121715"/>
                        <a:pt x="76655" y="103069"/>
                      </a:cubicBezTo>
                      <a:cubicBezTo>
                        <a:pt x="114464" y="75101"/>
                        <a:pt x="162632" y="63706"/>
                        <a:pt x="203031" y="39363"/>
                      </a:cubicBezTo>
                      <a:cubicBezTo>
                        <a:pt x="220641" y="29004"/>
                        <a:pt x="246020" y="18128"/>
                        <a:pt x="260522" y="4144"/>
                      </a:cubicBezTo>
                      <a:cubicBezTo>
                        <a:pt x="253789" y="10359"/>
                        <a:pt x="246020" y="19682"/>
                        <a:pt x="243430" y="27969"/>
                      </a:cubicBezTo>
                      <a:cubicBezTo>
                        <a:pt x="236179" y="49722"/>
                        <a:pt x="277096" y="34702"/>
                        <a:pt x="287455" y="32112"/>
                      </a:cubicBezTo>
                      <a:cubicBezTo>
                        <a:pt x="308172" y="26415"/>
                        <a:pt x="331479" y="18128"/>
                        <a:pt x="343910" y="0"/>
                      </a:cubicBezTo>
                      <a:cubicBezTo>
                        <a:pt x="344946" y="10359"/>
                        <a:pt x="341320" y="20200"/>
                        <a:pt x="342356" y="30558"/>
                      </a:cubicBezTo>
                      <a:cubicBezTo>
                        <a:pt x="343392" y="43507"/>
                        <a:pt x="345464" y="55419"/>
                        <a:pt x="342356" y="67850"/>
                      </a:cubicBezTo>
                      <a:cubicBezTo>
                        <a:pt x="338731" y="85977"/>
                        <a:pt x="334587" y="113946"/>
                        <a:pt x="322674" y="128448"/>
                      </a:cubicBezTo>
                      <a:cubicBezTo>
                        <a:pt x="309208" y="143986"/>
                        <a:pt x="284865" y="151755"/>
                        <a:pt x="267773" y="163150"/>
                      </a:cubicBezTo>
                      <a:cubicBezTo>
                        <a:pt x="279168" y="163150"/>
                        <a:pt x="292634" y="161596"/>
                        <a:pt x="304029" y="159006"/>
                      </a:cubicBezTo>
                      <a:cubicBezTo>
                        <a:pt x="291080" y="161596"/>
                        <a:pt x="278650" y="188011"/>
                        <a:pt x="269845" y="196816"/>
                      </a:cubicBezTo>
                      <a:cubicBezTo>
                        <a:pt x="255861" y="211318"/>
                        <a:pt x="235143" y="222194"/>
                        <a:pt x="218051" y="231517"/>
                      </a:cubicBezTo>
                      <a:cubicBezTo>
                        <a:pt x="186975" y="248609"/>
                        <a:pt x="154345" y="260004"/>
                        <a:pt x="121197" y="271398"/>
                      </a:cubicBezTo>
                      <a:cubicBezTo>
                        <a:pt x="106695" y="276060"/>
                        <a:pt x="92193" y="280203"/>
                        <a:pt x="78726" y="287454"/>
                      </a:cubicBezTo>
                      <a:cubicBezTo>
                        <a:pt x="67332" y="293670"/>
                        <a:pt x="59563" y="304546"/>
                        <a:pt x="47132" y="308690"/>
                      </a:cubicBezTo>
                      <a:cubicBezTo>
                        <a:pt x="31076" y="313869"/>
                        <a:pt x="18646" y="305582"/>
                        <a:pt x="10877" y="291598"/>
                      </a:cubicBezTo>
                      <a:cubicBezTo>
                        <a:pt x="2590" y="277096"/>
                        <a:pt x="0" y="258450"/>
                        <a:pt x="0" y="241876"/>
                      </a:cubicBezTo>
                      <a:cubicBezTo>
                        <a:pt x="0" y="235661"/>
                        <a:pt x="0" y="227374"/>
                        <a:pt x="2590" y="221677"/>
                      </a:cubicBezTo>
                      <a:cubicBezTo>
                        <a:pt x="2590" y="221677"/>
                        <a:pt x="8287" y="212354"/>
                        <a:pt x="8805" y="214425"/>
                      </a:cubicBezTo>
                      <a:close/>
                    </a:path>
                  </a:pathLst>
                </a:custGeom>
                <a:solidFill>
                  <a:srgbClr val="302534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  <p:grpSp>
              <p:nvGrpSpPr>
                <p:cNvPr id="1366" name="图形 20"/>
                <p:cNvGrpSpPr/>
                <p:nvPr/>
              </p:nvGrpSpPr>
              <p:grpSpPr>
                <a:xfrm>
                  <a:off x="8323801" y="2569226"/>
                  <a:ext cx="461740" cy="417177"/>
                  <a:chOff x="8323801" y="2569226"/>
                  <a:chExt cx="461740" cy="417177"/>
                </a:xfrm>
              </p:grpSpPr>
              <p:grpSp>
                <p:nvGrpSpPr>
                  <p:cNvPr id="1387" name="图形 20"/>
                  <p:cNvGrpSpPr/>
                  <p:nvPr/>
                </p:nvGrpSpPr>
                <p:grpSpPr>
                  <a:xfrm>
                    <a:off x="8336511" y="2569315"/>
                    <a:ext cx="449030" cy="269237"/>
                    <a:chOff x="8336511" y="2569315"/>
                    <a:chExt cx="449030" cy="269237"/>
                  </a:xfrm>
                </p:grpSpPr>
                <p:sp>
                  <p:nvSpPr>
                    <p:cNvPr id="1404" name="任意多边形: 形状 1403"/>
                    <p:cNvSpPr/>
                    <p:nvPr>
                      <p:custDataLst>
                        <p:tags r:id="rId63"/>
                      </p:custDataLst>
                    </p:nvPr>
                  </p:nvSpPr>
                  <p:spPr>
                    <a:xfrm>
                      <a:off x="8696360" y="2569315"/>
                      <a:ext cx="89181" cy="99265"/>
                    </a:xfrm>
                    <a:custGeom>
                      <a:avLst/>
                      <a:gdLst>
                        <a:gd name="connsiteX0" fmla="*/ 37409 w 89181"/>
                        <a:gd name="connsiteY0" fmla="*/ 3019 h 99265"/>
                        <a:gd name="connsiteX1" fmla="*/ 635 w 89181"/>
                        <a:gd name="connsiteY1" fmla="*/ 32541 h 99265"/>
                        <a:gd name="connsiteX2" fmla="*/ 51393 w 89181"/>
                        <a:gd name="connsiteY2" fmla="*/ 96247 h 99265"/>
                        <a:gd name="connsiteX3" fmla="*/ 88684 w 89181"/>
                        <a:gd name="connsiteY3" fmla="*/ 66725 h 99265"/>
                        <a:gd name="connsiteX4" fmla="*/ 37926 w 89181"/>
                        <a:gd name="connsiteY4" fmla="*/ 3019 h 99265"/>
                        <a:gd name="connsiteX5" fmla="*/ 37926 w 89181"/>
                        <a:gd name="connsiteY5" fmla="*/ 3019 h 992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89181" h="99265">
                          <a:moveTo>
                            <a:pt x="37409" y="3019"/>
                          </a:moveTo>
                          <a:cubicBezTo>
                            <a:pt x="13066" y="-6304"/>
                            <a:pt x="-3508" y="6644"/>
                            <a:pt x="635" y="32541"/>
                          </a:cubicBezTo>
                          <a:cubicBezTo>
                            <a:pt x="4261" y="57920"/>
                            <a:pt x="27050" y="86924"/>
                            <a:pt x="51393" y="96247"/>
                          </a:cubicBezTo>
                          <a:cubicBezTo>
                            <a:pt x="75736" y="105570"/>
                            <a:pt x="92310" y="92621"/>
                            <a:pt x="88684" y="66725"/>
                          </a:cubicBezTo>
                          <a:cubicBezTo>
                            <a:pt x="85059" y="41346"/>
                            <a:pt x="62270" y="12341"/>
                            <a:pt x="37926" y="3019"/>
                          </a:cubicBezTo>
                          <a:lnTo>
                            <a:pt x="37926" y="3019"/>
                          </a:lnTo>
                          <a:close/>
                        </a:path>
                      </a:pathLst>
                    </a:custGeom>
                    <a:solidFill>
                      <a:srgbClr val="F4F5FA"/>
                    </a:solidFill>
                    <a:ln w="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OPPOSans R"/>
                        <a:ea typeface="OPPOSans R"/>
                        <a:cs typeface="+mn-cs"/>
                      </a:endParaRPr>
                    </a:p>
                  </p:txBody>
                </p:sp>
                <p:sp>
                  <p:nvSpPr>
                    <p:cNvPr id="1405" name="任意多边形: 形状 1404"/>
                    <p:cNvSpPr/>
                    <p:nvPr>
                      <p:custDataLst>
                        <p:tags r:id="rId64"/>
                      </p:custDataLst>
                    </p:nvPr>
                  </p:nvSpPr>
                  <p:spPr>
                    <a:xfrm>
                      <a:off x="8336511" y="2569357"/>
                      <a:ext cx="396739" cy="269195"/>
                    </a:xfrm>
                    <a:custGeom>
                      <a:avLst/>
                      <a:gdLst>
                        <a:gd name="connsiteX0" fmla="*/ 367735 w 396739"/>
                        <a:gd name="connsiteY0" fmla="*/ 4531 h 269195"/>
                        <a:gd name="connsiteX1" fmla="*/ 0 w 396739"/>
                        <a:gd name="connsiteY1" fmla="*/ 269196 h 269195"/>
                        <a:gd name="connsiteX2" fmla="*/ 45578 w 396739"/>
                        <a:gd name="connsiteY2" fmla="*/ 266606 h 269195"/>
                        <a:gd name="connsiteX3" fmla="*/ 396739 w 396739"/>
                        <a:gd name="connsiteY3" fmla="*/ 2977 h 269195"/>
                        <a:gd name="connsiteX4" fmla="*/ 367735 w 396739"/>
                        <a:gd name="connsiteY4" fmla="*/ 4531 h 269195"/>
                        <a:gd name="connsiteX5" fmla="*/ 367735 w 396739"/>
                        <a:gd name="connsiteY5" fmla="*/ 4531 h 26919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396739" h="269195">
                          <a:moveTo>
                            <a:pt x="367735" y="4531"/>
                          </a:moveTo>
                          <a:lnTo>
                            <a:pt x="0" y="269196"/>
                          </a:lnTo>
                          <a:cubicBezTo>
                            <a:pt x="10359" y="260909"/>
                            <a:pt x="26415" y="259355"/>
                            <a:pt x="45578" y="266606"/>
                          </a:cubicBezTo>
                          <a:lnTo>
                            <a:pt x="396739" y="2977"/>
                          </a:lnTo>
                          <a:cubicBezTo>
                            <a:pt x="384309" y="-1685"/>
                            <a:pt x="374468" y="-649"/>
                            <a:pt x="367735" y="4531"/>
                          </a:cubicBezTo>
                          <a:lnTo>
                            <a:pt x="367735" y="4531"/>
                          </a:lnTo>
                          <a:close/>
                        </a:path>
                      </a:pathLst>
                    </a:custGeom>
                    <a:solidFill>
                      <a:srgbClr val="BFC7ED"/>
                    </a:solidFill>
                    <a:ln w="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OPPOSans R"/>
                        <a:ea typeface="OPPOSans R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1388" name="图形 20"/>
                  <p:cNvGrpSpPr/>
                  <p:nvPr/>
                </p:nvGrpSpPr>
                <p:grpSpPr>
                  <a:xfrm>
                    <a:off x="8336511" y="2569226"/>
                    <a:ext cx="397257" cy="269326"/>
                    <a:chOff x="8336511" y="2569226"/>
                    <a:chExt cx="397257" cy="269326"/>
                  </a:xfrm>
                </p:grpSpPr>
                <p:sp>
                  <p:nvSpPr>
                    <p:cNvPr id="1398" name="任意多边形: 形状 1397"/>
                    <p:cNvSpPr/>
                    <p:nvPr>
                      <p:custDataLst>
                        <p:tags r:id="rId65"/>
                      </p:custDataLst>
                    </p:nvPr>
                  </p:nvSpPr>
                  <p:spPr>
                    <a:xfrm>
                      <a:off x="8336511" y="2569347"/>
                      <a:ext cx="396739" cy="269205"/>
                    </a:xfrm>
                    <a:custGeom>
                      <a:avLst/>
                      <a:gdLst>
                        <a:gd name="connsiteX0" fmla="*/ 367735 w 396739"/>
                        <a:gd name="connsiteY0" fmla="*/ 4541 h 269205"/>
                        <a:gd name="connsiteX1" fmla="*/ 0 w 396739"/>
                        <a:gd name="connsiteY1" fmla="*/ 269206 h 269205"/>
                        <a:gd name="connsiteX2" fmla="*/ 45578 w 396739"/>
                        <a:gd name="connsiteY2" fmla="*/ 266616 h 269205"/>
                        <a:gd name="connsiteX3" fmla="*/ 396739 w 396739"/>
                        <a:gd name="connsiteY3" fmla="*/ 2987 h 269205"/>
                        <a:gd name="connsiteX4" fmla="*/ 377576 w 396739"/>
                        <a:gd name="connsiteY4" fmla="*/ 397 h 269205"/>
                        <a:gd name="connsiteX5" fmla="*/ 367217 w 396739"/>
                        <a:gd name="connsiteY5" fmla="*/ 4541 h 269205"/>
                        <a:gd name="connsiteX6" fmla="*/ 367217 w 396739"/>
                        <a:gd name="connsiteY6" fmla="*/ 4541 h 2692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396739" h="269205">
                          <a:moveTo>
                            <a:pt x="367735" y="4541"/>
                          </a:moveTo>
                          <a:lnTo>
                            <a:pt x="0" y="269206"/>
                          </a:lnTo>
                          <a:cubicBezTo>
                            <a:pt x="10359" y="260919"/>
                            <a:pt x="26415" y="259365"/>
                            <a:pt x="45578" y="266616"/>
                          </a:cubicBezTo>
                          <a:lnTo>
                            <a:pt x="396739" y="2987"/>
                          </a:lnTo>
                          <a:cubicBezTo>
                            <a:pt x="389488" y="397"/>
                            <a:pt x="383273" y="-639"/>
                            <a:pt x="377576" y="397"/>
                          </a:cubicBezTo>
                          <a:cubicBezTo>
                            <a:pt x="373432" y="915"/>
                            <a:pt x="370325" y="2469"/>
                            <a:pt x="367217" y="4541"/>
                          </a:cubicBezTo>
                          <a:lnTo>
                            <a:pt x="367217" y="4541"/>
                          </a:lnTo>
                          <a:close/>
                        </a:path>
                      </a:pathLst>
                    </a:custGeom>
                    <a:solidFill>
                      <a:srgbClr val="BFC7ED"/>
                    </a:solidFill>
                    <a:ln w="51792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OPPOSans R"/>
                        <a:ea typeface="OPPOSans R"/>
                        <a:cs typeface="+mn-cs"/>
                      </a:endParaRPr>
                    </a:p>
                  </p:txBody>
                </p:sp>
                <p:grpSp>
                  <p:nvGrpSpPr>
                    <p:cNvPr id="1399" name="图形 20"/>
                    <p:cNvGrpSpPr/>
                    <p:nvPr/>
                  </p:nvGrpSpPr>
                  <p:grpSpPr>
                    <a:xfrm>
                      <a:off x="8336511" y="2569226"/>
                      <a:ext cx="397257" cy="269326"/>
                      <a:chOff x="8336511" y="2569226"/>
                      <a:chExt cx="397257" cy="269326"/>
                    </a:xfrm>
                  </p:grpSpPr>
                  <p:sp>
                    <p:nvSpPr>
                      <p:cNvPr id="1400" name="任意多边形: 形状 1399"/>
                      <p:cNvSpPr/>
                      <p:nvPr>
                        <p:custDataLst>
                          <p:tags r:id="rId66"/>
                        </p:custDataLst>
                      </p:nvPr>
                    </p:nvSpPr>
                    <p:spPr>
                      <a:xfrm>
                        <a:off x="8381054" y="2572334"/>
                        <a:ext cx="352714" cy="263629"/>
                      </a:xfrm>
                      <a:custGeom>
                        <a:avLst/>
                        <a:gdLst>
                          <a:gd name="connsiteX0" fmla="*/ 1554 w 352714"/>
                          <a:gd name="connsiteY0" fmla="*/ 263629 h 263629"/>
                          <a:gd name="connsiteX1" fmla="*/ 352715 w 352714"/>
                          <a:gd name="connsiteY1" fmla="*/ 0 h 263629"/>
                          <a:gd name="connsiteX2" fmla="*/ 0 w 352714"/>
                          <a:gd name="connsiteY2" fmla="*/ 263111 h 263629"/>
                          <a:gd name="connsiteX3" fmla="*/ 1554 w 352714"/>
                          <a:gd name="connsiteY3" fmla="*/ 263111 h 26362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</a:cxnLst>
                        <a:rect l="l" t="t" r="r" b="b"/>
                        <a:pathLst>
                          <a:path w="352714" h="263629">
                            <a:moveTo>
                              <a:pt x="1554" y="263629"/>
                            </a:moveTo>
                            <a:lnTo>
                              <a:pt x="352715" y="0"/>
                            </a:lnTo>
                            <a:cubicBezTo>
                              <a:pt x="352715" y="0"/>
                              <a:pt x="0" y="263111"/>
                              <a:pt x="0" y="263111"/>
                            </a:cubicBezTo>
                            <a:lnTo>
                              <a:pt x="1554" y="263111"/>
                            </a:lnTo>
                            <a:close/>
                          </a:path>
                        </a:pathLst>
                      </a:custGeom>
                      <a:solidFill>
                        <a:srgbClr val="F4F5FA"/>
                      </a:solidFill>
                      <a:ln w="0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 marL="0" marR="0" lvl="0" indent="0" algn="l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defRPr/>
                        </a:pPr>
                        <a:endParaRPr kumimoji="0" lang="zh-CN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OPPOSans R"/>
                          <a:ea typeface="OPPOSans R"/>
                          <a:cs typeface="+mn-cs"/>
                        </a:endParaRPr>
                      </a:p>
                    </p:txBody>
                  </p:sp>
                  <p:sp>
                    <p:nvSpPr>
                      <p:cNvPr id="1401" name="任意多边形: 形状 1400"/>
                      <p:cNvSpPr/>
                      <p:nvPr>
                        <p:custDataLst>
                          <p:tags r:id="rId67"/>
                        </p:custDataLst>
                      </p:nvPr>
                    </p:nvSpPr>
                    <p:spPr>
                      <a:xfrm>
                        <a:off x="8357747" y="2569226"/>
                        <a:ext cx="374468" cy="266218"/>
                      </a:xfrm>
                      <a:custGeom>
                        <a:avLst/>
                        <a:gdLst>
                          <a:gd name="connsiteX0" fmla="*/ 22789 w 374468"/>
                          <a:gd name="connsiteY0" fmla="*/ 266219 h 266218"/>
                          <a:gd name="connsiteX1" fmla="*/ 374468 w 374468"/>
                          <a:gd name="connsiteY1" fmla="*/ 2590 h 266218"/>
                          <a:gd name="connsiteX2" fmla="*/ 359966 w 374468"/>
                          <a:gd name="connsiteY2" fmla="*/ 0 h 266218"/>
                          <a:gd name="connsiteX3" fmla="*/ 0 w 374468"/>
                          <a:gd name="connsiteY3" fmla="*/ 262075 h 266218"/>
                          <a:gd name="connsiteX4" fmla="*/ 22789 w 374468"/>
                          <a:gd name="connsiteY4" fmla="*/ 266219 h 266218"/>
                          <a:gd name="connsiteX5" fmla="*/ 22789 w 374468"/>
                          <a:gd name="connsiteY5" fmla="*/ 266219 h 26621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374468" h="266218">
                            <a:moveTo>
                              <a:pt x="22789" y="266219"/>
                            </a:moveTo>
                            <a:lnTo>
                              <a:pt x="374468" y="2590"/>
                            </a:lnTo>
                            <a:cubicBezTo>
                              <a:pt x="369289" y="518"/>
                              <a:pt x="364109" y="0"/>
                              <a:pt x="359966" y="0"/>
                            </a:cubicBezTo>
                            <a:lnTo>
                              <a:pt x="0" y="262075"/>
                            </a:lnTo>
                            <a:cubicBezTo>
                              <a:pt x="6733" y="262075"/>
                              <a:pt x="14502" y="263111"/>
                              <a:pt x="22789" y="266219"/>
                            </a:cubicBezTo>
                            <a:lnTo>
                              <a:pt x="22789" y="266219"/>
                            </a:lnTo>
                            <a:close/>
                          </a:path>
                        </a:pathLst>
                      </a:custGeom>
                      <a:solidFill>
                        <a:srgbClr val="BFC7ED"/>
                      </a:solidFill>
                      <a:ln w="0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 marL="0" marR="0" lvl="0" indent="0" algn="l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defRPr/>
                        </a:pPr>
                        <a:endParaRPr kumimoji="0" lang="zh-CN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OPPOSans R"/>
                          <a:ea typeface="OPPOSans R"/>
                          <a:cs typeface="+mn-cs"/>
                        </a:endParaRPr>
                      </a:p>
                    </p:txBody>
                  </p:sp>
                  <p:sp>
                    <p:nvSpPr>
                      <p:cNvPr id="1402" name="任意多边形: 形状 1401"/>
                      <p:cNvSpPr/>
                      <p:nvPr>
                        <p:custDataLst>
                          <p:tags r:id="rId68"/>
                        </p:custDataLst>
                      </p:nvPr>
                    </p:nvSpPr>
                    <p:spPr>
                      <a:xfrm>
                        <a:off x="8342209" y="2569226"/>
                        <a:ext cx="376021" cy="265700"/>
                      </a:xfrm>
                      <a:custGeom>
                        <a:avLst/>
                        <a:gdLst>
                          <a:gd name="connsiteX0" fmla="*/ 16056 w 376021"/>
                          <a:gd name="connsiteY0" fmla="*/ 262075 h 265700"/>
                          <a:gd name="connsiteX1" fmla="*/ 376022 w 376021"/>
                          <a:gd name="connsiteY1" fmla="*/ 0 h 265700"/>
                          <a:gd name="connsiteX2" fmla="*/ 365663 w 376021"/>
                          <a:gd name="connsiteY2" fmla="*/ 2590 h 265700"/>
                          <a:gd name="connsiteX3" fmla="*/ 0 w 376021"/>
                          <a:gd name="connsiteY3" fmla="*/ 265701 h 265700"/>
                          <a:gd name="connsiteX4" fmla="*/ 16056 w 376021"/>
                          <a:gd name="connsiteY4" fmla="*/ 261558 h 265700"/>
                          <a:gd name="connsiteX5" fmla="*/ 16056 w 376021"/>
                          <a:gd name="connsiteY5" fmla="*/ 261558 h 26570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376021" h="265700">
                            <a:moveTo>
                              <a:pt x="16056" y="262075"/>
                            </a:moveTo>
                            <a:lnTo>
                              <a:pt x="376022" y="0"/>
                            </a:lnTo>
                            <a:cubicBezTo>
                              <a:pt x="372396" y="0"/>
                              <a:pt x="368771" y="1036"/>
                              <a:pt x="365663" y="2590"/>
                            </a:cubicBezTo>
                            <a:lnTo>
                              <a:pt x="0" y="265701"/>
                            </a:lnTo>
                            <a:cubicBezTo>
                              <a:pt x="4661" y="263111"/>
                              <a:pt x="10359" y="262075"/>
                              <a:pt x="16056" y="261558"/>
                            </a:cubicBezTo>
                            <a:lnTo>
                              <a:pt x="16056" y="261558"/>
                            </a:lnTo>
                            <a:close/>
                          </a:path>
                        </a:pathLst>
                      </a:custGeom>
                      <a:solidFill>
                        <a:srgbClr val="BFC7ED"/>
                      </a:solidFill>
                      <a:ln w="0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 marL="0" marR="0" lvl="0" indent="0" algn="l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defRPr/>
                        </a:pPr>
                        <a:endParaRPr kumimoji="0" lang="zh-CN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OPPOSans R"/>
                          <a:ea typeface="OPPOSans R"/>
                          <a:cs typeface="+mn-cs"/>
                        </a:endParaRPr>
                      </a:p>
                    </p:txBody>
                  </p:sp>
                  <p:sp>
                    <p:nvSpPr>
                      <p:cNvPr id="1403" name="任意多边形: 形状 1402"/>
                      <p:cNvSpPr/>
                      <p:nvPr>
                        <p:custDataLst>
                          <p:tags r:id="rId69"/>
                        </p:custDataLst>
                      </p:nvPr>
                    </p:nvSpPr>
                    <p:spPr>
                      <a:xfrm>
                        <a:off x="8336511" y="2571816"/>
                        <a:ext cx="370842" cy="266736"/>
                      </a:xfrm>
                      <a:custGeom>
                        <a:avLst/>
                        <a:gdLst>
                          <a:gd name="connsiteX0" fmla="*/ 5179 w 370842"/>
                          <a:gd name="connsiteY0" fmla="*/ 263111 h 266736"/>
                          <a:gd name="connsiteX1" fmla="*/ 370843 w 370842"/>
                          <a:gd name="connsiteY1" fmla="*/ 0 h 266736"/>
                          <a:gd name="connsiteX2" fmla="*/ 367735 w 370842"/>
                          <a:gd name="connsiteY2" fmla="*/ 2072 h 266736"/>
                          <a:gd name="connsiteX3" fmla="*/ 0 w 370842"/>
                          <a:gd name="connsiteY3" fmla="*/ 266737 h 266736"/>
                          <a:gd name="connsiteX4" fmla="*/ 5179 w 370842"/>
                          <a:gd name="connsiteY4" fmla="*/ 263629 h 266736"/>
                          <a:gd name="connsiteX5" fmla="*/ 5179 w 370842"/>
                          <a:gd name="connsiteY5" fmla="*/ 263629 h 26673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370842" h="266736">
                            <a:moveTo>
                              <a:pt x="5179" y="263111"/>
                            </a:moveTo>
                            <a:lnTo>
                              <a:pt x="370843" y="0"/>
                            </a:lnTo>
                            <a:cubicBezTo>
                              <a:pt x="370843" y="0"/>
                              <a:pt x="368771" y="1036"/>
                              <a:pt x="367735" y="2072"/>
                            </a:cubicBezTo>
                            <a:lnTo>
                              <a:pt x="0" y="266737"/>
                            </a:lnTo>
                            <a:cubicBezTo>
                              <a:pt x="0" y="266737"/>
                              <a:pt x="3108" y="264147"/>
                              <a:pt x="5179" y="263629"/>
                            </a:cubicBezTo>
                            <a:lnTo>
                              <a:pt x="5179" y="263629"/>
                            </a:lnTo>
                            <a:close/>
                          </a:path>
                        </a:pathLst>
                      </a:custGeom>
                      <a:solidFill>
                        <a:srgbClr val="BFC7ED"/>
                      </a:solidFill>
                      <a:ln w="0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 marL="0" marR="0" lvl="0" indent="0" algn="l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defRPr/>
                        </a:pPr>
                        <a:endParaRPr kumimoji="0" lang="zh-CN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OPPOSans R"/>
                          <a:ea typeface="OPPOSans R"/>
                          <a:cs typeface="+mn-cs"/>
                        </a:endParaRPr>
                      </a:p>
                    </p:txBody>
                  </p:sp>
                </p:grpSp>
              </p:grpSp>
              <p:sp>
                <p:nvSpPr>
                  <p:cNvPr id="1389" name="任意多边形: 形状 1388"/>
                  <p:cNvSpPr/>
                  <p:nvPr>
                    <p:custDataLst>
                      <p:tags r:id="rId70"/>
                    </p:custDataLst>
                  </p:nvPr>
                </p:nvSpPr>
                <p:spPr>
                  <a:xfrm>
                    <a:off x="8382608" y="2572334"/>
                    <a:ext cx="402553" cy="406061"/>
                  </a:xfrm>
                  <a:custGeom>
                    <a:avLst/>
                    <a:gdLst>
                      <a:gd name="connsiteX0" fmla="*/ 67332 w 402553"/>
                      <a:gd name="connsiteY0" fmla="*/ 406062 h 406061"/>
                      <a:gd name="connsiteX1" fmla="*/ 394149 w 402553"/>
                      <a:gd name="connsiteY1" fmla="*/ 91157 h 406061"/>
                      <a:gd name="connsiteX2" fmla="*/ 401919 w 402553"/>
                      <a:gd name="connsiteY2" fmla="*/ 63706 h 406061"/>
                      <a:gd name="connsiteX3" fmla="*/ 351161 w 402553"/>
                      <a:gd name="connsiteY3" fmla="*/ 0 h 406061"/>
                      <a:gd name="connsiteX4" fmla="*/ 0 w 402553"/>
                      <a:gd name="connsiteY4" fmla="*/ 263629 h 406061"/>
                      <a:gd name="connsiteX5" fmla="*/ 79762 w 402553"/>
                      <a:gd name="connsiteY5" fmla="*/ 363073 h 406061"/>
                      <a:gd name="connsiteX6" fmla="*/ 67332 w 402553"/>
                      <a:gd name="connsiteY6" fmla="*/ 406062 h 406061"/>
                      <a:gd name="connsiteX7" fmla="*/ 67332 w 402553"/>
                      <a:gd name="connsiteY7" fmla="*/ 406062 h 40606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402553" h="406061">
                        <a:moveTo>
                          <a:pt x="67332" y="406062"/>
                        </a:moveTo>
                        <a:lnTo>
                          <a:pt x="394149" y="91157"/>
                        </a:lnTo>
                        <a:cubicBezTo>
                          <a:pt x="400883" y="85977"/>
                          <a:pt x="403990" y="76137"/>
                          <a:pt x="401919" y="63706"/>
                        </a:cubicBezTo>
                        <a:cubicBezTo>
                          <a:pt x="398293" y="37809"/>
                          <a:pt x="374986" y="9323"/>
                          <a:pt x="351161" y="0"/>
                        </a:cubicBezTo>
                        <a:lnTo>
                          <a:pt x="0" y="263629"/>
                        </a:lnTo>
                        <a:cubicBezTo>
                          <a:pt x="37809" y="278650"/>
                          <a:pt x="73547" y="323192"/>
                          <a:pt x="79762" y="363073"/>
                        </a:cubicBezTo>
                        <a:cubicBezTo>
                          <a:pt x="82870" y="382755"/>
                          <a:pt x="77690" y="397775"/>
                          <a:pt x="67332" y="406062"/>
                        </a:cubicBezTo>
                        <a:lnTo>
                          <a:pt x="67332" y="406062"/>
                        </a:lnTo>
                        <a:close/>
                      </a:path>
                    </a:pathLst>
                  </a:custGeom>
                  <a:solidFill>
                    <a:srgbClr val="BFC7ED"/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PPOSans R"/>
                      <a:ea typeface="OPPOSans R"/>
                      <a:cs typeface="+mn-cs"/>
                    </a:endParaRPr>
                  </a:p>
                </p:txBody>
              </p:sp>
              <p:grpSp>
                <p:nvGrpSpPr>
                  <p:cNvPr id="1390" name="图形 20"/>
                  <p:cNvGrpSpPr/>
                  <p:nvPr/>
                </p:nvGrpSpPr>
                <p:grpSpPr>
                  <a:xfrm>
                    <a:off x="8382608" y="2571816"/>
                    <a:ext cx="402553" cy="406579"/>
                    <a:chOff x="8382608" y="2571816"/>
                    <a:chExt cx="402553" cy="406579"/>
                  </a:xfrm>
                </p:grpSpPr>
                <p:sp>
                  <p:nvSpPr>
                    <p:cNvPr id="1392" name="任意多边形: 形状 1391"/>
                    <p:cNvSpPr/>
                    <p:nvPr>
                      <p:custDataLst>
                        <p:tags r:id="rId71"/>
                      </p:custDataLst>
                    </p:nvPr>
                  </p:nvSpPr>
                  <p:spPr>
                    <a:xfrm>
                      <a:off x="8382608" y="2572334"/>
                      <a:ext cx="402553" cy="406061"/>
                    </a:xfrm>
                    <a:custGeom>
                      <a:avLst/>
                      <a:gdLst>
                        <a:gd name="connsiteX0" fmla="*/ 0 w 402553"/>
                        <a:gd name="connsiteY0" fmla="*/ 263629 h 406061"/>
                        <a:gd name="connsiteX1" fmla="*/ 79762 w 402553"/>
                        <a:gd name="connsiteY1" fmla="*/ 363073 h 406061"/>
                        <a:gd name="connsiteX2" fmla="*/ 67332 w 402553"/>
                        <a:gd name="connsiteY2" fmla="*/ 406062 h 406061"/>
                        <a:gd name="connsiteX3" fmla="*/ 394149 w 402553"/>
                        <a:gd name="connsiteY3" fmla="*/ 91157 h 406061"/>
                        <a:gd name="connsiteX4" fmla="*/ 401919 w 402553"/>
                        <a:gd name="connsiteY4" fmla="*/ 63706 h 406061"/>
                        <a:gd name="connsiteX5" fmla="*/ 351161 w 402553"/>
                        <a:gd name="connsiteY5" fmla="*/ 0 h 406061"/>
                        <a:gd name="connsiteX6" fmla="*/ 0 w 402553"/>
                        <a:gd name="connsiteY6" fmla="*/ 263629 h 40606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402553" h="406061">
                          <a:moveTo>
                            <a:pt x="0" y="263629"/>
                          </a:moveTo>
                          <a:cubicBezTo>
                            <a:pt x="37809" y="278650"/>
                            <a:pt x="73547" y="323192"/>
                            <a:pt x="79762" y="363073"/>
                          </a:cubicBezTo>
                          <a:cubicBezTo>
                            <a:pt x="82870" y="382755"/>
                            <a:pt x="77690" y="397775"/>
                            <a:pt x="67332" y="406062"/>
                          </a:cubicBezTo>
                          <a:lnTo>
                            <a:pt x="394149" y="91157"/>
                          </a:lnTo>
                          <a:cubicBezTo>
                            <a:pt x="400883" y="85977"/>
                            <a:pt x="403990" y="76137"/>
                            <a:pt x="401919" y="63706"/>
                          </a:cubicBezTo>
                          <a:cubicBezTo>
                            <a:pt x="398293" y="37809"/>
                            <a:pt x="374986" y="9323"/>
                            <a:pt x="351161" y="0"/>
                          </a:cubicBezTo>
                          <a:lnTo>
                            <a:pt x="0" y="263629"/>
                          </a:lnTo>
                          <a:close/>
                        </a:path>
                      </a:pathLst>
                    </a:custGeom>
                    <a:solidFill>
                      <a:srgbClr val="BFC7ED"/>
                    </a:solidFill>
                    <a:ln w="51792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OPPOSans R"/>
                        <a:ea typeface="OPPOSans R"/>
                        <a:cs typeface="+mn-cs"/>
                      </a:endParaRPr>
                    </a:p>
                  </p:txBody>
                </p:sp>
                <p:grpSp>
                  <p:nvGrpSpPr>
                    <p:cNvPr id="1393" name="图形 20"/>
                    <p:cNvGrpSpPr/>
                    <p:nvPr/>
                  </p:nvGrpSpPr>
                  <p:grpSpPr>
                    <a:xfrm>
                      <a:off x="8382608" y="2571816"/>
                      <a:ext cx="402553" cy="406579"/>
                      <a:chOff x="8382608" y="2571816"/>
                      <a:chExt cx="402553" cy="406579"/>
                    </a:xfrm>
                  </p:grpSpPr>
                  <p:sp>
                    <p:nvSpPr>
                      <p:cNvPr id="1394" name="任意多边形: 形状 1393"/>
                      <p:cNvSpPr/>
                      <p:nvPr>
                        <p:custDataLst>
                          <p:tags r:id="rId72"/>
                        </p:custDataLst>
                      </p:nvPr>
                    </p:nvSpPr>
                    <p:spPr>
                      <a:xfrm>
                        <a:off x="8449422" y="2623609"/>
                        <a:ext cx="335739" cy="354785"/>
                      </a:xfrm>
                      <a:custGeom>
                        <a:avLst/>
                        <a:gdLst>
                          <a:gd name="connsiteX0" fmla="*/ 518 w 335739"/>
                          <a:gd name="connsiteY0" fmla="*/ 354786 h 354785"/>
                          <a:gd name="connsiteX1" fmla="*/ 327336 w 335739"/>
                          <a:gd name="connsiteY1" fmla="*/ 39881 h 354785"/>
                          <a:gd name="connsiteX2" fmla="*/ 335105 w 335739"/>
                          <a:gd name="connsiteY2" fmla="*/ 12430 h 354785"/>
                          <a:gd name="connsiteX3" fmla="*/ 331997 w 335739"/>
                          <a:gd name="connsiteY3" fmla="*/ 0 h 354785"/>
                          <a:gd name="connsiteX4" fmla="*/ 7769 w 335739"/>
                          <a:gd name="connsiteY4" fmla="*/ 292634 h 354785"/>
                          <a:gd name="connsiteX5" fmla="*/ 12431 w 335739"/>
                          <a:gd name="connsiteY5" fmla="*/ 311797 h 354785"/>
                          <a:gd name="connsiteX6" fmla="*/ 0 w 335739"/>
                          <a:gd name="connsiteY6" fmla="*/ 354786 h 354785"/>
                          <a:gd name="connsiteX7" fmla="*/ 0 w 335739"/>
                          <a:gd name="connsiteY7" fmla="*/ 354786 h 35478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</a:cxnLst>
                        <a:rect l="l" t="t" r="r" b="b"/>
                        <a:pathLst>
                          <a:path w="335739" h="354785">
                            <a:moveTo>
                              <a:pt x="518" y="354786"/>
                            </a:moveTo>
                            <a:lnTo>
                              <a:pt x="327336" y="39881"/>
                            </a:lnTo>
                            <a:cubicBezTo>
                              <a:pt x="334069" y="34702"/>
                              <a:pt x="337177" y="24861"/>
                              <a:pt x="335105" y="12430"/>
                            </a:cubicBezTo>
                            <a:cubicBezTo>
                              <a:pt x="334587" y="8287"/>
                              <a:pt x="333551" y="4143"/>
                              <a:pt x="331997" y="0"/>
                            </a:cubicBezTo>
                            <a:lnTo>
                              <a:pt x="7769" y="292634"/>
                            </a:lnTo>
                            <a:cubicBezTo>
                              <a:pt x="9841" y="298849"/>
                              <a:pt x="11913" y="305582"/>
                              <a:pt x="12431" y="311797"/>
                            </a:cubicBezTo>
                            <a:cubicBezTo>
                              <a:pt x="15538" y="331479"/>
                              <a:pt x="10359" y="346499"/>
                              <a:pt x="0" y="354786"/>
                            </a:cubicBezTo>
                            <a:lnTo>
                              <a:pt x="0" y="354786"/>
                            </a:lnTo>
                            <a:close/>
                          </a:path>
                        </a:pathLst>
                      </a:custGeom>
                      <a:solidFill>
                        <a:srgbClr val="BFC7ED"/>
                      </a:solidFill>
                      <a:ln w="0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 marL="0" marR="0" lvl="0" indent="0" algn="l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defRPr/>
                        </a:pPr>
                        <a:endParaRPr kumimoji="0" lang="zh-CN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OPPOSans R"/>
                          <a:ea typeface="OPPOSans R"/>
                          <a:cs typeface="+mn-cs"/>
                        </a:endParaRPr>
                      </a:p>
                    </p:txBody>
                  </p:sp>
                  <p:sp>
                    <p:nvSpPr>
                      <p:cNvPr id="1395" name="任意多边形: 形状 1394"/>
                      <p:cNvSpPr/>
                      <p:nvPr>
                        <p:custDataLst>
                          <p:tags r:id="rId73"/>
                        </p:custDataLst>
                      </p:nvPr>
                    </p:nvSpPr>
                    <p:spPr>
                      <a:xfrm>
                        <a:off x="8445796" y="2608589"/>
                        <a:ext cx="335622" cy="307653"/>
                      </a:xfrm>
                      <a:custGeom>
                        <a:avLst/>
                        <a:gdLst>
                          <a:gd name="connsiteX0" fmla="*/ 11395 w 335622"/>
                          <a:gd name="connsiteY0" fmla="*/ 307654 h 307653"/>
                          <a:gd name="connsiteX1" fmla="*/ 335623 w 335622"/>
                          <a:gd name="connsiteY1" fmla="*/ 15020 h 307653"/>
                          <a:gd name="connsiteX2" fmla="*/ 328372 w 335622"/>
                          <a:gd name="connsiteY2" fmla="*/ 0 h 307653"/>
                          <a:gd name="connsiteX3" fmla="*/ 0 w 335622"/>
                          <a:gd name="connsiteY3" fmla="*/ 284347 h 307653"/>
                          <a:gd name="connsiteX4" fmla="*/ 10877 w 335622"/>
                          <a:gd name="connsiteY4" fmla="*/ 307654 h 307653"/>
                          <a:gd name="connsiteX5" fmla="*/ 10877 w 335622"/>
                          <a:gd name="connsiteY5" fmla="*/ 307654 h 30765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335622" h="307653">
                            <a:moveTo>
                              <a:pt x="11395" y="307654"/>
                            </a:moveTo>
                            <a:lnTo>
                              <a:pt x="335623" y="15020"/>
                            </a:lnTo>
                            <a:cubicBezTo>
                              <a:pt x="334069" y="9841"/>
                              <a:pt x="331479" y="5179"/>
                              <a:pt x="328372" y="0"/>
                            </a:cubicBezTo>
                            <a:lnTo>
                              <a:pt x="0" y="284347"/>
                            </a:lnTo>
                            <a:cubicBezTo>
                              <a:pt x="4661" y="291598"/>
                              <a:pt x="8287" y="299367"/>
                              <a:pt x="10877" y="307654"/>
                            </a:cubicBezTo>
                            <a:lnTo>
                              <a:pt x="10877" y="307654"/>
                            </a:lnTo>
                            <a:close/>
                          </a:path>
                        </a:pathLst>
                      </a:custGeom>
                      <a:solidFill>
                        <a:srgbClr val="BFC7ED"/>
                      </a:solidFill>
                      <a:ln w="0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 marL="0" marR="0" lvl="0" indent="0" algn="l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defRPr/>
                        </a:pPr>
                        <a:endParaRPr kumimoji="0" lang="zh-CN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OPPOSans R"/>
                          <a:ea typeface="OPPOSans R"/>
                          <a:cs typeface="+mn-cs"/>
                        </a:endParaRPr>
                      </a:p>
                    </p:txBody>
                  </p:sp>
                  <p:sp>
                    <p:nvSpPr>
                      <p:cNvPr id="1396" name="任意多边形: 形状 1395"/>
                      <p:cNvSpPr/>
                      <p:nvPr>
                        <p:custDataLst>
                          <p:tags r:id="rId74"/>
                        </p:custDataLst>
                      </p:nvPr>
                    </p:nvSpPr>
                    <p:spPr>
                      <a:xfrm>
                        <a:off x="8428704" y="2594087"/>
                        <a:ext cx="345981" cy="299884"/>
                      </a:xfrm>
                      <a:custGeom>
                        <a:avLst/>
                        <a:gdLst>
                          <a:gd name="connsiteX0" fmla="*/ 17610 w 345981"/>
                          <a:gd name="connsiteY0" fmla="*/ 299367 h 299884"/>
                          <a:gd name="connsiteX1" fmla="*/ 345982 w 345981"/>
                          <a:gd name="connsiteY1" fmla="*/ 15020 h 299884"/>
                          <a:gd name="connsiteX2" fmla="*/ 334587 w 345981"/>
                          <a:gd name="connsiteY2" fmla="*/ 0 h 299884"/>
                          <a:gd name="connsiteX3" fmla="*/ 0 w 345981"/>
                          <a:gd name="connsiteY3" fmla="*/ 276060 h 299884"/>
                          <a:gd name="connsiteX4" fmla="*/ 17610 w 345981"/>
                          <a:gd name="connsiteY4" fmla="*/ 299885 h 299884"/>
                          <a:gd name="connsiteX5" fmla="*/ 17610 w 345981"/>
                          <a:gd name="connsiteY5" fmla="*/ 299885 h 299884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345981" h="299884">
                            <a:moveTo>
                              <a:pt x="17610" y="299367"/>
                            </a:moveTo>
                            <a:lnTo>
                              <a:pt x="345982" y="15020"/>
                            </a:lnTo>
                            <a:cubicBezTo>
                              <a:pt x="342874" y="9841"/>
                              <a:pt x="339248" y="4661"/>
                              <a:pt x="334587" y="0"/>
                            </a:cubicBezTo>
                            <a:lnTo>
                              <a:pt x="0" y="276060"/>
                            </a:lnTo>
                            <a:cubicBezTo>
                              <a:pt x="6733" y="283311"/>
                              <a:pt x="12430" y="291598"/>
                              <a:pt x="17610" y="299885"/>
                            </a:cubicBezTo>
                            <a:lnTo>
                              <a:pt x="17610" y="299885"/>
                            </a:lnTo>
                            <a:close/>
                          </a:path>
                        </a:pathLst>
                      </a:custGeom>
                      <a:solidFill>
                        <a:srgbClr val="BFC7ED"/>
                      </a:solidFill>
                      <a:ln w="0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 marL="0" marR="0" lvl="0" indent="0" algn="l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defRPr/>
                        </a:pPr>
                        <a:endParaRPr kumimoji="0" lang="zh-CN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OPPOSans R"/>
                          <a:ea typeface="OPPOSans R"/>
                          <a:cs typeface="+mn-cs"/>
                        </a:endParaRPr>
                      </a:p>
                    </p:txBody>
                  </p:sp>
                  <p:sp>
                    <p:nvSpPr>
                      <p:cNvPr id="1397" name="任意多边形: 形状 1396"/>
                      <p:cNvSpPr/>
                      <p:nvPr>
                        <p:custDataLst>
                          <p:tags r:id="rId75"/>
                        </p:custDataLst>
                      </p:nvPr>
                    </p:nvSpPr>
                    <p:spPr>
                      <a:xfrm>
                        <a:off x="8382608" y="2571816"/>
                        <a:ext cx="380683" cy="297813"/>
                      </a:xfrm>
                      <a:custGeom>
                        <a:avLst/>
                        <a:gdLst>
                          <a:gd name="connsiteX0" fmla="*/ 46096 w 380683"/>
                          <a:gd name="connsiteY0" fmla="*/ 297813 h 297813"/>
                          <a:gd name="connsiteX1" fmla="*/ 380683 w 380683"/>
                          <a:gd name="connsiteY1" fmla="*/ 21753 h 297813"/>
                          <a:gd name="connsiteX2" fmla="*/ 351161 w 380683"/>
                          <a:gd name="connsiteY2" fmla="*/ 0 h 297813"/>
                          <a:gd name="connsiteX3" fmla="*/ 0 w 380683"/>
                          <a:gd name="connsiteY3" fmla="*/ 263629 h 297813"/>
                          <a:gd name="connsiteX4" fmla="*/ 46096 w 380683"/>
                          <a:gd name="connsiteY4" fmla="*/ 297295 h 297813"/>
                          <a:gd name="connsiteX5" fmla="*/ 46096 w 380683"/>
                          <a:gd name="connsiteY5" fmla="*/ 297295 h 29781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380683" h="297813">
                            <a:moveTo>
                              <a:pt x="46096" y="297813"/>
                            </a:moveTo>
                            <a:lnTo>
                              <a:pt x="380683" y="21753"/>
                            </a:lnTo>
                            <a:cubicBezTo>
                              <a:pt x="371878" y="11912"/>
                              <a:pt x="361520" y="4143"/>
                              <a:pt x="351161" y="0"/>
                            </a:cubicBezTo>
                            <a:lnTo>
                              <a:pt x="0" y="263629"/>
                            </a:lnTo>
                            <a:cubicBezTo>
                              <a:pt x="16574" y="270362"/>
                              <a:pt x="32630" y="282275"/>
                              <a:pt x="46096" y="297295"/>
                            </a:cubicBezTo>
                            <a:lnTo>
                              <a:pt x="46096" y="297295"/>
                            </a:lnTo>
                            <a:close/>
                          </a:path>
                        </a:pathLst>
                      </a:custGeom>
                      <a:solidFill>
                        <a:srgbClr val="F4F5FA"/>
                      </a:solidFill>
                      <a:ln w="0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 marL="0" marR="0" lvl="0" indent="0" algn="l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defRPr/>
                        </a:pPr>
                        <a:endParaRPr kumimoji="0" lang="zh-CN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OPPOSans R"/>
                          <a:ea typeface="OPPOSans R"/>
                          <a:cs typeface="+mn-cs"/>
                        </a:endParaRPr>
                      </a:p>
                    </p:txBody>
                  </p:sp>
                </p:grpSp>
              </p:grpSp>
              <p:sp>
                <p:nvSpPr>
                  <p:cNvPr id="1391" name="任意多边形: 形状 1390"/>
                  <p:cNvSpPr/>
                  <p:nvPr>
                    <p:custDataLst>
                      <p:tags r:id="rId76"/>
                    </p:custDataLst>
                  </p:nvPr>
                </p:nvSpPr>
                <p:spPr>
                  <a:xfrm>
                    <a:off x="8323801" y="2831068"/>
                    <a:ext cx="139354" cy="155336"/>
                  </a:xfrm>
                  <a:custGeom>
                    <a:avLst/>
                    <a:gdLst>
                      <a:gd name="connsiteX0" fmla="*/ 58807 w 139354"/>
                      <a:gd name="connsiteY0" fmla="*/ 4895 h 155336"/>
                      <a:gd name="connsiteX1" fmla="*/ 798 w 139354"/>
                      <a:gd name="connsiteY1" fmla="*/ 50992 h 155336"/>
                      <a:gd name="connsiteX2" fmla="*/ 80560 w 139354"/>
                      <a:gd name="connsiteY2" fmla="*/ 150435 h 155336"/>
                      <a:gd name="connsiteX3" fmla="*/ 138569 w 139354"/>
                      <a:gd name="connsiteY3" fmla="*/ 104857 h 155336"/>
                      <a:gd name="connsiteX4" fmla="*/ 58807 w 139354"/>
                      <a:gd name="connsiteY4" fmla="*/ 5413 h 155336"/>
                      <a:gd name="connsiteX5" fmla="*/ 58807 w 139354"/>
                      <a:gd name="connsiteY5" fmla="*/ 5413 h 15533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39354" h="155336">
                        <a:moveTo>
                          <a:pt x="58807" y="4895"/>
                        </a:moveTo>
                        <a:cubicBezTo>
                          <a:pt x="20480" y="-10125"/>
                          <a:pt x="-4899" y="10593"/>
                          <a:pt x="798" y="50992"/>
                        </a:cubicBezTo>
                        <a:cubicBezTo>
                          <a:pt x="7013" y="90873"/>
                          <a:pt x="42233" y="135415"/>
                          <a:pt x="80560" y="150435"/>
                        </a:cubicBezTo>
                        <a:cubicBezTo>
                          <a:pt x="118370" y="165456"/>
                          <a:pt x="144266" y="144738"/>
                          <a:pt x="138569" y="104857"/>
                        </a:cubicBezTo>
                        <a:cubicBezTo>
                          <a:pt x="132354" y="64458"/>
                          <a:pt x="96616" y="19915"/>
                          <a:pt x="58807" y="5413"/>
                        </a:cubicBezTo>
                        <a:lnTo>
                          <a:pt x="58807" y="5413"/>
                        </a:lnTo>
                        <a:close/>
                      </a:path>
                    </a:pathLst>
                  </a:custGeom>
                  <a:solidFill>
                    <a:srgbClr val="F4F5FA"/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PPOSans R"/>
                      <a:ea typeface="OPPOSans R"/>
                      <a:cs typeface="+mn-cs"/>
                    </a:endParaRPr>
                  </a:p>
                </p:txBody>
              </p:sp>
            </p:grpSp>
            <p:grpSp>
              <p:nvGrpSpPr>
                <p:cNvPr id="1367" name="图形 20"/>
                <p:cNvGrpSpPr/>
                <p:nvPr/>
              </p:nvGrpSpPr>
              <p:grpSpPr>
                <a:xfrm>
                  <a:off x="7538429" y="2828996"/>
                  <a:ext cx="925774" cy="783138"/>
                  <a:chOff x="7538429" y="2828996"/>
                  <a:chExt cx="925774" cy="783138"/>
                </a:xfrm>
              </p:grpSpPr>
              <p:grpSp>
                <p:nvGrpSpPr>
                  <p:cNvPr id="1368" name="图形 20"/>
                  <p:cNvGrpSpPr/>
                  <p:nvPr/>
                </p:nvGrpSpPr>
                <p:grpSpPr>
                  <a:xfrm>
                    <a:off x="7545105" y="2828996"/>
                    <a:ext cx="919099" cy="709805"/>
                    <a:chOff x="7545105" y="2828996"/>
                    <a:chExt cx="919099" cy="709805"/>
                  </a:xfrm>
                </p:grpSpPr>
                <p:sp>
                  <p:nvSpPr>
                    <p:cNvPr id="1385" name="任意多边形: 形状 1384"/>
                    <p:cNvSpPr/>
                    <p:nvPr>
                      <p:custDataLst>
                        <p:tags r:id="rId77"/>
                      </p:custDataLst>
                    </p:nvPr>
                  </p:nvSpPr>
                  <p:spPr>
                    <a:xfrm>
                      <a:off x="8325231" y="2828996"/>
                      <a:ext cx="138972" cy="155336"/>
                    </a:xfrm>
                    <a:custGeom>
                      <a:avLst/>
                      <a:gdLst>
                        <a:gd name="connsiteX0" fmla="*/ 58412 w 138972"/>
                        <a:gd name="connsiteY0" fmla="*/ 4895 h 155336"/>
                        <a:gd name="connsiteX1" fmla="*/ 921 w 138972"/>
                        <a:gd name="connsiteY1" fmla="*/ 50992 h 155336"/>
                        <a:gd name="connsiteX2" fmla="*/ 80166 w 138972"/>
                        <a:gd name="connsiteY2" fmla="*/ 150435 h 155336"/>
                        <a:gd name="connsiteX3" fmla="*/ 138174 w 138972"/>
                        <a:gd name="connsiteY3" fmla="*/ 104857 h 155336"/>
                        <a:gd name="connsiteX4" fmla="*/ 58412 w 138972"/>
                        <a:gd name="connsiteY4" fmla="*/ 5413 h 155336"/>
                        <a:gd name="connsiteX5" fmla="*/ 58412 w 138972"/>
                        <a:gd name="connsiteY5" fmla="*/ 5413 h 15533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138972" h="155336">
                          <a:moveTo>
                            <a:pt x="58412" y="4895"/>
                          </a:moveTo>
                          <a:cubicBezTo>
                            <a:pt x="20603" y="-10125"/>
                            <a:pt x="-5294" y="10593"/>
                            <a:pt x="921" y="50992"/>
                          </a:cubicBezTo>
                          <a:cubicBezTo>
                            <a:pt x="7137" y="90873"/>
                            <a:pt x="42356" y="135415"/>
                            <a:pt x="80166" y="150435"/>
                          </a:cubicBezTo>
                          <a:cubicBezTo>
                            <a:pt x="118493" y="165455"/>
                            <a:pt x="143872" y="144738"/>
                            <a:pt x="138174" y="104857"/>
                          </a:cubicBezTo>
                          <a:cubicBezTo>
                            <a:pt x="131959" y="64976"/>
                            <a:pt x="96740" y="20433"/>
                            <a:pt x="58412" y="5413"/>
                          </a:cubicBezTo>
                          <a:lnTo>
                            <a:pt x="58412" y="5413"/>
                          </a:lnTo>
                          <a:close/>
                        </a:path>
                      </a:pathLst>
                    </a:custGeom>
                    <a:solidFill>
                      <a:srgbClr val="453C4C"/>
                    </a:solidFill>
                    <a:ln w="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OPPOSans R"/>
                        <a:ea typeface="OPPOSans R"/>
                        <a:cs typeface="+mn-cs"/>
                      </a:endParaRPr>
                    </a:p>
                  </p:txBody>
                </p:sp>
                <p:sp>
                  <p:nvSpPr>
                    <p:cNvPr id="1386" name="任意多边形: 形状 1385"/>
                    <p:cNvSpPr/>
                    <p:nvPr>
                      <p:custDataLst>
                        <p:tags r:id="rId78"/>
                      </p:custDataLst>
                    </p:nvPr>
                  </p:nvSpPr>
                  <p:spPr>
                    <a:xfrm>
                      <a:off x="7545105" y="2829606"/>
                      <a:ext cx="838539" cy="709195"/>
                    </a:xfrm>
                    <a:custGeom>
                      <a:avLst/>
                      <a:gdLst>
                        <a:gd name="connsiteX0" fmla="*/ 792961 w 838539"/>
                        <a:gd name="connsiteY0" fmla="*/ 6875 h 709195"/>
                        <a:gd name="connsiteX1" fmla="*/ 0 w 838539"/>
                        <a:gd name="connsiteY1" fmla="*/ 709195 h 709195"/>
                        <a:gd name="connsiteX2" fmla="*/ 22789 w 838539"/>
                        <a:gd name="connsiteY2" fmla="*/ 708159 h 709195"/>
                        <a:gd name="connsiteX3" fmla="*/ 838539 w 838539"/>
                        <a:gd name="connsiteY3" fmla="*/ 4803 h 709195"/>
                        <a:gd name="connsiteX4" fmla="*/ 792961 w 838539"/>
                        <a:gd name="connsiteY4" fmla="*/ 7392 h 709195"/>
                        <a:gd name="connsiteX5" fmla="*/ 792961 w 838539"/>
                        <a:gd name="connsiteY5" fmla="*/ 7392 h 70919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838539" h="709195">
                          <a:moveTo>
                            <a:pt x="792961" y="6875"/>
                          </a:moveTo>
                          <a:lnTo>
                            <a:pt x="0" y="709195"/>
                          </a:lnTo>
                          <a:cubicBezTo>
                            <a:pt x="5179" y="705052"/>
                            <a:pt x="13466" y="704016"/>
                            <a:pt x="22789" y="708159"/>
                          </a:cubicBezTo>
                          <a:lnTo>
                            <a:pt x="838539" y="4803"/>
                          </a:lnTo>
                          <a:cubicBezTo>
                            <a:pt x="819375" y="-2448"/>
                            <a:pt x="803320" y="-1412"/>
                            <a:pt x="792961" y="7392"/>
                          </a:cubicBezTo>
                          <a:lnTo>
                            <a:pt x="792961" y="7392"/>
                          </a:lnTo>
                          <a:close/>
                        </a:path>
                      </a:pathLst>
                    </a:custGeom>
                    <a:solidFill>
                      <a:srgbClr val="302534"/>
                    </a:solidFill>
                    <a:ln w="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OPPOSans R"/>
                        <a:ea typeface="OPPOSans R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1369" name="图形 20"/>
                  <p:cNvGrpSpPr/>
                  <p:nvPr/>
                </p:nvGrpSpPr>
                <p:grpSpPr>
                  <a:xfrm>
                    <a:off x="7545105" y="2829230"/>
                    <a:ext cx="838539" cy="709572"/>
                    <a:chOff x="7545105" y="2829230"/>
                    <a:chExt cx="838539" cy="709572"/>
                  </a:xfrm>
                  <a:solidFill>
                    <a:srgbClr val="302534"/>
                  </a:solidFill>
                </p:grpSpPr>
                <p:sp>
                  <p:nvSpPr>
                    <p:cNvPr id="1379" name="任意多边形: 形状 1378"/>
                    <p:cNvSpPr/>
                    <p:nvPr>
                      <p:custDataLst>
                        <p:tags r:id="rId79"/>
                      </p:custDataLst>
                    </p:nvPr>
                  </p:nvSpPr>
                  <p:spPr>
                    <a:xfrm>
                      <a:off x="7545105" y="2829675"/>
                      <a:ext cx="838539" cy="709127"/>
                    </a:xfrm>
                    <a:custGeom>
                      <a:avLst/>
                      <a:gdLst>
                        <a:gd name="connsiteX0" fmla="*/ 792961 w 838539"/>
                        <a:gd name="connsiteY0" fmla="*/ 6806 h 709127"/>
                        <a:gd name="connsiteX1" fmla="*/ 0 w 838539"/>
                        <a:gd name="connsiteY1" fmla="*/ 709127 h 709127"/>
                        <a:gd name="connsiteX2" fmla="*/ 22789 w 838539"/>
                        <a:gd name="connsiteY2" fmla="*/ 708091 h 709127"/>
                        <a:gd name="connsiteX3" fmla="*/ 838539 w 838539"/>
                        <a:gd name="connsiteY3" fmla="*/ 4735 h 709127"/>
                        <a:gd name="connsiteX4" fmla="*/ 809017 w 838539"/>
                        <a:gd name="connsiteY4" fmla="*/ 591 h 709127"/>
                        <a:gd name="connsiteX5" fmla="*/ 792961 w 838539"/>
                        <a:gd name="connsiteY5" fmla="*/ 7324 h 709127"/>
                        <a:gd name="connsiteX6" fmla="*/ 792961 w 838539"/>
                        <a:gd name="connsiteY6" fmla="*/ 7324 h 70912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838539" h="709127">
                          <a:moveTo>
                            <a:pt x="792961" y="6806"/>
                          </a:moveTo>
                          <a:lnTo>
                            <a:pt x="0" y="709127"/>
                          </a:lnTo>
                          <a:cubicBezTo>
                            <a:pt x="5179" y="704984"/>
                            <a:pt x="13466" y="703948"/>
                            <a:pt x="22789" y="708091"/>
                          </a:cubicBezTo>
                          <a:lnTo>
                            <a:pt x="838539" y="4735"/>
                          </a:lnTo>
                          <a:cubicBezTo>
                            <a:pt x="827145" y="591"/>
                            <a:pt x="817304" y="-963"/>
                            <a:pt x="809017" y="591"/>
                          </a:cubicBezTo>
                          <a:cubicBezTo>
                            <a:pt x="802802" y="1627"/>
                            <a:pt x="797622" y="3699"/>
                            <a:pt x="792961" y="7324"/>
                          </a:cubicBezTo>
                          <a:lnTo>
                            <a:pt x="792961" y="7324"/>
                          </a:lnTo>
                          <a:close/>
                        </a:path>
                      </a:pathLst>
                    </a:custGeom>
                    <a:solidFill>
                      <a:srgbClr val="302534"/>
                    </a:solidFill>
                    <a:ln w="51792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OPPOSans R"/>
                        <a:ea typeface="OPPOSans R"/>
                        <a:cs typeface="+mn-cs"/>
                      </a:endParaRPr>
                    </a:p>
                  </p:txBody>
                </p:sp>
                <p:grpSp>
                  <p:nvGrpSpPr>
                    <p:cNvPr id="1380" name="图形 20"/>
                    <p:cNvGrpSpPr/>
                    <p:nvPr/>
                  </p:nvGrpSpPr>
                  <p:grpSpPr>
                    <a:xfrm>
                      <a:off x="7545105" y="2829230"/>
                      <a:ext cx="838539" cy="709054"/>
                      <a:chOff x="7545105" y="2829230"/>
                      <a:chExt cx="838539" cy="709054"/>
                    </a:xfrm>
                    <a:solidFill>
                      <a:srgbClr val="302534"/>
                    </a:solidFill>
                  </p:grpSpPr>
                  <p:sp>
                    <p:nvSpPr>
                      <p:cNvPr id="1381" name="任意多边形: 形状 1380"/>
                      <p:cNvSpPr/>
                      <p:nvPr>
                        <p:custDataLst>
                          <p:tags r:id="rId80"/>
                        </p:custDataLst>
                      </p:nvPr>
                    </p:nvSpPr>
                    <p:spPr>
                      <a:xfrm>
                        <a:off x="7567376" y="2833891"/>
                        <a:ext cx="816267" cy="703356"/>
                      </a:xfrm>
                      <a:custGeom>
                        <a:avLst/>
                        <a:gdLst>
                          <a:gd name="connsiteX0" fmla="*/ 518 w 816267"/>
                          <a:gd name="connsiteY0" fmla="*/ 703357 h 703356"/>
                          <a:gd name="connsiteX1" fmla="*/ 816268 w 816267"/>
                          <a:gd name="connsiteY1" fmla="*/ 0 h 703356"/>
                          <a:gd name="connsiteX2" fmla="*/ 0 w 816267"/>
                          <a:gd name="connsiteY2" fmla="*/ 702839 h 703356"/>
                          <a:gd name="connsiteX3" fmla="*/ 1036 w 816267"/>
                          <a:gd name="connsiteY3" fmla="*/ 702839 h 70335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</a:cxnLst>
                        <a:rect l="l" t="t" r="r" b="b"/>
                        <a:pathLst>
                          <a:path w="816267" h="703356">
                            <a:moveTo>
                              <a:pt x="518" y="703357"/>
                            </a:moveTo>
                            <a:lnTo>
                              <a:pt x="816268" y="0"/>
                            </a:lnTo>
                            <a:cubicBezTo>
                              <a:pt x="816268" y="0"/>
                              <a:pt x="0" y="702839"/>
                              <a:pt x="0" y="702839"/>
                            </a:cubicBezTo>
                            <a:lnTo>
                              <a:pt x="1036" y="702839"/>
                            </a:lnTo>
                            <a:close/>
                          </a:path>
                        </a:pathLst>
                      </a:custGeom>
                      <a:solidFill>
                        <a:srgbClr val="302534"/>
                      </a:solidFill>
                      <a:ln w="0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 marL="0" marR="0" lvl="0" indent="0" algn="l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defRPr/>
                        </a:pPr>
                        <a:endParaRPr kumimoji="0" lang="zh-CN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OPPOSans R"/>
                          <a:ea typeface="OPPOSans R"/>
                          <a:cs typeface="+mn-cs"/>
                        </a:endParaRPr>
                      </a:p>
                    </p:txBody>
                  </p:sp>
                  <p:sp>
                    <p:nvSpPr>
                      <p:cNvPr id="1382" name="任意多边形: 形状 1381"/>
                      <p:cNvSpPr/>
                      <p:nvPr>
                        <p:custDataLst>
                          <p:tags r:id="rId81"/>
                        </p:custDataLst>
                      </p:nvPr>
                    </p:nvSpPr>
                    <p:spPr>
                      <a:xfrm>
                        <a:off x="7555463" y="2829230"/>
                        <a:ext cx="826108" cy="708018"/>
                      </a:xfrm>
                      <a:custGeom>
                        <a:avLst/>
                        <a:gdLst>
                          <a:gd name="connsiteX0" fmla="*/ 11395 w 826108"/>
                          <a:gd name="connsiteY0" fmla="*/ 708018 h 708018"/>
                          <a:gd name="connsiteX1" fmla="*/ 826109 w 826108"/>
                          <a:gd name="connsiteY1" fmla="*/ 4144 h 708018"/>
                          <a:gd name="connsiteX2" fmla="*/ 803319 w 826108"/>
                          <a:gd name="connsiteY2" fmla="*/ 0 h 708018"/>
                          <a:gd name="connsiteX3" fmla="*/ 0 w 826108"/>
                          <a:gd name="connsiteY3" fmla="*/ 705947 h 708018"/>
                          <a:gd name="connsiteX4" fmla="*/ 11395 w 826108"/>
                          <a:gd name="connsiteY4" fmla="*/ 708018 h 708018"/>
                          <a:gd name="connsiteX5" fmla="*/ 11395 w 826108"/>
                          <a:gd name="connsiteY5" fmla="*/ 708018 h 70801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826108" h="708018">
                            <a:moveTo>
                              <a:pt x="11395" y="708018"/>
                            </a:moveTo>
                            <a:lnTo>
                              <a:pt x="826109" y="4144"/>
                            </a:lnTo>
                            <a:cubicBezTo>
                              <a:pt x="817822" y="1036"/>
                              <a:pt x="810053" y="0"/>
                              <a:pt x="803319" y="0"/>
                            </a:cubicBezTo>
                            <a:lnTo>
                              <a:pt x="0" y="705947"/>
                            </a:lnTo>
                            <a:cubicBezTo>
                              <a:pt x="3626" y="705947"/>
                              <a:pt x="7251" y="706465"/>
                              <a:pt x="11395" y="708018"/>
                            </a:cubicBezTo>
                            <a:lnTo>
                              <a:pt x="11395" y="708018"/>
                            </a:lnTo>
                            <a:close/>
                          </a:path>
                        </a:pathLst>
                      </a:custGeom>
                      <a:solidFill>
                        <a:srgbClr val="302534"/>
                      </a:solidFill>
                      <a:ln w="0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 marL="0" marR="0" lvl="0" indent="0" algn="l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defRPr/>
                        </a:pPr>
                        <a:endParaRPr kumimoji="0" lang="zh-CN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OPPOSans R"/>
                          <a:ea typeface="OPPOSans R"/>
                          <a:cs typeface="+mn-cs"/>
                        </a:endParaRPr>
                      </a:p>
                    </p:txBody>
                  </p:sp>
                  <p:sp>
                    <p:nvSpPr>
                      <p:cNvPr id="1383" name="任意多边形: 形状 1382"/>
                      <p:cNvSpPr/>
                      <p:nvPr>
                        <p:custDataLst>
                          <p:tags r:id="rId82"/>
                        </p:custDataLst>
                      </p:nvPr>
                    </p:nvSpPr>
                    <p:spPr>
                      <a:xfrm>
                        <a:off x="7547694" y="2829230"/>
                        <a:ext cx="811606" cy="708018"/>
                      </a:xfrm>
                      <a:custGeom>
                        <a:avLst/>
                        <a:gdLst>
                          <a:gd name="connsiteX0" fmla="*/ 8287 w 811606"/>
                          <a:gd name="connsiteY0" fmla="*/ 705947 h 708018"/>
                          <a:gd name="connsiteX1" fmla="*/ 811606 w 811606"/>
                          <a:gd name="connsiteY1" fmla="*/ 0 h 708018"/>
                          <a:gd name="connsiteX2" fmla="*/ 795550 w 811606"/>
                          <a:gd name="connsiteY2" fmla="*/ 4144 h 708018"/>
                          <a:gd name="connsiteX3" fmla="*/ 0 w 811606"/>
                          <a:gd name="connsiteY3" fmla="*/ 708018 h 708018"/>
                          <a:gd name="connsiteX4" fmla="*/ 8287 w 811606"/>
                          <a:gd name="connsiteY4" fmla="*/ 705947 h 708018"/>
                          <a:gd name="connsiteX5" fmla="*/ 8287 w 811606"/>
                          <a:gd name="connsiteY5" fmla="*/ 705947 h 70801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811606" h="708018">
                            <a:moveTo>
                              <a:pt x="8287" y="705947"/>
                            </a:moveTo>
                            <a:lnTo>
                              <a:pt x="811606" y="0"/>
                            </a:lnTo>
                            <a:cubicBezTo>
                              <a:pt x="805391" y="0"/>
                              <a:pt x="800212" y="1554"/>
                              <a:pt x="795550" y="4144"/>
                            </a:cubicBezTo>
                            <a:lnTo>
                              <a:pt x="0" y="708018"/>
                            </a:lnTo>
                            <a:cubicBezTo>
                              <a:pt x="0" y="708018"/>
                              <a:pt x="5179" y="705947"/>
                              <a:pt x="8287" y="705947"/>
                            </a:cubicBezTo>
                            <a:lnTo>
                              <a:pt x="8287" y="705947"/>
                            </a:lnTo>
                            <a:close/>
                          </a:path>
                        </a:pathLst>
                      </a:custGeom>
                      <a:solidFill>
                        <a:srgbClr val="302534"/>
                      </a:solidFill>
                      <a:ln w="0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 marL="0" marR="0" lvl="0" indent="0" algn="l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defRPr/>
                        </a:pPr>
                        <a:endParaRPr kumimoji="0" lang="zh-CN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OPPOSans R"/>
                          <a:ea typeface="OPPOSans R"/>
                          <a:cs typeface="+mn-cs"/>
                        </a:endParaRPr>
                      </a:p>
                    </p:txBody>
                  </p:sp>
                  <p:sp>
                    <p:nvSpPr>
                      <p:cNvPr id="1384" name="任意多边形: 形状 1383"/>
                      <p:cNvSpPr/>
                      <p:nvPr>
                        <p:custDataLst>
                          <p:tags r:id="rId83"/>
                        </p:custDataLst>
                      </p:nvPr>
                    </p:nvSpPr>
                    <p:spPr>
                      <a:xfrm>
                        <a:off x="7545105" y="2832856"/>
                        <a:ext cx="798140" cy="705428"/>
                      </a:xfrm>
                      <a:custGeom>
                        <a:avLst/>
                        <a:gdLst>
                          <a:gd name="connsiteX0" fmla="*/ 2590 w 798140"/>
                          <a:gd name="connsiteY0" fmla="*/ 703875 h 705428"/>
                          <a:gd name="connsiteX1" fmla="*/ 798140 w 798140"/>
                          <a:gd name="connsiteY1" fmla="*/ 0 h 705428"/>
                          <a:gd name="connsiteX2" fmla="*/ 792961 w 798140"/>
                          <a:gd name="connsiteY2" fmla="*/ 3107 h 705428"/>
                          <a:gd name="connsiteX3" fmla="*/ 0 w 798140"/>
                          <a:gd name="connsiteY3" fmla="*/ 705428 h 705428"/>
                          <a:gd name="connsiteX4" fmla="*/ 2590 w 798140"/>
                          <a:gd name="connsiteY4" fmla="*/ 703875 h 705428"/>
                          <a:gd name="connsiteX5" fmla="*/ 2590 w 798140"/>
                          <a:gd name="connsiteY5" fmla="*/ 703875 h 70542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798140" h="705428">
                            <a:moveTo>
                              <a:pt x="2590" y="703875"/>
                            </a:moveTo>
                            <a:lnTo>
                              <a:pt x="798140" y="0"/>
                            </a:lnTo>
                            <a:cubicBezTo>
                              <a:pt x="798140" y="0"/>
                              <a:pt x="794515" y="2072"/>
                              <a:pt x="792961" y="3107"/>
                            </a:cubicBezTo>
                            <a:lnTo>
                              <a:pt x="0" y="705428"/>
                            </a:lnTo>
                            <a:cubicBezTo>
                              <a:pt x="0" y="705428"/>
                              <a:pt x="1554" y="704393"/>
                              <a:pt x="2590" y="703875"/>
                            </a:cubicBezTo>
                            <a:lnTo>
                              <a:pt x="2590" y="703875"/>
                            </a:lnTo>
                            <a:close/>
                          </a:path>
                        </a:pathLst>
                      </a:custGeom>
                      <a:solidFill>
                        <a:srgbClr val="302534"/>
                      </a:solidFill>
                      <a:ln w="0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 marL="0" marR="0" lvl="0" indent="0" algn="l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defRPr/>
                        </a:pPr>
                        <a:endParaRPr kumimoji="0" lang="zh-CN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OPPOSans R"/>
                          <a:ea typeface="OPPOSans R"/>
                          <a:cs typeface="+mn-cs"/>
                        </a:endParaRPr>
                      </a:p>
                    </p:txBody>
                  </p:sp>
                </p:grpSp>
              </p:grpSp>
              <p:sp>
                <p:nvSpPr>
                  <p:cNvPr id="1370" name="任意多边形: 形状 1369"/>
                  <p:cNvSpPr/>
                  <p:nvPr>
                    <p:custDataLst>
                      <p:tags r:id="rId84"/>
                    </p:custDataLst>
                  </p:nvPr>
                </p:nvSpPr>
                <p:spPr>
                  <a:xfrm>
                    <a:off x="7567894" y="2834409"/>
                    <a:ext cx="896214" cy="774831"/>
                  </a:xfrm>
                  <a:custGeom>
                    <a:avLst/>
                    <a:gdLst>
                      <a:gd name="connsiteX0" fmla="*/ 33666 w 896214"/>
                      <a:gd name="connsiteY0" fmla="*/ 774314 h 774831"/>
                      <a:gd name="connsiteX1" fmla="*/ 883082 w 896214"/>
                      <a:gd name="connsiteY1" fmla="*/ 142432 h 774831"/>
                      <a:gd name="connsiteX2" fmla="*/ 895512 w 896214"/>
                      <a:gd name="connsiteY2" fmla="*/ 99444 h 774831"/>
                      <a:gd name="connsiteX3" fmla="*/ 815750 w 896214"/>
                      <a:gd name="connsiteY3" fmla="*/ 0 h 774831"/>
                      <a:gd name="connsiteX4" fmla="*/ 0 w 896214"/>
                      <a:gd name="connsiteY4" fmla="*/ 703357 h 774831"/>
                      <a:gd name="connsiteX5" fmla="*/ 39881 w 896214"/>
                      <a:gd name="connsiteY5" fmla="*/ 753079 h 774831"/>
                      <a:gd name="connsiteX6" fmla="*/ 33666 w 896214"/>
                      <a:gd name="connsiteY6" fmla="*/ 774832 h 774831"/>
                      <a:gd name="connsiteX7" fmla="*/ 33666 w 896214"/>
                      <a:gd name="connsiteY7" fmla="*/ 774832 h 77483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896214" h="774831">
                        <a:moveTo>
                          <a:pt x="33666" y="774314"/>
                        </a:moveTo>
                        <a:lnTo>
                          <a:pt x="883082" y="142432"/>
                        </a:lnTo>
                        <a:cubicBezTo>
                          <a:pt x="893440" y="134145"/>
                          <a:pt x="898102" y="119125"/>
                          <a:pt x="895512" y="99444"/>
                        </a:cubicBezTo>
                        <a:cubicBezTo>
                          <a:pt x="889297" y="59045"/>
                          <a:pt x="853559" y="14502"/>
                          <a:pt x="815750" y="0"/>
                        </a:cubicBezTo>
                        <a:lnTo>
                          <a:pt x="0" y="703357"/>
                        </a:lnTo>
                        <a:cubicBezTo>
                          <a:pt x="19164" y="710608"/>
                          <a:pt x="36773" y="732879"/>
                          <a:pt x="39881" y="753079"/>
                        </a:cubicBezTo>
                        <a:cubicBezTo>
                          <a:pt x="41435" y="762919"/>
                          <a:pt x="38845" y="770688"/>
                          <a:pt x="33666" y="774832"/>
                        </a:cubicBezTo>
                        <a:lnTo>
                          <a:pt x="33666" y="774832"/>
                        </a:lnTo>
                        <a:close/>
                      </a:path>
                    </a:pathLst>
                  </a:custGeom>
                  <a:solidFill>
                    <a:srgbClr val="302534"/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PPOSans R"/>
                      <a:ea typeface="OPPOSans R"/>
                      <a:cs typeface="+mn-cs"/>
                    </a:endParaRPr>
                  </a:p>
                </p:txBody>
              </p:sp>
              <p:grpSp>
                <p:nvGrpSpPr>
                  <p:cNvPr id="1371" name="图形 20"/>
                  <p:cNvGrpSpPr/>
                  <p:nvPr/>
                </p:nvGrpSpPr>
                <p:grpSpPr>
                  <a:xfrm>
                    <a:off x="7567894" y="2834409"/>
                    <a:ext cx="896214" cy="774313"/>
                    <a:chOff x="7567894" y="2834409"/>
                    <a:chExt cx="896214" cy="774313"/>
                  </a:xfrm>
                </p:grpSpPr>
                <p:sp>
                  <p:nvSpPr>
                    <p:cNvPr id="1373" name="任意多边形: 形状 1372"/>
                    <p:cNvSpPr/>
                    <p:nvPr>
                      <p:custDataLst>
                        <p:tags r:id="rId85"/>
                      </p:custDataLst>
                    </p:nvPr>
                  </p:nvSpPr>
                  <p:spPr>
                    <a:xfrm>
                      <a:off x="7567894" y="2834409"/>
                      <a:ext cx="896214" cy="774313"/>
                    </a:xfrm>
                    <a:custGeom>
                      <a:avLst/>
                      <a:gdLst>
                        <a:gd name="connsiteX0" fmla="*/ 0 w 896214"/>
                        <a:gd name="connsiteY0" fmla="*/ 702839 h 774313"/>
                        <a:gd name="connsiteX1" fmla="*/ 39881 w 896214"/>
                        <a:gd name="connsiteY1" fmla="*/ 752561 h 774313"/>
                        <a:gd name="connsiteX2" fmla="*/ 33666 w 896214"/>
                        <a:gd name="connsiteY2" fmla="*/ 774314 h 774313"/>
                        <a:gd name="connsiteX3" fmla="*/ 883082 w 896214"/>
                        <a:gd name="connsiteY3" fmla="*/ 142432 h 774313"/>
                        <a:gd name="connsiteX4" fmla="*/ 895512 w 896214"/>
                        <a:gd name="connsiteY4" fmla="*/ 99444 h 774313"/>
                        <a:gd name="connsiteX5" fmla="*/ 815750 w 896214"/>
                        <a:gd name="connsiteY5" fmla="*/ 0 h 774313"/>
                        <a:gd name="connsiteX6" fmla="*/ 0 w 896214"/>
                        <a:gd name="connsiteY6" fmla="*/ 703357 h 77431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896214" h="774313">
                          <a:moveTo>
                            <a:pt x="0" y="702839"/>
                          </a:moveTo>
                          <a:cubicBezTo>
                            <a:pt x="19164" y="710090"/>
                            <a:pt x="36773" y="732361"/>
                            <a:pt x="39881" y="752561"/>
                          </a:cubicBezTo>
                          <a:cubicBezTo>
                            <a:pt x="41435" y="762402"/>
                            <a:pt x="38845" y="770170"/>
                            <a:pt x="33666" y="774314"/>
                          </a:cubicBezTo>
                          <a:lnTo>
                            <a:pt x="883082" y="142432"/>
                          </a:lnTo>
                          <a:cubicBezTo>
                            <a:pt x="893440" y="134145"/>
                            <a:pt x="898102" y="119125"/>
                            <a:pt x="895512" y="99444"/>
                          </a:cubicBezTo>
                          <a:cubicBezTo>
                            <a:pt x="889297" y="59045"/>
                            <a:pt x="853559" y="14502"/>
                            <a:pt x="815750" y="0"/>
                          </a:cubicBezTo>
                          <a:lnTo>
                            <a:pt x="0" y="703357"/>
                          </a:lnTo>
                          <a:close/>
                        </a:path>
                      </a:pathLst>
                    </a:custGeom>
                    <a:solidFill>
                      <a:srgbClr val="302534"/>
                    </a:solidFill>
                    <a:ln w="51792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OPPOSans R"/>
                        <a:ea typeface="OPPOSans R"/>
                        <a:cs typeface="+mn-cs"/>
                      </a:endParaRPr>
                    </a:p>
                  </p:txBody>
                </p:sp>
                <p:grpSp>
                  <p:nvGrpSpPr>
                    <p:cNvPr id="1374" name="图形 20"/>
                    <p:cNvGrpSpPr/>
                    <p:nvPr/>
                  </p:nvGrpSpPr>
                  <p:grpSpPr>
                    <a:xfrm>
                      <a:off x="7567894" y="2834409"/>
                      <a:ext cx="896214" cy="774313"/>
                      <a:chOff x="7567894" y="2834409"/>
                      <a:chExt cx="896214" cy="774313"/>
                    </a:xfrm>
                  </p:grpSpPr>
                  <p:sp>
                    <p:nvSpPr>
                      <p:cNvPr id="1375" name="任意多边形: 形状 1374"/>
                      <p:cNvSpPr/>
                      <p:nvPr>
                        <p:custDataLst>
                          <p:tags r:id="rId86"/>
                        </p:custDataLst>
                      </p:nvPr>
                    </p:nvSpPr>
                    <p:spPr>
                      <a:xfrm>
                        <a:off x="7601560" y="2914689"/>
                        <a:ext cx="862548" cy="694033"/>
                      </a:xfrm>
                      <a:custGeom>
                        <a:avLst/>
                        <a:gdLst>
                          <a:gd name="connsiteX0" fmla="*/ 0 w 862548"/>
                          <a:gd name="connsiteY0" fmla="*/ 694034 h 694033"/>
                          <a:gd name="connsiteX1" fmla="*/ 849416 w 862548"/>
                          <a:gd name="connsiteY1" fmla="*/ 62152 h 694033"/>
                          <a:gd name="connsiteX2" fmla="*/ 861846 w 862548"/>
                          <a:gd name="connsiteY2" fmla="*/ 19164 h 694033"/>
                          <a:gd name="connsiteX3" fmla="*/ 857185 w 862548"/>
                          <a:gd name="connsiteY3" fmla="*/ 0 h 694033"/>
                          <a:gd name="connsiteX4" fmla="*/ 4143 w 862548"/>
                          <a:gd name="connsiteY4" fmla="*/ 662958 h 694033"/>
                          <a:gd name="connsiteX5" fmla="*/ 6733 w 862548"/>
                          <a:gd name="connsiteY5" fmla="*/ 672281 h 694033"/>
                          <a:gd name="connsiteX6" fmla="*/ 518 w 862548"/>
                          <a:gd name="connsiteY6" fmla="*/ 694034 h 694033"/>
                          <a:gd name="connsiteX7" fmla="*/ 518 w 862548"/>
                          <a:gd name="connsiteY7" fmla="*/ 694034 h 69403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</a:cxnLst>
                        <a:rect l="l" t="t" r="r" b="b"/>
                        <a:pathLst>
                          <a:path w="862548" h="694033">
                            <a:moveTo>
                              <a:pt x="0" y="694034"/>
                            </a:moveTo>
                            <a:lnTo>
                              <a:pt x="849416" y="62152"/>
                            </a:lnTo>
                            <a:cubicBezTo>
                              <a:pt x="859774" y="53865"/>
                              <a:pt x="864436" y="38845"/>
                              <a:pt x="861846" y="19164"/>
                            </a:cubicBezTo>
                            <a:cubicBezTo>
                              <a:pt x="860810" y="12948"/>
                              <a:pt x="859257" y="6733"/>
                              <a:pt x="857185" y="0"/>
                            </a:cubicBezTo>
                            <a:lnTo>
                              <a:pt x="4143" y="662958"/>
                            </a:lnTo>
                            <a:cubicBezTo>
                              <a:pt x="5179" y="666065"/>
                              <a:pt x="6215" y="669173"/>
                              <a:pt x="6733" y="672281"/>
                            </a:cubicBezTo>
                            <a:cubicBezTo>
                              <a:pt x="8287" y="682122"/>
                              <a:pt x="5697" y="689890"/>
                              <a:pt x="518" y="694034"/>
                            </a:cubicBezTo>
                            <a:lnTo>
                              <a:pt x="518" y="694034"/>
                            </a:lnTo>
                            <a:close/>
                          </a:path>
                        </a:pathLst>
                      </a:custGeom>
                      <a:solidFill>
                        <a:srgbClr val="3E3544"/>
                      </a:solidFill>
                      <a:ln w="0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 marL="0" marR="0" lvl="0" indent="0" algn="l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defRPr/>
                        </a:pPr>
                        <a:endParaRPr kumimoji="0" lang="zh-CN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OPPOSans R"/>
                          <a:ea typeface="OPPOSans R"/>
                          <a:cs typeface="+mn-cs"/>
                        </a:endParaRPr>
                      </a:p>
                    </p:txBody>
                  </p:sp>
                  <p:sp>
                    <p:nvSpPr>
                      <p:cNvPr id="1376" name="任意多边形: 形状 1375"/>
                      <p:cNvSpPr/>
                      <p:nvPr>
                        <p:custDataLst>
                          <p:tags r:id="rId87"/>
                        </p:custDataLst>
                      </p:nvPr>
                    </p:nvSpPr>
                    <p:spPr>
                      <a:xfrm>
                        <a:off x="7600006" y="2891382"/>
                        <a:ext cx="858220" cy="686264"/>
                      </a:xfrm>
                      <a:custGeom>
                        <a:avLst/>
                        <a:gdLst>
                          <a:gd name="connsiteX0" fmla="*/ 5179 w 858220"/>
                          <a:gd name="connsiteY0" fmla="*/ 686265 h 686264"/>
                          <a:gd name="connsiteX1" fmla="*/ 858221 w 858220"/>
                          <a:gd name="connsiteY1" fmla="*/ 23307 h 686264"/>
                          <a:gd name="connsiteX2" fmla="*/ 847344 w 858220"/>
                          <a:gd name="connsiteY2" fmla="*/ 0 h 686264"/>
                          <a:gd name="connsiteX3" fmla="*/ 0 w 858220"/>
                          <a:gd name="connsiteY3" fmla="*/ 674870 h 686264"/>
                          <a:gd name="connsiteX4" fmla="*/ 5697 w 858220"/>
                          <a:gd name="connsiteY4" fmla="*/ 686265 h 686264"/>
                          <a:gd name="connsiteX5" fmla="*/ 5697 w 858220"/>
                          <a:gd name="connsiteY5" fmla="*/ 686265 h 686264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858220" h="686264">
                            <a:moveTo>
                              <a:pt x="5179" y="686265"/>
                            </a:moveTo>
                            <a:lnTo>
                              <a:pt x="858221" y="23307"/>
                            </a:lnTo>
                            <a:cubicBezTo>
                              <a:pt x="855631" y="15538"/>
                              <a:pt x="851487" y="7769"/>
                              <a:pt x="847344" y="0"/>
                            </a:cubicBezTo>
                            <a:lnTo>
                              <a:pt x="0" y="674870"/>
                            </a:lnTo>
                            <a:cubicBezTo>
                              <a:pt x="2072" y="678496"/>
                              <a:pt x="4143" y="682639"/>
                              <a:pt x="5697" y="686265"/>
                            </a:cubicBezTo>
                            <a:lnTo>
                              <a:pt x="5697" y="686265"/>
                            </a:lnTo>
                            <a:close/>
                          </a:path>
                        </a:pathLst>
                      </a:custGeom>
                      <a:solidFill>
                        <a:srgbClr val="3E3544"/>
                      </a:solidFill>
                      <a:ln w="0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 marL="0" marR="0" lvl="0" indent="0" algn="l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defRPr/>
                        </a:pPr>
                        <a:endParaRPr kumimoji="0" lang="zh-CN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OPPOSans R"/>
                          <a:ea typeface="OPPOSans R"/>
                          <a:cs typeface="+mn-cs"/>
                        </a:endParaRPr>
                      </a:p>
                    </p:txBody>
                  </p:sp>
                  <p:sp>
                    <p:nvSpPr>
                      <p:cNvPr id="1377" name="任意多边形: 形状 1376"/>
                      <p:cNvSpPr/>
                      <p:nvPr>
                        <p:custDataLst>
                          <p:tags r:id="rId88"/>
                        </p:custDataLst>
                      </p:nvPr>
                    </p:nvSpPr>
                    <p:spPr>
                      <a:xfrm>
                        <a:off x="7591201" y="2867557"/>
                        <a:ext cx="856149" cy="698695"/>
                      </a:xfrm>
                      <a:custGeom>
                        <a:avLst/>
                        <a:gdLst>
                          <a:gd name="connsiteX0" fmla="*/ 8805 w 856149"/>
                          <a:gd name="connsiteY0" fmla="*/ 698695 h 698695"/>
                          <a:gd name="connsiteX1" fmla="*/ 856149 w 856149"/>
                          <a:gd name="connsiteY1" fmla="*/ 23825 h 698695"/>
                          <a:gd name="connsiteX2" fmla="*/ 838539 w 856149"/>
                          <a:gd name="connsiteY2" fmla="*/ 0 h 698695"/>
                          <a:gd name="connsiteX3" fmla="*/ 0 w 856149"/>
                          <a:gd name="connsiteY3" fmla="*/ 686265 h 698695"/>
                          <a:gd name="connsiteX4" fmla="*/ 8805 w 856149"/>
                          <a:gd name="connsiteY4" fmla="*/ 698177 h 698695"/>
                          <a:gd name="connsiteX5" fmla="*/ 8805 w 856149"/>
                          <a:gd name="connsiteY5" fmla="*/ 698177 h 69869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856149" h="698695">
                            <a:moveTo>
                              <a:pt x="8805" y="698695"/>
                            </a:moveTo>
                            <a:lnTo>
                              <a:pt x="856149" y="23825"/>
                            </a:lnTo>
                            <a:cubicBezTo>
                              <a:pt x="850970" y="15538"/>
                              <a:pt x="845272" y="7251"/>
                              <a:pt x="838539" y="0"/>
                            </a:cubicBezTo>
                            <a:lnTo>
                              <a:pt x="0" y="686265"/>
                            </a:lnTo>
                            <a:cubicBezTo>
                              <a:pt x="3108" y="689890"/>
                              <a:pt x="6215" y="694034"/>
                              <a:pt x="8805" y="698177"/>
                            </a:cubicBezTo>
                            <a:lnTo>
                              <a:pt x="8805" y="698177"/>
                            </a:lnTo>
                            <a:close/>
                          </a:path>
                        </a:pathLst>
                      </a:custGeom>
                      <a:solidFill>
                        <a:srgbClr val="302534"/>
                      </a:solidFill>
                      <a:ln w="0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 marL="0" marR="0" lvl="0" indent="0" algn="l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defRPr/>
                        </a:pPr>
                        <a:endParaRPr kumimoji="0" lang="zh-CN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OPPOSans R"/>
                          <a:ea typeface="OPPOSans R"/>
                          <a:cs typeface="+mn-cs"/>
                        </a:endParaRPr>
                      </a:p>
                    </p:txBody>
                  </p:sp>
                  <p:sp>
                    <p:nvSpPr>
                      <p:cNvPr id="1378" name="任意多边形: 形状 1377"/>
                      <p:cNvSpPr/>
                      <p:nvPr>
                        <p:custDataLst>
                          <p:tags r:id="rId89"/>
                        </p:custDataLst>
                      </p:nvPr>
                    </p:nvSpPr>
                    <p:spPr>
                      <a:xfrm>
                        <a:off x="7567894" y="2834409"/>
                        <a:ext cx="861846" cy="720448"/>
                      </a:xfrm>
                      <a:custGeom>
                        <a:avLst/>
                        <a:gdLst>
                          <a:gd name="connsiteX0" fmla="*/ 23307 w 861846"/>
                          <a:gd name="connsiteY0" fmla="*/ 719931 h 720448"/>
                          <a:gd name="connsiteX1" fmla="*/ 861846 w 861846"/>
                          <a:gd name="connsiteY1" fmla="*/ 33666 h 720448"/>
                          <a:gd name="connsiteX2" fmla="*/ 815750 w 861846"/>
                          <a:gd name="connsiteY2" fmla="*/ 0 h 720448"/>
                          <a:gd name="connsiteX3" fmla="*/ 0 w 861846"/>
                          <a:gd name="connsiteY3" fmla="*/ 703357 h 720448"/>
                          <a:gd name="connsiteX4" fmla="*/ 23307 w 861846"/>
                          <a:gd name="connsiteY4" fmla="*/ 720449 h 720448"/>
                          <a:gd name="connsiteX5" fmla="*/ 23307 w 861846"/>
                          <a:gd name="connsiteY5" fmla="*/ 720449 h 72044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861846" h="720448">
                            <a:moveTo>
                              <a:pt x="23307" y="719931"/>
                            </a:moveTo>
                            <a:lnTo>
                              <a:pt x="861846" y="33666"/>
                            </a:lnTo>
                            <a:cubicBezTo>
                              <a:pt x="848380" y="18646"/>
                              <a:pt x="832324" y="6215"/>
                              <a:pt x="815750" y="0"/>
                            </a:cubicBezTo>
                            <a:lnTo>
                              <a:pt x="0" y="703357"/>
                            </a:lnTo>
                            <a:cubicBezTo>
                              <a:pt x="8287" y="706464"/>
                              <a:pt x="16574" y="712680"/>
                              <a:pt x="23307" y="720449"/>
                            </a:cubicBezTo>
                            <a:lnTo>
                              <a:pt x="23307" y="720449"/>
                            </a:lnTo>
                            <a:close/>
                          </a:path>
                        </a:pathLst>
                      </a:custGeom>
                      <a:solidFill>
                        <a:srgbClr val="453C4C"/>
                      </a:solidFill>
                      <a:ln w="0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 marL="0" marR="0" lvl="0" indent="0" algn="l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defRPr/>
                        </a:pPr>
                        <a:endParaRPr kumimoji="0" lang="zh-CN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OPPOSans R"/>
                          <a:ea typeface="OPPOSans R"/>
                          <a:cs typeface="+mn-cs"/>
                        </a:endParaRPr>
                      </a:p>
                    </p:txBody>
                  </p:sp>
                </p:grpSp>
              </p:grpSp>
              <p:sp>
                <p:nvSpPr>
                  <p:cNvPr id="1372" name="任意多边形: 形状 1371"/>
                  <p:cNvSpPr/>
                  <p:nvPr>
                    <p:custDataLst>
                      <p:tags r:id="rId90"/>
                    </p:custDataLst>
                  </p:nvPr>
                </p:nvSpPr>
                <p:spPr>
                  <a:xfrm>
                    <a:off x="7538429" y="3534872"/>
                    <a:ext cx="69806" cy="77262"/>
                  </a:xfrm>
                  <a:custGeom>
                    <a:avLst/>
                    <a:gdLst>
                      <a:gd name="connsiteX0" fmla="*/ 29465 w 69806"/>
                      <a:gd name="connsiteY0" fmla="*/ 2376 h 77262"/>
                      <a:gd name="connsiteX1" fmla="*/ 460 w 69806"/>
                      <a:gd name="connsiteY1" fmla="*/ 25165 h 77262"/>
                      <a:gd name="connsiteX2" fmla="*/ 40342 w 69806"/>
                      <a:gd name="connsiteY2" fmla="*/ 74887 h 77262"/>
                      <a:gd name="connsiteX3" fmla="*/ 69346 w 69806"/>
                      <a:gd name="connsiteY3" fmla="*/ 52098 h 77262"/>
                      <a:gd name="connsiteX4" fmla="*/ 29465 w 69806"/>
                      <a:gd name="connsiteY4" fmla="*/ 2376 h 77262"/>
                      <a:gd name="connsiteX5" fmla="*/ 29465 w 69806"/>
                      <a:gd name="connsiteY5" fmla="*/ 2376 h 772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69806" h="77262">
                        <a:moveTo>
                          <a:pt x="29465" y="2376"/>
                        </a:moveTo>
                        <a:cubicBezTo>
                          <a:pt x="10301" y="-4875"/>
                          <a:pt x="-2647" y="4965"/>
                          <a:pt x="460" y="25165"/>
                        </a:cubicBezTo>
                        <a:cubicBezTo>
                          <a:pt x="3568" y="45364"/>
                          <a:pt x="21178" y="67636"/>
                          <a:pt x="40342" y="74887"/>
                        </a:cubicBezTo>
                        <a:cubicBezTo>
                          <a:pt x="59505" y="82138"/>
                          <a:pt x="72454" y="72297"/>
                          <a:pt x="69346" y="52098"/>
                        </a:cubicBezTo>
                        <a:cubicBezTo>
                          <a:pt x="66238" y="31898"/>
                          <a:pt x="48629" y="9627"/>
                          <a:pt x="29465" y="2376"/>
                        </a:cubicBezTo>
                        <a:lnTo>
                          <a:pt x="29465" y="2376"/>
                        </a:lnTo>
                        <a:close/>
                      </a:path>
                    </a:pathLst>
                  </a:custGeom>
                  <a:solidFill>
                    <a:srgbClr val="302534"/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PPOSans R"/>
                      <a:ea typeface="OPPOSans R"/>
                      <a:cs typeface="+mn-cs"/>
                    </a:endParaRPr>
                  </a:p>
                </p:txBody>
              </p:sp>
            </p:grpSp>
          </p:grpSp>
          <p:sp>
            <p:nvSpPr>
              <p:cNvPr id="1363" name="任意多边形: 形状 1362"/>
              <p:cNvSpPr/>
              <p:nvPr>
                <p:custDataLst>
                  <p:tags r:id="rId91"/>
                </p:custDataLst>
              </p:nvPr>
            </p:nvSpPr>
            <p:spPr>
              <a:xfrm>
                <a:off x="8400116" y="2890703"/>
                <a:ext cx="134834" cy="160447"/>
              </a:xfrm>
              <a:custGeom>
                <a:avLst/>
                <a:gdLst>
                  <a:gd name="connsiteX0" fmla="*/ 87633 w 134834"/>
                  <a:gd name="connsiteY0" fmla="*/ 46775 h 160447"/>
                  <a:gd name="connsiteX1" fmla="*/ 76238 w 134834"/>
                  <a:gd name="connsiteY1" fmla="*/ 41596 h 160447"/>
                  <a:gd name="connsiteX2" fmla="*/ 86597 w 134834"/>
                  <a:gd name="connsiteY2" fmla="*/ 10002 h 160447"/>
                  <a:gd name="connsiteX3" fmla="*/ 80900 w 134834"/>
                  <a:gd name="connsiteY3" fmla="*/ 161 h 160447"/>
                  <a:gd name="connsiteX4" fmla="*/ 70023 w 134834"/>
                  <a:gd name="connsiteY4" fmla="*/ 7412 h 160447"/>
                  <a:gd name="connsiteX5" fmla="*/ 49823 w 134834"/>
                  <a:gd name="connsiteY5" fmla="*/ 34863 h 160447"/>
                  <a:gd name="connsiteX6" fmla="*/ 29624 w 134834"/>
                  <a:gd name="connsiteY6" fmla="*/ 50401 h 160447"/>
                  <a:gd name="connsiteX7" fmla="*/ 12014 w 134834"/>
                  <a:gd name="connsiteY7" fmla="*/ 68529 h 160447"/>
                  <a:gd name="connsiteX8" fmla="*/ 7871 w 134834"/>
                  <a:gd name="connsiteY8" fmla="*/ 89246 h 160447"/>
                  <a:gd name="connsiteX9" fmla="*/ 2691 w 134834"/>
                  <a:gd name="connsiteY9" fmla="*/ 108410 h 160447"/>
                  <a:gd name="connsiteX10" fmla="*/ 102 w 134834"/>
                  <a:gd name="connsiteY10" fmla="*/ 136896 h 160447"/>
                  <a:gd name="connsiteX11" fmla="*/ 5799 w 134834"/>
                  <a:gd name="connsiteY11" fmla="*/ 157614 h 160447"/>
                  <a:gd name="connsiteX12" fmla="*/ 25480 w 134834"/>
                  <a:gd name="connsiteY12" fmla="*/ 156060 h 160447"/>
                  <a:gd name="connsiteX13" fmla="*/ 46716 w 134834"/>
                  <a:gd name="connsiteY13" fmla="*/ 134824 h 160447"/>
                  <a:gd name="connsiteX14" fmla="*/ 56039 w 134834"/>
                  <a:gd name="connsiteY14" fmla="*/ 124984 h 160447"/>
                  <a:gd name="connsiteX15" fmla="*/ 71059 w 134834"/>
                  <a:gd name="connsiteY15" fmla="*/ 118250 h 160447"/>
                  <a:gd name="connsiteX16" fmla="*/ 102653 w 134834"/>
                  <a:gd name="connsiteY16" fmla="*/ 100640 h 160447"/>
                  <a:gd name="connsiteX17" fmla="*/ 125442 w 134834"/>
                  <a:gd name="connsiteY17" fmla="*/ 72154 h 160447"/>
                  <a:gd name="connsiteX18" fmla="*/ 132693 w 134834"/>
                  <a:gd name="connsiteY18" fmla="*/ 47293 h 160447"/>
                  <a:gd name="connsiteX19" fmla="*/ 132693 w 134834"/>
                  <a:gd name="connsiteY19" fmla="*/ 19325 h 160447"/>
                  <a:gd name="connsiteX20" fmla="*/ 119227 w 134834"/>
                  <a:gd name="connsiteY20" fmla="*/ 24504 h 160447"/>
                  <a:gd name="connsiteX21" fmla="*/ 92294 w 134834"/>
                  <a:gd name="connsiteY21" fmla="*/ 46257 h 160447"/>
                  <a:gd name="connsiteX22" fmla="*/ 89187 w 134834"/>
                  <a:gd name="connsiteY22" fmla="*/ 47293 h 160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34834" h="160447">
                    <a:moveTo>
                      <a:pt x="87633" y="46775"/>
                    </a:moveTo>
                    <a:cubicBezTo>
                      <a:pt x="82454" y="47811"/>
                      <a:pt x="75202" y="47811"/>
                      <a:pt x="76238" y="41596"/>
                    </a:cubicBezTo>
                    <a:cubicBezTo>
                      <a:pt x="77792" y="30719"/>
                      <a:pt x="86597" y="21396"/>
                      <a:pt x="86597" y="10002"/>
                    </a:cubicBezTo>
                    <a:cubicBezTo>
                      <a:pt x="86597" y="5858"/>
                      <a:pt x="85043" y="1197"/>
                      <a:pt x="80900" y="161"/>
                    </a:cubicBezTo>
                    <a:cubicBezTo>
                      <a:pt x="76238" y="-875"/>
                      <a:pt x="72613" y="3268"/>
                      <a:pt x="70023" y="7412"/>
                    </a:cubicBezTo>
                    <a:cubicBezTo>
                      <a:pt x="63808" y="16735"/>
                      <a:pt x="58110" y="26576"/>
                      <a:pt x="49823" y="34863"/>
                    </a:cubicBezTo>
                    <a:cubicBezTo>
                      <a:pt x="43608" y="40560"/>
                      <a:pt x="36357" y="45221"/>
                      <a:pt x="29624" y="50401"/>
                    </a:cubicBezTo>
                    <a:cubicBezTo>
                      <a:pt x="22891" y="55580"/>
                      <a:pt x="16158" y="61277"/>
                      <a:pt x="12014" y="68529"/>
                    </a:cubicBezTo>
                    <a:cubicBezTo>
                      <a:pt x="7871" y="75780"/>
                      <a:pt x="7871" y="81477"/>
                      <a:pt x="7871" y="89246"/>
                    </a:cubicBezTo>
                    <a:cubicBezTo>
                      <a:pt x="7871" y="95461"/>
                      <a:pt x="3727" y="101676"/>
                      <a:pt x="2691" y="108410"/>
                    </a:cubicBezTo>
                    <a:cubicBezTo>
                      <a:pt x="1137" y="117732"/>
                      <a:pt x="-416" y="127573"/>
                      <a:pt x="102" y="136896"/>
                    </a:cubicBezTo>
                    <a:cubicBezTo>
                      <a:pt x="102" y="143629"/>
                      <a:pt x="102" y="152434"/>
                      <a:pt x="5799" y="157614"/>
                    </a:cubicBezTo>
                    <a:cubicBezTo>
                      <a:pt x="11496" y="163311"/>
                      <a:pt x="19783" y="159167"/>
                      <a:pt x="25480" y="156060"/>
                    </a:cubicBezTo>
                    <a:cubicBezTo>
                      <a:pt x="34285" y="150362"/>
                      <a:pt x="39465" y="141557"/>
                      <a:pt x="46716" y="134824"/>
                    </a:cubicBezTo>
                    <a:cubicBezTo>
                      <a:pt x="50341" y="131717"/>
                      <a:pt x="52413" y="127573"/>
                      <a:pt x="56039" y="124984"/>
                    </a:cubicBezTo>
                    <a:cubicBezTo>
                      <a:pt x="60182" y="121358"/>
                      <a:pt x="65879" y="119804"/>
                      <a:pt x="71059" y="118250"/>
                    </a:cubicBezTo>
                    <a:cubicBezTo>
                      <a:pt x="82454" y="114107"/>
                      <a:pt x="93330" y="108410"/>
                      <a:pt x="102653" y="100640"/>
                    </a:cubicBezTo>
                    <a:cubicBezTo>
                      <a:pt x="113012" y="92354"/>
                      <a:pt x="120263" y="84585"/>
                      <a:pt x="125442" y="72154"/>
                    </a:cubicBezTo>
                    <a:cubicBezTo>
                      <a:pt x="128550" y="63867"/>
                      <a:pt x="130104" y="55580"/>
                      <a:pt x="132693" y="47293"/>
                    </a:cubicBezTo>
                    <a:cubicBezTo>
                      <a:pt x="135283" y="37970"/>
                      <a:pt x="135801" y="28130"/>
                      <a:pt x="132693" y="19325"/>
                    </a:cubicBezTo>
                    <a:cubicBezTo>
                      <a:pt x="128032" y="7412"/>
                      <a:pt x="123888" y="19843"/>
                      <a:pt x="119227" y="24504"/>
                    </a:cubicBezTo>
                    <a:cubicBezTo>
                      <a:pt x="111458" y="32273"/>
                      <a:pt x="102135" y="41078"/>
                      <a:pt x="92294" y="46257"/>
                    </a:cubicBezTo>
                    <a:cubicBezTo>
                      <a:pt x="91258" y="46257"/>
                      <a:pt x="90222" y="47293"/>
                      <a:pt x="89187" y="47293"/>
                    </a:cubicBezTo>
                    <a:close/>
                  </a:path>
                </a:pathLst>
              </a:custGeom>
              <a:solidFill>
                <a:srgbClr val="FFC7AD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sp>
            <p:nvSpPr>
              <p:cNvPr id="1364" name="任意多边形: 形状 1363"/>
              <p:cNvSpPr/>
              <p:nvPr>
                <p:custDataLst>
                  <p:tags r:id="rId92"/>
                </p:custDataLst>
              </p:nvPr>
            </p:nvSpPr>
            <p:spPr>
              <a:xfrm>
                <a:off x="7910842" y="2939921"/>
                <a:ext cx="531300" cy="267139"/>
              </a:xfrm>
              <a:custGeom>
                <a:avLst/>
                <a:gdLst>
                  <a:gd name="connsiteX0" fmla="*/ 520452 w 531300"/>
                  <a:gd name="connsiteY0" fmla="*/ 64890 h 267139"/>
                  <a:gd name="connsiteX1" fmla="*/ 501288 w 531300"/>
                  <a:gd name="connsiteY1" fmla="*/ 50387 h 267139"/>
                  <a:gd name="connsiteX2" fmla="*/ 454156 w 531300"/>
                  <a:gd name="connsiteY2" fmla="*/ 57638 h 267139"/>
                  <a:gd name="connsiteX3" fmla="*/ 314831 w 531300"/>
                  <a:gd name="connsiteY3" fmla="*/ 135329 h 267139"/>
                  <a:gd name="connsiteX4" fmla="*/ 253196 w 531300"/>
                  <a:gd name="connsiteY4" fmla="*/ 108396 h 267139"/>
                  <a:gd name="connsiteX5" fmla="*/ 180685 w 531300"/>
                  <a:gd name="connsiteY5" fmla="*/ 54531 h 267139"/>
                  <a:gd name="connsiteX6" fmla="*/ 133035 w 531300"/>
                  <a:gd name="connsiteY6" fmla="*/ 18793 h 267139"/>
                  <a:gd name="connsiteX7" fmla="*/ 59488 w 531300"/>
                  <a:gd name="connsiteY7" fmla="*/ 3255 h 267139"/>
                  <a:gd name="connsiteX8" fmla="*/ 6659 w 531300"/>
                  <a:gd name="connsiteY8" fmla="*/ 54013 h 267139"/>
                  <a:gd name="connsiteX9" fmla="*/ 13392 w 531300"/>
                  <a:gd name="connsiteY9" fmla="*/ 131185 h 267139"/>
                  <a:gd name="connsiteX10" fmla="*/ 71401 w 531300"/>
                  <a:gd name="connsiteY10" fmla="*/ 177800 h 267139"/>
                  <a:gd name="connsiteX11" fmla="*/ 142876 w 531300"/>
                  <a:gd name="connsiteY11" fmla="*/ 219752 h 267139"/>
                  <a:gd name="connsiteX12" fmla="*/ 180167 w 531300"/>
                  <a:gd name="connsiteY12" fmla="*/ 240470 h 267139"/>
                  <a:gd name="connsiteX13" fmla="*/ 215387 w 531300"/>
                  <a:gd name="connsiteY13" fmla="*/ 254972 h 267139"/>
                  <a:gd name="connsiteX14" fmla="*/ 306026 w 531300"/>
                  <a:gd name="connsiteY14" fmla="*/ 266367 h 267139"/>
                  <a:gd name="connsiteX15" fmla="*/ 361445 w 531300"/>
                  <a:gd name="connsiteY15" fmla="*/ 248757 h 267139"/>
                  <a:gd name="connsiteX16" fmla="*/ 510611 w 531300"/>
                  <a:gd name="connsiteY16" fmla="*/ 132221 h 267139"/>
                  <a:gd name="connsiteX17" fmla="*/ 530810 w 531300"/>
                  <a:gd name="connsiteY17" fmla="*/ 101145 h 267139"/>
                  <a:gd name="connsiteX18" fmla="*/ 519934 w 531300"/>
                  <a:gd name="connsiteY18" fmla="*/ 64372 h 2671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531300" h="267139">
                    <a:moveTo>
                      <a:pt x="520452" y="64890"/>
                    </a:moveTo>
                    <a:cubicBezTo>
                      <a:pt x="515272" y="58156"/>
                      <a:pt x="508539" y="52459"/>
                      <a:pt x="501288" y="50387"/>
                    </a:cubicBezTo>
                    <a:cubicBezTo>
                      <a:pt x="484196" y="44690"/>
                      <a:pt x="468140" y="50387"/>
                      <a:pt x="454156" y="57638"/>
                    </a:cubicBezTo>
                    <a:cubicBezTo>
                      <a:pt x="408577" y="82499"/>
                      <a:pt x="369214" y="130149"/>
                      <a:pt x="314831" y="135329"/>
                    </a:cubicBezTo>
                    <a:cubicBezTo>
                      <a:pt x="292042" y="137400"/>
                      <a:pt x="269770" y="122898"/>
                      <a:pt x="253196" y="108396"/>
                    </a:cubicBezTo>
                    <a:cubicBezTo>
                      <a:pt x="230407" y="88715"/>
                      <a:pt x="205028" y="72658"/>
                      <a:pt x="180685" y="54531"/>
                    </a:cubicBezTo>
                    <a:cubicBezTo>
                      <a:pt x="165147" y="42618"/>
                      <a:pt x="149609" y="29152"/>
                      <a:pt x="133035" y="18793"/>
                    </a:cubicBezTo>
                    <a:cubicBezTo>
                      <a:pt x="110764" y="4809"/>
                      <a:pt x="85385" y="-5550"/>
                      <a:pt x="59488" y="3255"/>
                    </a:cubicBezTo>
                    <a:cubicBezTo>
                      <a:pt x="35663" y="11542"/>
                      <a:pt x="17017" y="30188"/>
                      <a:pt x="6659" y="54013"/>
                    </a:cubicBezTo>
                    <a:cubicBezTo>
                      <a:pt x="-4218" y="78874"/>
                      <a:pt x="-1628" y="108396"/>
                      <a:pt x="13392" y="131185"/>
                    </a:cubicBezTo>
                    <a:cubicBezTo>
                      <a:pt x="27376" y="151903"/>
                      <a:pt x="49647" y="165369"/>
                      <a:pt x="71401" y="177800"/>
                    </a:cubicBezTo>
                    <a:cubicBezTo>
                      <a:pt x="95226" y="191784"/>
                      <a:pt x="119051" y="206286"/>
                      <a:pt x="142876" y="219752"/>
                    </a:cubicBezTo>
                    <a:cubicBezTo>
                      <a:pt x="155306" y="227003"/>
                      <a:pt x="167737" y="233737"/>
                      <a:pt x="180167" y="240470"/>
                    </a:cubicBezTo>
                    <a:cubicBezTo>
                      <a:pt x="191562" y="246685"/>
                      <a:pt x="203474" y="249793"/>
                      <a:pt x="215387" y="254972"/>
                    </a:cubicBezTo>
                    <a:cubicBezTo>
                      <a:pt x="242320" y="266884"/>
                      <a:pt x="277021" y="268438"/>
                      <a:pt x="306026" y="266367"/>
                    </a:cubicBezTo>
                    <a:cubicBezTo>
                      <a:pt x="326225" y="264813"/>
                      <a:pt x="343835" y="258080"/>
                      <a:pt x="361445" y="248757"/>
                    </a:cubicBezTo>
                    <a:cubicBezTo>
                      <a:pt x="417900" y="218716"/>
                      <a:pt x="468140" y="180907"/>
                      <a:pt x="510611" y="132221"/>
                    </a:cubicBezTo>
                    <a:cubicBezTo>
                      <a:pt x="518380" y="123416"/>
                      <a:pt x="528739" y="112540"/>
                      <a:pt x="530810" y="101145"/>
                    </a:cubicBezTo>
                    <a:cubicBezTo>
                      <a:pt x="532882" y="89750"/>
                      <a:pt x="528221" y="75248"/>
                      <a:pt x="519934" y="64372"/>
                    </a:cubicBezTo>
                    <a:close/>
                  </a:path>
                </a:pathLst>
              </a:custGeom>
              <a:solidFill>
                <a:srgbClr val="F4F5FA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</p:grpSp>
      </p:grp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0" y="174625"/>
            <a:ext cx="376555" cy="5238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1905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+mn-lt"/>
            </a:endParaRPr>
          </a:p>
        </p:txBody>
      </p:sp>
      <p:sp>
        <p:nvSpPr>
          <p:cNvPr id="48" name="矩形 47"/>
          <p:cNvSpPr>
            <a:spLocks noChangeArrowheads="1"/>
          </p:cNvSpPr>
          <p:nvPr/>
        </p:nvSpPr>
        <p:spPr bwMode="auto">
          <a:xfrm>
            <a:off x="408940" y="174625"/>
            <a:ext cx="140970" cy="5238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1905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+mn-lt"/>
            </a:endParaRPr>
          </a:p>
        </p:txBody>
      </p:sp>
      <p:cxnSp>
        <p:nvCxnSpPr>
          <p:cNvPr id="110" name="直接连接符 109"/>
          <p:cNvCxnSpPr/>
          <p:nvPr/>
        </p:nvCxnSpPr>
        <p:spPr>
          <a:xfrm>
            <a:off x="5087215" y="6566535"/>
            <a:ext cx="3184072" cy="0"/>
          </a:xfrm>
          <a:prstGeom prst="line">
            <a:avLst/>
          </a:prstGeom>
          <a:ln w="12700">
            <a:gradFill>
              <a:gsLst>
                <a:gs pos="100000">
                  <a:schemeClr val="accent1">
                    <a:alpha val="90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0" scaled="0"/>
            </a:gra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/>
          <p:cNvSpPr/>
          <p:nvPr/>
        </p:nvSpPr>
        <p:spPr>
          <a:xfrm>
            <a:off x="377190" y="3045460"/>
            <a:ext cx="6957060" cy="381317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i="0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cs typeface="+mn-ea"/>
                <a:sym typeface="+mn-lt"/>
              </a:rPr>
              <a:t>  </a:t>
            </a:r>
            <a:endParaRPr kumimoji="0" lang="zh-CN" altLang="en-US" sz="1600" i="0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ea"/>
              <a:cs typeface="+mn-ea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572135" y="174625"/>
            <a:ext cx="3192780" cy="5943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+mj-ea"/>
                <a:ea typeface="+mj-ea"/>
                <a:cs typeface="+mn-ea"/>
                <a:sym typeface="+mn-lt"/>
              </a:rPr>
              <a:t>W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+mj-ea"/>
                <a:ea typeface="+mj-ea"/>
                <a:cs typeface="+mn-ea"/>
                <a:sym typeface="+mn-lt"/>
              </a:rPr>
              <a:t>À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+mj-ea"/>
                <a:ea typeface="+mj-ea"/>
                <a:cs typeface="+mn-ea"/>
                <a:sym typeface="+mn-lt"/>
              </a:rPr>
              <a:t>商机系统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uLnTx/>
              <a:uFillTx/>
              <a:latin typeface="+mj-ea"/>
              <a:ea typeface="+mj-ea"/>
              <a:cs typeface="+mn-ea"/>
              <a:sym typeface="+mn-lt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2720340" y="391795"/>
            <a:ext cx="4064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j-ea"/>
                <a:ea typeface="+mj-ea"/>
                <a:cs typeface="+mn-ea"/>
              </a:rPr>
              <a:t>Winning Active Business Opportunities</a:t>
            </a:r>
            <a:endParaRPr lang="zh-CN" altLang="en-US" sz="140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+mj-ea"/>
              <a:ea typeface="+mj-ea"/>
              <a:cs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72135" y="1101090"/>
            <a:ext cx="1075055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200000"/>
              </a:lnSpc>
            </a:pPr>
            <a:r>
              <a:rPr lang="zh-CN" altLang="en-US" sz="160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ea"/>
                <a:cs typeface="+mn-ea"/>
                <a:sym typeface="+mn-ea"/>
              </a:rPr>
              <a:t>【WÀ</a:t>
            </a:r>
            <a:r>
              <a:rPr lang="zh-CN" altLang="en-US" sz="160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j-ea"/>
                <a:ea typeface="+mj-ea"/>
                <a:cs typeface="+mn-ea"/>
              </a:rPr>
              <a:t>商机】是基于</a:t>
            </a:r>
            <a:r>
              <a:rPr lang="zh-CN" altLang="en-US" sz="1600" b="1" u="sng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j-ea"/>
                <a:ea typeface="+mj-ea"/>
                <a:cs typeface="+mn-ea"/>
              </a:rPr>
              <a:t>【</a:t>
            </a:r>
            <a:r>
              <a:rPr lang="en-US" altLang="zh-CN" sz="1600" b="1" u="sng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j-ea"/>
                <a:ea typeface="+mj-ea"/>
                <a:cs typeface="+mn-ea"/>
              </a:rPr>
              <a:t>Meta</a:t>
            </a:r>
            <a:r>
              <a:rPr lang="zh-CN" altLang="en-US" sz="1600" b="1" u="sng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j-ea"/>
                <a:ea typeface="+mj-ea"/>
                <a:cs typeface="+mn-ea"/>
              </a:rPr>
              <a:t>广告联盟</a:t>
            </a:r>
            <a:r>
              <a:rPr lang="en-US" altLang="zh-CN" sz="1600" b="1" u="sng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j-ea"/>
                <a:ea typeface="+mj-ea"/>
                <a:cs typeface="+mn-ea"/>
              </a:rPr>
              <a:t>+Google</a:t>
            </a:r>
            <a:r>
              <a:rPr lang="zh-CN" altLang="en-US" sz="1600" b="1" u="sng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j-ea"/>
                <a:ea typeface="+mj-ea"/>
                <a:cs typeface="+mn-ea"/>
              </a:rPr>
              <a:t>广告联盟】</a:t>
            </a:r>
            <a:r>
              <a:rPr lang="zh-CN" altLang="en-US" sz="160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j-ea"/>
                <a:ea typeface="+mj-ea"/>
                <a:cs typeface="+mn-ea"/>
              </a:rPr>
              <a:t>上的广告获客系统，</a:t>
            </a:r>
            <a:r>
              <a:rPr lang="en-US" altLang="zh-CN" sz="160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j-ea"/>
                <a:ea typeface="+mj-ea"/>
                <a:cs typeface="+mn-ea"/>
              </a:rPr>
              <a:t>  </a:t>
            </a:r>
            <a:r>
              <a:rPr lang="zh-CN" altLang="en-US" sz="160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j-ea"/>
                <a:ea typeface="+mj-ea"/>
                <a:cs typeface="+mn-ea"/>
              </a:rPr>
              <a:t>他的外贸获客能力</a:t>
            </a:r>
            <a:r>
              <a:rPr lang="zh-CN" altLang="en-US" sz="1600" b="1" u="sng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 Bold" panose="020B0604020202090204" charset="0"/>
                <a:ea typeface="+mj-ea"/>
                <a:cs typeface="Arial Bold" panose="020B0604020202090204" charset="0"/>
              </a:rPr>
              <a:t>远超</a:t>
            </a:r>
            <a:r>
              <a:rPr lang="en-US" altLang="zh-CN" sz="1600" b="1" u="sng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 Bold" panose="020B0604020202090204" charset="0"/>
                <a:ea typeface="+mj-ea"/>
                <a:cs typeface="Arial Bold" panose="020B0604020202090204" charset="0"/>
              </a:rPr>
              <a:t>B2B</a:t>
            </a:r>
            <a:r>
              <a:rPr lang="zh-CN" altLang="en-US" sz="1600" b="1" u="sng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 Bold" panose="020B0604020202090204" charset="0"/>
                <a:ea typeface="+mj-ea"/>
                <a:cs typeface="Arial Bold" panose="020B0604020202090204" charset="0"/>
              </a:rPr>
              <a:t>、独立站等外贸平台</a:t>
            </a:r>
            <a:r>
              <a:rPr lang="zh-CN" altLang="en-US" sz="1600" b="1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 Bold" panose="020B0604020202090204" charset="0"/>
                <a:ea typeface="+mj-ea"/>
                <a:cs typeface="Arial Bold" panose="020B0604020202090204" charset="0"/>
              </a:rPr>
              <a:t>，</a:t>
            </a:r>
            <a:r>
              <a:rPr lang="zh-CN" altLang="en-US" sz="160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j-ea"/>
                <a:ea typeface="+mj-ea"/>
                <a:cs typeface="+mn-ea"/>
              </a:rPr>
              <a:t>获客更多更精准！</a:t>
            </a:r>
            <a:endParaRPr lang="zh-CN" altLang="en-US" sz="160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j-ea"/>
              <a:ea typeface="+mj-ea"/>
              <a:cs typeface="+mn-ea"/>
            </a:endParaRPr>
          </a:p>
        </p:txBody>
      </p:sp>
      <p:sp>
        <p:nvSpPr>
          <p:cNvPr id="18" name="矩形 17"/>
          <p:cNvSpPr/>
          <p:nvPr>
            <p:custDataLst>
              <p:tags r:id="rId93"/>
            </p:custDataLst>
          </p:nvPr>
        </p:nvSpPr>
        <p:spPr>
          <a:xfrm>
            <a:off x="1190625" y="2424430"/>
            <a:ext cx="2408555" cy="112141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cs typeface="+mn-ea"/>
                <a:sym typeface="+mn-ea"/>
              </a:rPr>
              <a:t>WÀ</a:t>
            </a:r>
            <a:r>
              <a:rPr lang="zh-CN" altLang="en-US" i="0" strike="noStrike" kern="1200" cap="none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cs typeface="+mn-ea"/>
                <a:sym typeface="+mn-lt"/>
              </a:rPr>
              <a:t>商机系统</a:t>
            </a:r>
            <a:r>
              <a:rPr kumimoji="0" lang="zh-CN" altLang="en-US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cs typeface="+mn-ea"/>
                <a:sym typeface="+mn-lt"/>
              </a:rPr>
              <a:t>就是一个</a:t>
            </a:r>
            <a:r>
              <a:rPr kumimoji="0" lang="zh-CN" altLang="en-US" sz="2000" b="1" i="0" u="sng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cs typeface="+mn-ea"/>
                <a:sym typeface="+mn-lt"/>
              </a:rPr>
              <a:t>广告投流获客</a:t>
            </a:r>
            <a:r>
              <a:rPr kumimoji="0" lang="zh-CN" altLang="en-US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cs typeface="+mn-ea"/>
                <a:sym typeface="+mn-lt"/>
              </a:rPr>
              <a:t>平台</a:t>
            </a:r>
            <a:r>
              <a:rPr kumimoji="0" lang="en-US" altLang="zh-CN" i="0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cs typeface="+mn-ea"/>
                <a:sym typeface="+mn-lt"/>
              </a:rPr>
              <a:t>  </a:t>
            </a:r>
            <a:endParaRPr kumimoji="0" lang="zh-CN" altLang="en-US" i="0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ea"/>
              <a:cs typeface="+mn-ea"/>
              <a:sym typeface="+mn-lt"/>
            </a:endParaRPr>
          </a:p>
        </p:txBody>
      </p:sp>
      <p:sp>
        <p:nvSpPr>
          <p:cNvPr id="21" name="矩形 20"/>
          <p:cNvSpPr/>
          <p:nvPr>
            <p:custDataLst>
              <p:tags r:id="rId94"/>
            </p:custDataLst>
          </p:nvPr>
        </p:nvSpPr>
        <p:spPr>
          <a:xfrm>
            <a:off x="4799330" y="2424430"/>
            <a:ext cx="2408555" cy="123380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cs typeface="+mn-ea"/>
                <a:sym typeface="+mn-lt"/>
              </a:rPr>
              <a:t>每天可以让商家获取</a:t>
            </a:r>
            <a:r>
              <a:rPr lang="en-US" altLang="zh-CN" sz="2000" b="1" u="sng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cs typeface="+mn-ea"/>
                <a:sym typeface="+mn-lt"/>
              </a:rPr>
              <a:t>数十条</a:t>
            </a:r>
            <a:r>
              <a:rPr lang="en-US" altLang="zh-CN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cs typeface="+mn-ea"/>
                <a:sym typeface="+mn-lt"/>
              </a:rPr>
              <a:t>询盘商机</a:t>
            </a:r>
            <a:endParaRPr kumimoji="0" lang="zh-CN" altLang="en-US" i="0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ea"/>
              <a:cs typeface="+mn-ea"/>
              <a:sym typeface="+mn-lt"/>
            </a:endParaRPr>
          </a:p>
        </p:txBody>
      </p:sp>
      <p:sp>
        <p:nvSpPr>
          <p:cNvPr id="24" name="矩形 23"/>
          <p:cNvSpPr/>
          <p:nvPr>
            <p:custDataLst>
              <p:tags r:id="rId95"/>
            </p:custDataLst>
          </p:nvPr>
        </p:nvSpPr>
        <p:spPr>
          <a:xfrm>
            <a:off x="8563610" y="2357755"/>
            <a:ext cx="2355850" cy="123380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cs typeface="+mn-ea"/>
                <a:sym typeface="+mn-lt"/>
              </a:rPr>
              <a:t>单条询盘成本</a:t>
            </a:r>
            <a:r>
              <a:rPr lang="zh-CN" altLang="en-US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cs typeface="+mn-ea"/>
                <a:sym typeface="+mn-lt"/>
              </a:rPr>
              <a:t>最低</a:t>
            </a:r>
            <a:endParaRPr lang="zh-CN" altLang="en-US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ea"/>
              <a:cs typeface="+mn-ea"/>
              <a:sym typeface="+mn-lt"/>
            </a:endParaRPr>
          </a:p>
          <a:p>
            <a:pPr marL="0" marR="0" lvl="0" indent="0" algn="just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b="1" u="sng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cs typeface="+mn-ea"/>
                <a:sym typeface="+mn-lt"/>
              </a:rPr>
              <a:t>几块钱</a:t>
            </a:r>
            <a:endParaRPr kumimoji="0" lang="zh-CN" altLang="en-US" sz="2000" i="0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ea"/>
              <a:cs typeface="+mn-ea"/>
              <a:sym typeface="+mn-lt"/>
            </a:endParaRPr>
          </a:p>
        </p:txBody>
      </p:sp>
      <p:sp>
        <p:nvSpPr>
          <p:cNvPr id="81" name="菱形 80"/>
          <p:cNvSpPr/>
          <p:nvPr>
            <p:custDataLst>
              <p:tags r:id="rId96"/>
            </p:custDataLst>
          </p:nvPr>
        </p:nvSpPr>
        <p:spPr>
          <a:xfrm>
            <a:off x="516255" y="5912485"/>
            <a:ext cx="3433445" cy="547370"/>
          </a:xfrm>
          <a:prstGeom prst="diamond">
            <a:avLst/>
          </a:prstGeom>
          <a:solidFill>
            <a:schemeClr val="accent1">
              <a:lumMod val="75000"/>
            </a:schemeClr>
          </a:solidFill>
          <a:ln>
            <a:gradFill flip="none" rotWithShape="1">
              <a:gsLst>
                <a:gs pos="52000">
                  <a:schemeClr val="accent3">
                    <a:lumMod val="20000"/>
                    <a:lumOff val="80000"/>
                    <a:alpha val="0"/>
                  </a:schemeClr>
                </a:gs>
                <a:gs pos="100000">
                  <a:schemeClr val="accent3"/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grpSp>
        <p:nvGrpSpPr>
          <p:cNvPr id="83" name="组合 82"/>
          <p:cNvGrpSpPr/>
          <p:nvPr>
            <p:custDataLst>
              <p:tags r:id="rId97"/>
            </p:custDataLst>
          </p:nvPr>
        </p:nvGrpSpPr>
        <p:grpSpPr>
          <a:xfrm>
            <a:off x="1036955" y="5851525"/>
            <a:ext cx="2472690" cy="406400"/>
            <a:chOff x="622090" y="5934956"/>
            <a:chExt cx="11160001" cy="865975"/>
          </a:xfrm>
          <a:solidFill>
            <a:schemeClr val="accent1">
              <a:lumMod val="40000"/>
              <a:lumOff val="60000"/>
              <a:alpha val="65000"/>
            </a:schemeClr>
          </a:solidFill>
          <a:effectLst>
            <a:outerShdw blurRad="88900" dist="127000" dir="5400000" sx="101000" sy="101000" algn="t" rotWithShape="0">
              <a:schemeClr val="accent3">
                <a:alpha val="15000"/>
              </a:schemeClr>
            </a:outerShdw>
          </a:effectLst>
        </p:grpSpPr>
        <p:sp>
          <p:nvSpPr>
            <p:cNvPr id="6" name="任意形状 84"/>
            <p:cNvSpPr/>
            <p:nvPr>
              <p:custDataLst>
                <p:tags r:id="rId98"/>
              </p:custDataLst>
            </p:nvPr>
          </p:nvSpPr>
          <p:spPr>
            <a:xfrm>
              <a:off x="622090" y="5934956"/>
              <a:ext cx="11160000" cy="707033"/>
            </a:xfrm>
            <a:custGeom>
              <a:avLst/>
              <a:gdLst>
                <a:gd name="connsiteX0" fmla="*/ 4691416 w 9382831"/>
                <a:gd name="connsiteY0" fmla="*/ 0 h 660400"/>
                <a:gd name="connsiteX1" fmla="*/ 9382831 w 9382831"/>
                <a:gd name="connsiteY1" fmla="*/ 330200 h 660400"/>
                <a:gd name="connsiteX2" fmla="*/ 7939319 w 9382831"/>
                <a:gd name="connsiteY2" fmla="*/ 431800 h 660400"/>
                <a:gd name="connsiteX3" fmla="*/ 4691416 w 9382831"/>
                <a:gd name="connsiteY3" fmla="*/ 203200 h 660400"/>
                <a:gd name="connsiteX4" fmla="*/ 4691416 w 9382831"/>
                <a:gd name="connsiteY4" fmla="*/ 203200 h 660400"/>
                <a:gd name="connsiteX5" fmla="*/ 7939318 w 9382831"/>
                <a:gd name="connsiteY5" fmla="*/ 431800 h 660400"/>
                <a:gd name="connsiteX6" fmla="*/ 4691415 w 9382831"/>
                <a:gd name="connsiteY6" fmla="*/ 660400 h 660400"/>
                <a:gd name="connsiteX7" fmla="*/ 1443512 w 9382831"/>
                <a:gd name="connsiteY7" fmla="*/ 431800 h 660400"/>
                <a:gd name="connsiteX8" fmla="*/ 1443513 w 9382831"/>
                <a:gd name="connsiteY8" fmla="*/ 431800 h 660400"/>
                <a:gd name="connsiteX9" fmla="*/ 0 w 9382831"/>
                <a:gd name="connsiteY9" fmla="*/ 330200 h 660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382831" h="660400">
                  <a:moveTo>
                    <a:pt x="4691416" y="0"/>
                  </a:moveTo>
                  <a:lnTo>
                    <a:pt x="9382831" y="330200"/>
                  </a:lnTo>
                  <a:lnTo>
                    <a:pt x="7939319" y="431800"/>
                  </a:lnTo>
                  <a:lnTo>
                    <a:pt x="4691416" y="203200"/>
                  </a:lnTo>
                  <a:lnTo>
                    <a:pt x="4691416" y="203200"/>
                  </a:lnTo>
                  <a:lnTo>
                    <a:pt x="7939318" y="431800"/>
                  </a:lnTo>
                  <a:lnTo>
                    <a:pt x="4691415" y="660400"/>
                  </a:lnTo>
                  <a:lnTo>
                    <a:pt x="1443512" y="431800"/>
                  </a:lnTo>
                  <a:lnTo>
                    <a:pt x="1443513" y="431800"/>
                  </a:lnTo>
                  <a:lnTo>
                    <a:pt x="0" y="33020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86" name="任意形状 85"/>
            <p:cNvSpPr/>
            <p:nvPr>
              <p:custDataLst>
                <p:tags r:id="rId99"/>
              </p:custDataLst>
            </p:nvPr>
          </p:nvSpPr>
          <p:spPr>
            <a:xfrm>
              <a:off x="622090" y="6269245"/>
              <a:ext cx="11160001" cy="531686"/>
            </a:xfrm>
            <a:custGeom>
              <a:avLst/>
              <a:gdLst>
                <a:gd name="connsiteX0" fmla="*/ 5580001 w 11160001"/>
                <a:gd name="connsiteY0" fmla="*/ 42200 h 531685"/>
                <a:gd name="connsiteX1" fmla="*/ 8005487 w 11160001"/>
                <a:gd name="connsiteY1" fmla="*/ 195866 h 531685"/>
                <a:gd name="connsiteX2" fmla="*/ 8005486 w 11160001"/>
                <a:gd name="connsiteY2" fmla="*/ 195866 h 531685"/>
                <a:gd name="connsiteX3" fmla="*/ 11097068 w 11160001"/>
                <a:gd name="connsiteY3" fmla="*/ 0 h 531685"/>
                <a:gd name="connsiteX4" fmla="*/ 11160000 w 11160001"/>
                <a:gd name="connsiteY4" fmla="*/ 0 h 531685"/>
                <a:gd name="connsiteX5" fmla="*/ 11160000 w 11160001"/>
                <a:gd name="connsiteY5" fmla="*/ 178168 h 531685"/>
                <a:gd name="connsiteX6" fmla="*/ 9722414 w 11160001"/>
                <a:gd name="connsiteY6" fmla="*/ 87091 h 531685"/>
                <a:gd name="connsiteX7" fmla="*/ 1 w 11160001"/>
                <a:gd name="connsiteY7" fmla="*/ 0 h 531685"/>
                <a:gd name="connsiteX8" fmla="*/ 62933 w 11160001"/>
                <a:gd name="connsiteY8" fmla="*/ 0 h 531685"/>
                <a:gd name="connsiteX9" fmla="*/ 1437588 w 11160001"/>
                <a:gd name="connsiteY9" fmla="*/ 87091 h 531685"/>
                <a:gd name="connsiteX10" fmla="*/ 1437588 w 11160001"/>
                <a:gd name="connsiteY10" fmla="*/ 87091 h 531685"/>
                <a:gd name="connsiteX11" fmla="*/ 1716924 w 11160001"/>
                <a:gd name="connsiteY11" fmla="*/ 104788 h 531685"/>
                <a:gd name="connsiteX12" fmla="*/ 1716923 w 11160001"/>
                <a:gd name="connsiteY12" fmla="*/ 104788 h 531685"/>
                <a:gd name="connsiteX13" fmla="*/ 5580000 w 11160001"/>
                <a:gd name="connsiteY13" fmla="*/ 349530 h 531685"/>
                <a:gd name="connsiteX14" fmla="*/ 8005486 w 11160001"/>
                <a:gd name="connsiteY14" fmla="*/ 195866 h 531685"/>
                <a:gd name="connsiteX15" fmla="*/ 8005495 w 11160001"/>
                <a:gd name="connsiteY15" fmla="*/ 195867 h 531685"/>
                <a:gd name="connsiteX16" fmla="*/ 9443077 w 11160001"/>
                <a:gd name="connsiteY16" fmla="*/ 104789 h 531685"/>
                <a:gd name="connsiteX17" fmla="*/ 7789086 w 11160001"/>
                <a:gd name="connsiteY17" fmla="*/ 1 h 531685"/>
                <a:gd name="connsiteX18" fmla="*/ 9443078 w 11160001"/>
                <a:gd name="connsiteY18" fmla="*/ 104789 h 531685"/>
                <a:gd name="connsiteX19" fmla="*/ 9722415 w 11160001"/>
                <a:gd name="connsiteY19" fmla="*/ 87092 h 531685"/>
                <a:gd name="connsiteX20" fmla="*/ 11160001 w 11160001"/>
                <a:gd name="connsiteY20" fmla="*/ 178169 h 531685"/>
                <a:gd name="connsiteX21" fmla="*/ 9443078 w 11160001"/>
                <a:gd name="connsiteY21" fmla="*/ 286944 h 531685"/>
                <a:gd name="connsiteX22" fmla="*/ 9443069 w 11160001"/>
                <a:gd name="connsiteY22" fmla="*/ 286944 h 531685"/>
                <a:gd name="connsiteX23" fmla="*/ 5580000 w 11160001"/>
                <a:gd name="connsiteY23" fmla="*/ 531685 h 531685"/>
                <a:gd name="connsiteX24" fmla="*/ 1716923 w 11160001"/>
                <a:gd name="connsiteY24" fmla="*/ 286943 h 531685"/>
                <a:gd name="connsiteX25" fmla="*/ 1716924 w 11160001"/>
                <a:gd name="connsiteY25" fmla="*/ 286943 h 531685"/>
                <a:gd name="connsiteX26" fmla="*/ 0 w 11160001"/>
                <a:gd name="connsiteY26" fmla="*/ 178168 h 531685"/>
                <a:gd name="connsiteX27" fmla="*/ 1 w 11160001"/>
                <a:gd name="connsiteY27" fmla="*/ 178168 h 531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1160001" h="531685">
                  <a:moveTo>
                    <a:pt x="5580001" y="42200"/>
                  </a:moveTo>
                  <a:lnTo>
                    <a:pt x="8005487" y="195866"/>
                  </a:lnTo>
                  <a:lnTo>
                    <a:pt x="8005486" y="195866"/>
                  </a:lnTo>
                  <a:close/>
                  <a:moveTo>
                    <a:pt x="11097068" y="0"/>
                  </a:moveTo>
                  <a:lnTo>
                    <a:pt x="11160000" y="0"/>
                  </a:lnTo>
                  <a:lnTo>
                    <a:pt x="11160000" y="178168"/>
                  </a:lnTo>
                  <a:lnTo>
                    <a:pt x="9722414" y="87091"/>
                  </a:lnTo>
                  <a:close/>
                  <a:moveTo>
                    <a:pt x="1" y="0"/>
                  </a:moveTo>
                  <a:lnTo>
                    <a:pt x="62933" y="0"/>
                  </a:lnTo>
                  <a:lnTo>
                    <a:pt x="1437588" y="87091"/>
                  </a:lnTo>
                  <a:lnTo>
                    <a:pt x="1437588" y="87091"/>
                  </a:lnTo>
                  <a:lnTo>
                    <a:pt x="1716924" y="104788"/>
                  </a:lnTo>
                  <a:lnTo>
                    <a:pt x="1716923" y="104788"/>
                  </a:lnTo>
                  <a:lnTo>
                    <a:pt x="5580000" y="349530"/>
                  </a:lnTo>
                  <a:lnTo>
                    <a:pt x="8005486" y="195866"/>
                  </a:lnTo>
                  <a:lnTo>
                    <a:pt x="8005495" y="195867"/>
                  </a:lnTo>
                  <a:lnTo>
                    <a:pt x="9443077" y="104789"/>
                  </a:lnTo>
                  <a:lnTo>
                    <a:pt x="7789086" y="1"/>
                  </a:lnTo>
                  <a:lnTo>
                    <a:pt x="9443078" y="104789"/>
                  </a:lnTo>
                  <a:lnTo>
                    <a:pt x="9722415" y="87092"/>
                  </a:lnTo>
                  <a:lnTo>
                    <a:pt x="11160001" y="178169"/>
                  </a:lnTo>
                  <a:lnTo>
                    <a:pt x="9443078" y="286944"/>
                  </a:lnTo>
                  <a:lnTo>
                    <a:pt x="9443069" y="286944"/>
                  </a:lnTo>
                  <a:lnTo>
                    <a:pt x="5580000" y="531685"/>
                  </a:lnTo>
                  <a:lnTo>
                    <a:pt x="1716923" y="286943"/>
                  </a:lnTo>
                  <a:lnTo>
                    <a:pt x="1716924" y="286943"/>
                  </a:lnTo>
                  <a:lnTo>
                    <a:pt x="0" y="178168"/>
                  </a:lnTo>
                  <a:lnTo>
                    <a:pt x="1" y="178168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 dirty="0"/>
            </a:p>
          </p:txBody>
        </p:sp>
      </p:grpSp>
      <p:sp>
        <p:nvSpPr>
          <p:cNvPr id="27" name="菱形 26"/>
          <p:cNvSpPr/>
          <p:nvPr>
            <p:custDataLst>
              <p:tags r:id="rId100"/>
            </p:custDataLst>
          </p:nvPr>
        </p:nvSpPr>
        <p:spPr>
          <a:xfrm>
            <a:off x="4117975" y="5912485"/>
            <a:ext cx="3433445" cy="547370"/>
          </a:xfrm>
          <a:prstGeom prst="diamond">
            <a:avLst/>
          </a:prstGeom>
          <a:solidFill>
            <a:schemeClr val="accent1">
              <a:lumMod val="75000"/>
            </a:schemeClr>
          </a:solidFill>
          <a:ln>
            <a:gradFill flip="none" rotWithShape="1">
              <a:gsLst>
                <a:gs pos="52000">
                  <a:schemeClr val="accent3">
                    <a:lumMod val="20000"/>
                    <a:lumOff val="80000"/>
                    <a:alpha val="0"/>
                  </a:schemeClr>
                </a:gs>
                <a:gs pos="100000">
                  <a:schemeClr val="accent3"/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grpSp>
        <p:nvGrpSpPr>
          <p:cNvPr id="28" name="组合 27"/>
          <p:cNvGrpSpPr/>
          <p:nvPr>
            <p:custDataLst>
              <p:tags r:id="rId101"/>
            </p:custDataLst>
          </p:nvPr>
        </p:nvGrpSpPr>
        <p:grpSpPr>
          <a:xfrm>
            <a:off x="4638675" y="5851525"/>
            <a:ext cx="2472690" cy="406400"/>
            <a:chOff x="622090" y="5934956"/>
            <a:chExt cx="11160001" cy="865975"/>
          </a:xfrm>
          <a:solidFill>
            <a:schemeClr val="accent1">
              <a:lumMod val="40000"/>
              <a:lumOff val="60000"/>
              <a:alpha val="65000"/>
            </a:schemeClr>
          </a:solidFill>
          <a:effectLst>
            <a:outerShdw blurRad="88900" dist="127000" dir="5400000" sx="101000" sy="101000" algn="t" rotWithShape="0">
              <a:schemeClr val="accent3">
                <a:alpha val="15000"/>
              </a:schemeClr>
            </a:outerShdw>
          </a:effectLst>
        </p:grpSpPr>
        <p:sp>
          <p:nvSpPr>
            <p:cNvPr id="29" name="任意形状 84"/>
            <p:cNvSpPr/>
            <p:nvPr>
              <p:custDataLst>
                <p:tags r:id="rId102"/>
              </p:custDataLst>
            </p:nvPr>
          </p:nvSpPr>
          <p:spPr>
            <a:xfrm>
              <a:off x="622090" y="5934956"/>
              <a:ext cx="11160000" cy="707033"/>
            </a:xfrm>
            <a:custGeom>
              <a:avLst/>
              <a:gdLst>
                <a:gd name="connsiteX0" fmla="*/ 4691416 w 9382831"/>
                <a:gd name="connsiteY0" fmla="*/ 0 h 660400"/>
                <a:gd name="connsiteX1" fmla="*/ 9382831 w 9382831"/>
                <a:gd name="connsiteY1" fmla="*/ 330200 h 660400"/>
                <a:gd name="connsiteX2" fmla="*/ 7939319 w 9382831"/>
                <a:gd name="connsiteY2" fmla="*/ 431800 h 660400"/>
                <a:gd name="connsiteX3" fmla="*/ 4691416 w 9382831"/>
                <a:gd name="connsiteY3" fmla="*/ 203200 h 660400"/>
                <a:gd name="connsiteX4" fmla="*/ 4691416 w 9382831"/>
                <a:gd name="connsiteY4" fmla="*/ 203200 h 660400"/>
                <a:gd name="connsiteX5" fmla="*/ 7939318 w 9382831"/>
                <a:gd name="connsiteY5" fmla="*/ 431800 h 660400"/>
                <a:gd name="connsiteX6" fmla="*/ 4691415 w 9382831"/>
                <a:gd name="connsiteY6" fmla="*/ 660400 h 660400"/>
                <a:gd name="connsiteX7" fmla="*/ 1443512 w 9382831"/>
                <a:gd name="connsiteY7" fmla="*/ 431800 h 660400"/>
                <a:gd name="connsiteX8" fmla="*/ 1443513 w 9382831"/>
                <a:gd name="connsiteY8" fmla="*/ 431800 h 660400"/>
                <a:gd name="connsiteX9" fmla="*/ 0 w 9382831"/>
                <a:gd name="connsiteY9" fmla="*/ 330200 h 660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382831" h="660400">
                  <a:moveTo>
                    <a:pt x="4691416" y="0"/>
                  </a:moveTo>
                  <a:lnTo>
                    <a:pt x="9382831" y="330200"/>
                  </a:lnTo>
                  <a:lnTo>
                    <a:pt x="7939319" y="431800"/>
                  </a:lnTo>
                  <a:lnTo>
                    <a:pt x="4691416" y="203200"/>
                  </a:lnTo>
                  <a:lnTo>
                    <a:pt x="4691416" y="203200"/>
                  </a:lnTo>
                  <a:lnTo>
                    <a:pt x="7939318" y="431800"/>
                  </a:lnTo>
                  <a:lnTo>
                    <a:pt x="4691415" y="660400"/>
                  </a:lnTo>
                  <a:lnTo>
                    <a:pt x="1443512" y="431800"/>
                  </a:lnTo>
                  <a:lnTo>
                    <a:pt x="1443513" y="431800"/>
                  </a:lnTo>
                  <a:lnTo>
                    <a:pt x="0" y="33020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30" name="任意形状 85"/>
            <p:cNvSpPr/>
            <p:nvPr>
              <p:custDataLst>
                <p:tags r:id="rId103"/>
              </p:custDataLst>
            </p:nvPr>
          </p:nvSpPr>
          <p:spPr>
            <a:xfrm>
              <a:off x="622090" y="6269245"/>
              <a:ext cx="11160001" cy="531686"/>
            </a:xfrm>
            <a:custGeom>
              <a:avLst/>
              <a:gdLst>
                <a:gd name="connsiteX0" fmla="*/ 5580001 w 11160001"/>
                <a:gd name="connsiteY0" fmla="*/ 42200 h 531685"/>
                <a:gd name="connsiteX1" fmla="*/ 8005487 w 11160001"/>
                <a:gd name="connsiteY1" fmla="*/ 195866 h 531685"/>
                <a:gd name="connsiteX2" fmla="*/ 8005486 w 11160001"/>
                <a:gd name="connsiteY2" fmla="*/ 195866 h 531685"/>
                <a:gd name="connsiteX3" fmla="*/ 11097068 w 11160001"/>
                <a:gd name="connsiteY3" fmla="*/ 0 h 531685"/>
                <a:gd name="connsiteX4" fmla="*/ 11160000 w 11160001"/>
                <a:gd name="connsiteY4" fmla="*/ 0 h 531685"/>
                <a:gd name="connsiteX5" fmla="*/ 11160000 w 11160001"/>
                <a:gd name="connsiteY5" fmla="*/ 178168 h 531685"/>
                <a:gd name="connsiteX6" fmla="*/ 9722414 w 11160001"/>
                <a:gd name="connsiteY6" fmla="*/ 87091 h 531685"/>
                <a:gd name="connsiteX7" fmla="*/ 1 w 11160001"/>
                <a:gd name="connsiteY7" fmla="*/ 0 h 531685"/>
                <a:gd name="connsiteX8" fmla="*/ 62933 w 11160001"/>
                <a:gd name="connsiteY8" fmla="*/ 0 h 531685"/>
                <a:gd name="connsiteX9" fmla="*/ 1437588 w 11160001"/>
                <a:gd name="connsiteY9" fmla="*/ 87091 h 531685"/>
                <a:gd name="connsiteX10" fmla="*/ 1437588 w 11160001"/>
                <a:gd name="connsiteY10" fmla="*/ 87091 h 531685"/>
                <a:gd name="connsiteX11" fmla="*/ 1716924 w 11160001"/>
                <a:gd name="connsiteY11" fmla="*/ 104788 h 531685"/>
                <a:gd name="connsiteX12" fmla="*/ 1716923 w 11160001"/>
                <a:gd name="connsiteY12" fmla="*/ 104788 h 531685"/>
                <a:gd name="connsiteX13" fmla="*/ 5580000 w 11160001"/>
                <a:gd name="connsiteY13" fmla="*/ 349530 h 531685"/>
                <a:gd name="connsiteX14" fmla="*/ 8005486 w 11160001"/>
                <a:gd name="connsiteY14" fmla="*/ 195866 h 531685"/>
                <a:gd name="connsiteX15" fmla="*/ 8005495 w 11160001"/>
                <a:gd name="connsiteY15" fmla="*/ 195867 h 531685"/>
                <a:gd name="connsiteX16" fmla="*/ 9443077 w 11160001"/>
                <a:gd name="connsiteY16" fmla="*/ 104789 h 531685"/>
                <a:gd name="connsiteX17" fmla="*/ 7789086 w 11160001"/>
                <a:gd name="connsiteY17" fmla="*/ 1 h 531685"/>
                <a:gd name="connsiteX18" fmla="*/ 9443078 w 11160001"/>
                <a:gd name="connsiteY18" fmla="*/ 104789 h 531685"/>
                <a:gd name="connsiteX19" fmla="*/ 9722415 w 11160001"/>
                <a:gd name="connsiteY19" fmla="*/ 87092 h 531685"/>
                <a:gd name="connsiteX20" fmla="*/ 11160001 w 11160001"/>
                <a:gd name="connsiteY20" fmla="*/ 178169 h 531685"/>
                <a:gd name="connsiteX21" fmla="*/ 9443078 w 11160001"/>
                <a:gd name="connsiteY21" fmla="*/ 286944 h 531685"/>
                <a:gd name="connsiteX22" fmla="*/ 9443069 w 11160001"/>
                <a:gd name="connsiteY22" fmla="*/ 286944 h 531685"/>
                <a:gd name="connsiteX23" fmla="*/ 5580000 w 11160001"/>
                <a:gd name="connsiteY23" fmla="*/ 531685 h 531685"/>
                <a:gd name="connsiteX24" fmla="*/ 1716923 w 11160001"/>
                <a:gd name="connsiteY24" fmla="*/ 286943 h 531685"/>
                <a:gd name="connsiteX25" fmla="*/ 1716924 w 11160001"/>
                <a:gd name="connsiteY25" fmla="*/ 286943 h 531685"/>
                <a:gd name="connsiteX26" fmla="*/ 0 w 11160001"/>
                <a:gd name="connsiteY26" fmla="*/ 178168 h 531685"/>
                <a:gd name="connsiteX27" fmla="*/ 1 w 11160001"/>
                <a:gd name="connsiteY27" fmla="*/ 178168 h 531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1160001" h="531685">
                  <a:moveTo>
                    <a:pt x="5580001" y="42200"/>
                  </a:moveTo>
                  <a:lnTo>
                    <a:pt x="8005487" y="195866"/>
                  </a:lnTo>
                  <a:lnTo>
                    <a:pt x="8005486" y="195866"/>
                  </a:lnTo>
                  <a:close/>
                  <a:moveTo>
                    <a:pt x="11097068" y="0"/>
                  </a:moveTo>
                  <a:lnTo>
                    <a:pt x="11160000" y="0"/>
                  </a:lnTo>
                  <a:lnTo>
                    <a:pt x="11160000" y="178168"/>
                  </a:lnTo>
                  <a:lnTo>
                    <a:pt x="9722414" y="87091"/>
                  </a:lnTo>
                  <a:close/>
                  <a:moveTo>
                    <a:pt x="1" y="0"/>
                  </a:moveTo>
                  <a:lnTo>
                    <a:pt x="62933" y="0"/>
                  </a:lnTo>
                  <a:lnTo>
                    <a:pt x="1437588" y="87091"/>
                  </a:lnTo>
                  <a:lnTo>
                    <a:pt x="1437588" y="87091"/>
                  </a:lnTo>
                  <a:lnTo>
                    <a:pt x="1716924" y="104788"/>
                  </a:lnTo>
                  <a:lnTo>
                    <a:pt x="1716923" y="104788"/>
                  </a:lnTo>
                  <a:lnTo>
                    <a:pt x="5580000" y="349530"/>
                  </a:lnTo>
                  <a:lnTo>
                    <a:pt x="8005486" y="195866"/>
                  </a:lnTo>
                  <a:lnTo>
                    <a:pt x="8005495" y="195867"/>
                  </a:lnTo>
                  <a:lnTo>
                    <a:pt x="9443077" y="104789"/>
                  </a:lnTo>
                  <a:lnTo>
                    <a:pt x="7789086" y="1"/>
                  </a:lnTo>
                  <a:lnTo>
                    <a:pt x="9443078" y="104789"/>
                  </a:lnTo>
                  <a:lnTo>
                    <a:pt x="9722415" y="87092"/>
                  </a:lnTo>
                  <a:lnTo>
                    <a:pt x="11160001" y="178169"/>
                  </a:lnTo>
                  <a:lnTo>
                    <a:pt x="9443078" y="286944"/>
                  </a:lnTo>
                  <a:lnTo>
                    <a:pt x="9443069" y="286944"/>
                  </a:lnTo>
                  <a:lnTo>
                    <a:pt x="5580000" y="531685"/>
                  </a:lnTo>
                  <a:lnTo>
                    <a:pt x="1716923" y="286943"/>
                  </a:lnTo>
                  <a:lnTo>
                    <a:pt x="1716924" y="286943"/>
                  </a:lnTo>
                  <a:lnTo>
                    <a:pt x="0" y="178168"/>
                  </a:lnTo>
                  <a:lnTo>
                    <a:pt x="1" y="178168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 dirty="0"/>
            </a:p>
          </p:txBody>
        </p:sp>
      </p:grpSp>
      <p:sp>
        <p:nvSpPr>
          <p:cNvPr id="31" name="菱形 30"/>
          <p:cNvSpPr/>
          <p:nvPr>
            <p:custDataLst>
              <p:tags r:id="rId104"/>
            </p:custDataLst>
          </p:nvPr>
        </p:nvSpPr>
        <p:spPr>
          <a:xfrm>
            <a:off x="7889240" y="5912485"/>
            <a:ext cx="3433445" cy="547370"/>
          </a:xfrm>
          <a:prstGeom prst="diamond">
            <a:avLst/>
          </a:prstGeom>
          <a:solidFill>
            <a:schemeClr val="accent1">
              <a:lumMod val="75000"/>
            </a:schemeClr>
          </a:solidFill>
          <a:ln>
            <a:gradFill flip="none" rotWithShape="1">
              <a:gsLst>
                <a:gs pos="52000">
                  <a:schemeClr val="accent3">
                    <a:lumMod val="20000"/>
                    <a:lumOff val="80000"/>
                    <a:alpha val="0"/>
                  </a:schemeClr>
                </a:gs>
                <a:gs pos="100000">
                  <a:schemeClr val="accent3"/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grpSp>
        <p:nvGrpSpPr>
          <p:cNvPr id="32" name="组合 31"/>
          <p:cNvGrpSpPr/>
          <p:nvPr>
            <p:custDataLst>
              <p:tags r:id="rId105"/>
            </p:custDataLst>
          </p:nvPr>
        </p:nvGrpSpPr>
        <p:grpSpPr>
          <a:xfrm>
            <a:off x="8409940" y="5851525"/>
            <a:ext cx="2472690" cy="406400"/>
            <a:chOff x="622090" y="5934956"/>
            <a:chExt cx="11160001" cy="865975"/>
          </a:xfrm>
          <a:solidFill>
            <a:schemeClr val="accent1">
              <a:lumMod val="40000"/>
              <a:lumOff val="60000"/>
              <a:alpha val="65000"/>
            </a:schemeClr>
          </a:solidFill>
          <a:effectLst>
            <a:outerShdw blurRad="88900" dist="127000" dir="5400000" sx="101000" sy="101000" algn="t" rotWithShape="0">
              <a:schemeClr val="accent3">
                <a:alpha val="15000"/>
              </a:schemeClr>
            </a:outerShdw>
          </a:effectLst>
        </p:grpSpPr>
        <p:sp>
          <p:nvSpPr>
            <p:cNvPr id="33" name="任意形状 84"/>
            <p:cNvSpPr/>
            <p:nvPr>
              <p:custDataLst>
                <p:tags r:id="rId106"/>
              </p:custDataLst>
            </p:nvPr>
          </p:nvSpPr>
          <p:spPr>
            <a:xfrm>
              <a:off x="622090" y="5934956"/>
              <a:ext cx="11160000" cy="707033"/>
            </a:xfrm>
            <a:custGeom>
              <a:avLst/>
              <a:gdLst>
                <a:gd name="connsiteX0" fmla="*/ 4691416 w 9382831"/>
                <a:gd name="connsiteY0" fmla="*/ 0 h 660400"/>
                <a:gd name="connsiteX1" fmla="*/ 9382831 w 9382831"/>
                <a:gd name="connsiteY1" fmla="*/ 330200 h 660400"/>
                <a:gd name="connsiteX2" fmla="*/ 7939319 w 9382831"/>
                <a:gd name="connsiteY2" fmla="*/ 431800 h 660400"/>
                <a:gd name="connsiteX3" fmla="*/ 4691416 w 9382831"/>
                <a:gd name="connsiteY3" fmla="*/ 203200 h 660400"/>
                <a:gd name="connsiteX4" fmla="*/ 4691416 w 9382831"/>
                <a:gd name="connsiteY4" fmla="*/ 203200 h 660400"/>
                <a:gd name="connsiteX5" fmla="*/ 7939318 w 9382831"/>
                <a:gd name="connsiteY5" fmla="*/ 431800 h 660400"/>
                <a:gd name="connsiteX6" fmla="*/ 4691415 w 9382831"/>
                <a:gd name="connsiteY6" fmla="*/ 660400 h 660400"/>
                <a:gd name="connsiteX7" fmla="*/ 1443512 w 9382831"/>
                <a:gd name="connsiteY7" fmla="*/ 431800 h 660400"/>
                <a:gd name="connsiteX8" fmla="*/ 1443513 w 9382831"/>
                <a:gd name="connsiteY8" fmla="*/ 431800 h 660400"/>
                <a:gd name="connsiteX9" fmla="*/ 0 w 9382831"/>
                <a:gd name="connsiteY9" fmla="*/ 330200 h 660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382831" h="660400">
                  <a:moveTo>
                    <a:pt x="4691416" y="0"/>
                  </a:moveTo>
                  <a:lnTo>
                    <a:pt x="9382831" y="330200"/>
                  </a:lnTo>
                  <a:lnTo>
                    <a:pt x="7939319" y="431800"/>
                  </a:lnTo>
                  <a:lnTo>
                    <a:pt x="4691416" y="203200"/>
                  </a:lnTo>
                  <a:lnTo>
                    <a:pt x="4691416" y="203200"/>
                  </a:lnTo>
                  <a:lnTo>
                    <a:pt x="7939318" y="431800"/>
                  </a:lnTo>
                  <a:lnTo>
                    <a:pt x="4691415" y="660400"/>
                  </a:lnTo>
                  <a:lnTo>
                    <a:pt x="1443512" y="431800"/>
                  </a:lnTo>
                  <a:lnTo>
                    <a:pt x="1443513" y="431800"/>
                  </a:lnTo>
                  <a:lnTo>
                    <a:pt x="0" y="33020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34" name="任意形状 85"/>
            <p:cNvSpPr/>
            <p:nvPr>
              <p:custDataLst>
                <p:tags r:id="rId107"/>
              </p:custDataLst>
            </p:nvPr>
          </p:nvSpPr>
          <p:spPr>
            <a:xfrm>
              <a:off x="622090" y="6269245"/>
              <a:ext cx="11160001" cy="531686"/>
            </a:xfrm>
            <a:custGeom>
              <a:avLst/>
              <a:gdLst>
                <a:gd name="connsiteX0" fmla="*/ 5580001 w 11160001"/>
                <a:gd name="connsiteY0" fmla="*/ 42200 h 531685"/>
                <a:gd name="connsiteX1" fmla="*/ 8005487 w 11160001"/>
                <a:gd name="connsiteY1" fmla="*/ 195866 h 531685"/>
                <a:gd name="connsiteX2" fmla="*/ 8005486 w 11160001"/>
                <a:gd name="connsiteY2" fmla="*/ 195866 h 531685"/>
                <a:gd name="connsiteX3" fmla="*/ 11097068 w 11160001"/>
                <a:gd name="connsiteY3" fmla="*/ 0 h 531685"/>
                <a:gd name="connsiteX4" fmla="*/ 11160000 w 11160001"/>
                <a:gd name="connsiteY4" fmla="*/ 0 h 531685"/>
                <a:gd name="connsiteX5" fmla="*/ 11160000 w 11160001"/>
                <a:gd name="connsiteY5" fmla="*/ 178168 h 531685"/>
                <a:gd name="connsiteX6" fmla="*/ 9722414 w 11160001"/>
                <a:gd name="connsiteY6" fmla="*/ 87091 h 531685"/>
                <a:gd name="connsiteX7" fmla="*/ 1 w 11160001"/>
                <a:gd name="connsiteY7" fmla="*/ 0 h 531685"/>
                <a:gd name="connsiteX8" fmla="*/ 62933 w 11160001"/>
                <a:gd name="connsiteY8" fmla="*/ 0 h 531685"/>
                <a:gd name="connsiteX9" fmla="*/ 1437588 w 11160001"/>
                <a:gd name="connsiteY9" fmla="*/ 87091 h 531685"/>
                <a:gd name="connsiteX10" fmla="*/ 1437588 w 11160001"/>
                <a:gd name="connsiteY10" fmla="*/ 87091 h 531685"/>
                <a:gd name="connsiteX11" fmla="*/ 1716924 w 11160001"/>
                <a:gd name="connsiteY11" fmla="*/ 104788 h 531685"/>
                <a:gd name="connsiteX12" fmla="*/ 1716923 w 11160001"/>
                <a:gd name="connsiteY12" fmla="*/ 104788 h 531685"/>
                <a:gd name="connsiteX13" fmla="*/ 5580000 w 11160001"/>
                <a:gd name="connsiteY13" fmla="*/ 349530 h 531685"/>
                <a:gd name="connsiteX14" fmla="*/ 8005486 w 11160001"/>
                <a:gd name="connsiteY14" fmla="*/ 195866 h 531685"/>
                <a:gd name="connsiteX15" fmla="*/ 8005495 w 11160001"/>
                <a:gd name="connsiteY15" fmla="*/ 195867 h 531685"/>
                <a:gd name="connsiteX16" fmla="*/ 9443077 w 11160001"/>
                <a:gd name="connsiteY16" fmla="*/ 104789 h 531685"/>
                <a:gd name="connsiteX17" fmla="*/ 7789086 w 11160001"/>
                <a:gd name="connsiteY17" fmla="*/ 1 h 531685"/>
                <a:gd name="connsiteX18" fmla="*/ 9443078 w 11160001"/>
                <a:gd name="connsiteY18" fmla="*/ 104789 h 531685"/>
                <a:gd name="connsiteX19" fmla="*/ 9722415 w 11160001"/>
                <a:gd name="connsiteY19" fmla="*/ 87092 h 531685"/>
                <a:gd name="connsiteX20" fmla="*/ 11160001 w 11160001"/>
                <a:gd name="connsiteY20" fmla="*/ 178169 h 531685"/>
                <a:gd name="connsiteX21" fmla="*/ 9443078 w 11160001"/>
                <a:gd name="connsiteY21" fmla="*/ 286944 h 531685"/>
                <a:gd name="connsiteX22" fmla="*/ 9443069 w 11160001"/>
                <a:gd name="connsiteY22" fmla="*/ 286944 h 531685"/>
                <a:gd name="connsiteX23" fmla="*/ 5580000 w 11160001"/>
                <a:gd name="connsiteY23" fmla="*/ 531685 h 531685"/>
                <a:gd name="connsiteX24" fmla="*/ 1716923 w 11160001"/>
                <a:gd name="connsiteY24" fmla="*/ 286943 h 531685"/>
                <a:gd name="connsiteX25" fmla="*/ 1716924 w 11160001"/>
                <a:gd name="connsiteY25" fmla="*/ 286943 h 531685"/>
                <a:gd name="connsiteX26" fmla="*/ 0 w 11160001"/>
                <a:gd name="connsiteY26" fmla="*/ 178168 h 531685"/>
                <a:gd name="connsiteX27" fmla="*/ 1 w 11160001"/>
                <a:gd name="connsiteY27" fmla="*/ 178168 h 531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1160001" h="531685">
                  <a:moveTo>
                    <a:pt x="5580001" y="42200"/>
                  </a:moveTo>
                  <a:lnTo>
                    <a:pt x="8005487" y="195866"/>
                  </a:lnTo>
                  <a:lnTo>
                    <a:pt x="8005486" y="195866"/>
                  </a:lnTo>
                  <a:close/>
                  <a:moveTo>
                    <a:pt x="11097068" y="0"/>
                  </a:moveTo>
                  <a:lnTo>
                    <a:pt x="11160000" y="0"/>
                  </a:lnTo>
                  <a:lnTo>
                    <a:pt x="11160000" y="178168"/>
                  </a:lnTo>
                  <a:lnTo>
                    <a:pt x="9722414" y="87091"/>
                  </a:lnTo>
                  <a:close/>
                  <a:moveTo>
                    <a:pt x="1" y="0"/>
                  </a:moveTo>
                  <a:lnTo>
                    <a:pt x="62933" y="0"/>
                  </a:lnTo>
                  <a:lnTo>
                    <a:pt x="1437588" y="87091"/>
                  </a:lnTo>
                  <a:lnTo>
                    <a:pt x="1437588" y="87091"/>
                  </a:lnTo>
                  <a:lnTo>
                    <a:pt x="1716924" y="104788"/>
                  </a:lnTo>
                  <a:lnTo>
                    <a:pt x="1716923" y="104788"/>
                  </a:lnTo>
                  <a:lnTo>
                    <a:pt x="5580000" y="349530"/>
                  </a:lnTo>
                  <a:lnTo>
                    <a:pt x="8005486" y="195866"/>
                  </a:lnTo>
                  <a:lnTo>
                    <a:pt x="8005495" y="195867"/>
                  </a:lnTo>
                  <a:lnTo>
                    <a:pt x="9443077" y="104789"/>
                  </a:lnTo>
                  <a:lnTo>
                    <a:pt x="7789086" y="1"/>
                  </a:lnTo>
                  <a:lnTo>
                    <a:pt x="9443078" y="104789"/>
                  </a:lnTo>
                  <a:lnTo>
                    <a:pt x="9722415" y="87092"/>
                  </a:lnTo>
                  <a:lnTo>
                    <a:pt x="11160001" y="178169"/>
                  </a:lnTo>
                  <a:lnTo>
                    <a:pt x="9443078" y="286944"/>
                  </a:lnTo>
                  <a:lnTo>
                    <a:pt x="9443069" y="286944"/>
                  </a:lnTo>
                  <a:lnTo>
                    <a:pt x="5580000" y="531685"/>
                  </a:lnTo>
                  <a:lnTo>
                    <a:pt x="1716923" y="286943"/>
                  </a:lnTo>
                  <a:lnTo>
                    <a:pt x="1716924" y="286943"/>
                  </a:lnTo>
                  <a:lnTo>
                    <a:pt x="0" y="178168"/>
                  </a:lnTo>
                  <a:lnTo>
                    <a:pt x="1" y="178168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 dirty="0"/>
            </a:p>
          </p:txBody>
        </p:sp>
      </p:grpSp>
      <p:pic>
        <p:nvPicPr>
          <p:cNvPr id="502" name="picture 502"/>
          <p:cNvPicPr>
            <a:picLocks noChangeAspect="1"/>
          </p:cNvPicPr>
          <p:nvPr>
            <p:custDataLst>
              <p:tags r:id="rId108"/>
            </p:custDataLst>
          </p:nvPr>
        </p:nvPicPr>
        <p:blipFill>
          <a:blip r:embed="rId109"/>
          <a:stretch>
            <a:fillRect/>
          </a:stretch>
        </p:blipFill>
        <p:spPr>
          <a:xfrm rot="21600000">
            <a:off x="4601845" y="3857625"/>
            <a:ext cx="2606040" cy="100330"/>
          </a:xfrm>
          <a:prstGeom prst="rect">
            <a:avLst/>
          </a:prstGeom>
        </p:spPr>
      </p:pic>
      <p:pic>
        <p:nvPicPr>
          <p:cNvPr id="35" name="picture 502"/>
          <p:cNvPicPr>
            <a:picLocks noChangeAspect="1"/>
          </p:cNvPicPr>
          <p:nvPr>
            <p:custDataLst>
              <p:tags r:id="rId110"/>
            </p:custDataLst>
          </p:nvPr>
        </p:nvPicPr>
        <p:blipFill>
          <a:blip r:embed="rId109"/>
          <a:stretch>
            <a:fillRect/>
          </a:stretch>
        </p:blipFill>
        <p:spPr>
          <a:xfrm rot="21600000">
            <a:off x="8561070" y="3826510"/>
            <a:ext cx="2355215" cy="90805"/>
          </a:xfrm>
          <a:prstGeom prst="rect">
            <a:avLst/>
          </a:prstGeom>
        </p:spPr>
      </p:pic>
      <p:pic>
        <p:nvPicPr>
          <p:cNvPr id="36" name="picture 502"/>
          <p:cNvPicPr>
            <a:picLocks noChangeAspect="1"/>
          </p:cNvPicPr>
          <p:nvPr>
            <p:custDataLst>
              <p:tags r:id="rId111"/>
            </p:custDataLst>
          </p:nvPr>
        </p:nvPicPr>
        <p:blipFill>
          <a:blip r:embed="rId109"/>
          <a:stretch>
            <a:fillRect/>
          </a:stretch>
        </p:blipFill>
        <p:spPr>
          <a:xfrm rot="21600000">
            <a:off x="1190625" y="3900170"/>
            <a:ext cx="2355215" cy="90805"/>
          </a:xfrm>
          <a:prstGeom prst="rect">
            <a:avLst/>
          </a:prstGeom>
        </p:spPr>
      </p:pic>
      <p:grpSp>
        <p:nvGrpSpPr>
          <p:cNvPr id="1430" name="组合 1429"/>
          <p:cNvGrpSpPr/>
          <p:nvPr>
            <p:custDataLst>
              <p:tags r:id="rId112"/>
            </p:custDataLst>
          </p:nvPr>
        </p:nvGrpSpPr>
        <p:grpSpPr>
          <a:xfrm>
            <a:off x="4997450" y="4151630"/>
            <a:ext cx="1544320" cy="1805940"/>
            <a:chOff x="6976598" y="1049621"/>
            <a:chExt cx="3321100" cy="4675269"/>
          </a:xfrm>
        </p:grpSpPr>
        <p:grpSp>
          <p:nvGrpSpPr>
            <p:cNvPr id="37" name="图形 37"/>
            <p:cNvGrpSpPr/>
            <p:nvPr/>
          </p:nvGrpSpPr>
          <p:grpSpPr>
            <a:xfrm>
              <a:off x="8049832" y="4946472"/>
              <a:ext cx="1021292" cy="778418"/>
              <a:chOff x="8049832" y="4946472"/>
              <a:chExt cx="1021292" cy="778418"/>
            </a:xfrm>
          </p:grpSpPr>
          <p:grpSp>
            <p:nvGrpSpPr>
              <p:cNvPr id="43" name="图形 37"/>
              <p:cNvGrpSpPr/>
              <p:nvPr/>
            </p:nvGrpSpPr>
            <p:grpSpPr>
              <a:xfrm>
                <a:off x="8049832" y="5000155"/>
                <a:ext cx="982020" cy="724735"/>
                <a:chOff x="8049832" y="5000155"/>
                <a:chExt cx="982020" cy="724735"/>
              </a:xfrm>
            </p:grpSpPr>
            <p:grpSp>
              <p:nvGrpSpPr>
                <p:cNvPr id="38" name="图形 37"/>
                <p:cNvGrpSpPr/>
                <p:nvPr/>
              </p:nvGrpSpPr>
              <p:grpSpPr>
                <a:xfrm>
                  <a:off x="8156571" y="5000155"/>
                  <a:ext cx="650043" cy="724735"/>
                  <a:chOff x="8156571" y="5000155"/>
                  <a:chExt cx="650043" cy="724735"/>
                </a:xfrm>
              </p:grpSpPr>
              <p:sp>
                <p:nvSpPr>
                  <p:cNvPr id="39" name="任意多边形: 形状 1384"/>
                  <p:cNvSpPr/>
                  <p:nvPr>
                    <p:custDataLst>
                      <p:tags r:id="rId113"/>
                    </p:custDataLst>
                  </p:nvPr>
                </p:nvSpPr>
                <p:spPr>
                  <a:xfrm>
                    <a:off x="8157007" y="5062053"/>
                    <a:ext cx="357871" cy="223615"/>
                  </a:xfrm>
                  <a:custGeom>
                    <a:avLst/>
                    <a:gdLst>
                      <a:gd name="connsiteX0" fmla="*/ 350897 w 357871"/>
                      <a:gd name="connsiteY0" fmla="*/ 213589 h 223615"/>
                      <a:gd name="connsiteX1" fmla="*/ 357872 w 357871"/>
                      <a:gd name="connsiteY1" fmla="*/ 223615 h 223615"/>
                      <a:gd name="connsiteX2" fmla="*/ 6974 w 357871"/>
                      <a:gd name="connsiteY2" fmla="*/ 10461 h 223615"/>
                      <a:gd name="connsiteX3" fmla="*/ 0 w 357871"/>
                      <a:gd name="connsiteY3" fmla="*/ 0 h 223615"/>
                      <a:gd name="connsiteX4" fmla="*/ 350897 w 357871"/>
                      <a:gd name="connsiteY4" fmla="*/ 213589 h 22361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357871" h="223615">
                        <a:moveTo>
                          <a:pt x="350897" y="213589"/>
                        </a:moveTo>
                        <a:lnTo>
                          <a:pt x="357872" y="223615"/>
                        </a:lnTo>
                        <a:lnTo>
                          <a:pt x="6974" y="10461"/>
                        </a:lnTo>
                        <a:lnTo>
                          <a:pt x="0" y="0"/>
                        </a:lnTo>
                        <a:lnTo>
                          <a:pt x="350897" y="213589"/>
                        </a:lnTo>
                        <a:close/>
                      </a:path>
                    </a:pathLst>
                  </a:custGeom>
                  <a:solidFill>
                    <a:srgbClr val="646370"/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PPOSans R"/>
                      <a:ea typeface="OPPOSans R"/>
                      <a:cs typeface="+mn-cs"/>
                    </a:endParaRPr>
                  </a:p>
                </p:txBody>
              </p:sp>
              <p:grpSp>
                <p:nvGrpSpPr>
                  <p:cNvPr id="40" name="图形 37"/>
                  <p:cNvGrpSpPr/>
                  <p:nvPr/>
                </p:nvGrpSpPr>
                <p:grpSpPr>
                  <a:xfrm>
                    <a:off x="8507904" y="5275642"/>
                    <a:ext cx="116384" cy="114205"/>
                    <a:chOff x="8507904" y="5275642"/>
                    <a:chExt cx="116384" cy="114205"/>
                  </a:xfrm>
                </p:grpSpPr>
                <p:sp>
                  <p:nvSpPr>
                    <p:cNvPr id="1435" name="任意多边形: 形状 1434"/>
                    <p:cNvSpPr/>
                    <p:nvPr>
                      <p:custDataLst>
                        <p:tags r:id="rId114"/>
                      </p:custDataLst>
                    </p:nvPr>
                  </p:nvSpPr>
                  <p:spPr>
                    <a:xfrm>
                      <a:off x="8507904" y="5275642"/>
                      <a:ext cx="116384" cy="114205"/>
                    </a:xfrm>
                    <a:custGeom>
                      <a:avLst/>
                      <a:gdLst>
                        <a:gd name="connsiteX0" fmla="*/ 109410 w 116384"/>
                        <a:gd name="connsiteY0" fmla="*/ 103744 h 114205"/>
                        <a:gd name="connsiteX1" fmla="*/ 116384 w 116384"/>
                        <a:gd name="connsiteY1" fmla="*/ 114205 h 114205"/>
                        <a:gd name="connsiteX2" fmla="*/ 6974 w 116384"/>
                        <a:gd name="connsiteY2" fmla="*/ 10462 h 114205"/>
                        <a:gd name="connsiteX3" fmla="*/ 0 w 116384"/>
                        <a:gd name="connsiteY3" fmla="*/ 0 h 114205"/>
                        <a:gd name="connsiteX4" fmla="*/ 109410 w 116384"/>
                        <a:gd name="connsiteY4" fmla="*/ 103744 h 1142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16384" h="114205">
                          <a:moveTo>
                            <a:pt x="109410" y="103744"/>
                          </a:moveTo>
                          <a:lnTo>
                            <a:pt x="116384" y="114205"/>
                          </a:lnTo>
                          <a:cubicBezTo>
                            <a:pt x="88487" y="72795"/>
                            <a:pt x="51872" y="37487"/>
                            <a:pt x="6974" y="10462"/>
                          </a:cubicBezTo>
                          <a:lnTo>
                            <a:pt x="0" y="0"/>
                          </a:lnTo>
                          <a:cubicBezTo>
                            <a:pt x="44462" y="27026"/>
                            <a:pt x="81513" y="62333"/>
                            <a:pt x="109410" y="103744"/>
                          </a:cubicBezTo>
                          <a:close/>
                        </a:path>
                      </a:pathLst>
                    </a:custGeom>
                    <a:solidFill>
                      <a:srgbClr val="251B28"/>
                    </a:solidFill>
                    <a:ln w="43489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OPPOSans R"/>
                        <a:ea typeface="OPPOSans R"/>
                        <a:cs typeface="+mn-cs"/>
                      </a:endParaRPr>
                    </a:p>
                  </p:txBody>
                </p:sp>
                <p:sp>
                  <p:nvSpPr>
                    <p:cNvPr id="1436" name="任意多边形: 形状 1435"/>
                    <p:cNvSpPr/>
                    <p:nvPr>
                      <p:custDataLst>
                        <p:tags r:id="rId115"/>
                      </p:custDataLst>
                    </p:nvPr>
                  </p:nvSpPr>
                  <p:spPr>
                    <a:xfrm>
                      <a:off x="8507904" y="5275642"/>
                      <a:ext cx="116384" cy="114205"/>
                    </a:xfrm>
                    <a:custGeom>
                      <a:avLst/>
                      <a:gdLst>
                        <a:gd name="connsiteX0" fmla="*/ 109410 w 116384"/>
                        <a:gd name="connsiteY0" fmla="*/ 103744 h 114205"/>
                        <a:gd name="connsiteX1" fmla="*/ 116384 w 116384"/>
                        <a:gd name="connsiteY1" fmla="*/ 114205 h 114205"/>
                        <a:gd name="connsiteX2" fmla="*/ 6974 w 116384"/>
                        <a:gd name="connsiteY2" fmla="*/ 10462 h 114205"/>
                        <a:gd name="connsiteX3" fmla="*/ 0 w 116384"/>
                        <a:gd name="connsiteY3" fmla="*/ 0 h 114205"/>
                        <a:gd name="connsiteX4" fmla="*/ 109410 w 116384"/>
                        <a:gd name="connsiteY4" fmla="*/ 103744 h 114205"/>
                        <a:gd name="connsiteX5" fmla="*/ 109410 w 116384"/>
                        <a:gd name="connsiteY5" fmla="*/ 103744 h 1142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116384" h="114205">
                          <a:moveTo>
                            <a:pt x="109410" y="103744"/>
                          </a:moveTo>
                          <a:lnTo>
                            <a:pt x="116384" y="114205"/>
                          </a:lnTo>
                          <a:cubicBezTo>
                            <a:pt x="88487" y="72795"/>
                            <a:pt x="51872" y="37487"/>
                            <a:pt x="6974" y="10462"/>
                          </a:cubicBezTo>
                          <a:lnTo>
                            <a:pt x="0" y="0"/>
                          </a:lnTo>
                          <a:cubicBezTo>
                            <a:pt x="44462" y="27026"/>
                            <a:pt x="81513" y="62333"/>
                            <a:pt x="109410" y="103744"/>
                          </a:cubicBezTo>
                          <a:lnTo>
                            <a:pt x="109410" y="103744"/>
                          </a:lnTo>
                          <a:close/>
                        </a:path>
                      </a:pathLst>
                    </a:custGeom>
                    <a:solidFill>
                      <a:srgbClr val="646370"/>
                    </a:solidFill>
                    <a:ln w="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OPPOSans R"/>
                        <a:ea typeface="OPPOSans R"/>
                        <a:cs typeface="+mn-cs"/>
                      </a:endParaRPr>
                    </a:p>
                  </p:txBody>
                </p:sp>
              </p:grpSp>
              <p:sp>
                <p:nvSpPr>
                  <p:cNvPr id="41" name="任意多边形: 形状 1386"/>
                  <p:cNvSpPr/>
                  <p:nvPr>
                    <p:custDataLst>
                      <p:tags r:id="rId116"/>
                    </p:custDataLst>
                  </p:nvPr>
                </p:nvSpPr>
                <p:spPr>
                  <a:xfrm>
                    <a:off x="8156571" y="5000155"/>
                    <a:ext cx="538768" cy="456820"/>
                  </a:xfrm>
                  <a:custGeom>
                    <a:avLst/>
                    <a:gdLst>
                      <a:gd name="connsiteX0" fmla="*/ 48821 w 538768"/>
                      <a:gd name="connsiteY0" fmla="*/ 0 h 456820"/>
                      <a:gd name="connsiteX1" fmla="*/ 383589 w 538768"/>
                      <a:gd name="connsiteY1" fmla="*/ 244103 h 456820"/>
                      <a:gd name="connsiteX2" fmla="*/ 538769 w 538768"/>
                      <a:gd name="connsiteY2" fmla="*/ 438948 h 456820"/>
                      <a:gd name="connsiteX3" fmla="*/ 499102 w 538768"/>
                      <a:gd name="connsiteY3" fmla="*/ 456820 h 456820"/>
                      <a:gd name="connsiteX4" fmla="*/ 351333 w 538768"/>
                      <a:gd name="connsiteY4" fmla="*/ 275487 h 456820"/>
                      <a:gd name="connsiteX5" fmla="*/ 0 w 538768"/>
                      <a:gd name="connsiteY5" fmla="*/ 62333 h 456820"/>
                      <a:gd name="connsiteX6" fmla="*/ 48385 w 538768"/>
                      <a:gd name="connsiteY6" fmla="*/ 436 h 4568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538768" h="456820">
                        <a:moveTo>
                          <a:pt x="48821" y="0"/>
                        </a:moveTo>
                        <a:cubicBezTo>
                          <a:pt x="62333" y="10026"/>
                          <a:pt x="318641" y="197026"/>
                          <a:pt x="383589" y="244103"/>
                        </a:cubicBezTo>
                        <a:cubicBezTo>
                          <a:pt x="455077" y="295538"/>
                          <a:pt x="510435" y="356564"/>
                          <a:pt x="538769" y="438948"/>
                        </a:cubicBezTo>
                        <a:lnTo>
                          <a:pt x="499102" y="456820"/>
                        </a:lnTo>
                        <a:cubicBezTo>
                          <a:pt x="472948" y="380974"/>
                          <a:pt x="421948" y="318205"/>
                          <a:pt x="351333" y="275487"/>
                        </a:cubicBezTo>
                        <a:lnTo>
                          <a:pt x="0" y="62333"/>
                        </a:lnTo>
                        <a:lnTo>
                          <a:pt x="48385" y="436"/>
                        </a:lnTo>
                        <a:close/>
                      </a:path>
                    </a:pathLst>
                  </a:custGeom>
                  <a:solidFill>
                    <a:srgbClr val="938FA3"/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PPOSans R"/>
                      <a:ea typeface="OPPOSans R"/>
                      <a:cs typeface="+mn-cs"/>
                    </a:endParaRPr>
                  </a:p>
                </p:txBody>
              </p:sp>
              <p:grpSp>
                <p:nvGrpSpPr>
                  <p:cNvPr id="46" name="图形 37"/>
                  <p:cNvGrpSpPr/>
                  <p:nvPr/>
                </p:nvGrpSpPr>
                <p:grpSpPr>
                  <a:xfrm>
                    <a:off x="8656109" y="5360206"/>
                    <a:ext cx="46205" cy="89359"/>
                    <a:chOff x="8656109" y="5360206"/>
                    <a:chExt cx="46205" cy="89359"/>
                  </a:xfrm>
                </p:grpSpPr>
                <p:sp>
                  <p:nvSpPr>
                    <p:cNvPr id="1431" name="任意多边形: 形状 1430"/>
                    <p:cNvSpPr/>
                    <p:nvPr>
                      <p:custDataLst>
                        <p:tags r:id="rId117"/>
                      </p:custDataLst>
                    </p:nvPr>
                  </p:nvSpPr>
                  <p:spPr>
                    <a:xfrm>
                      <a:off x="8656109" y="5360206"/>
                      <a:ext cx="46205" cy="88923"/>
                    </a:xfrm>
                    <a:custGeom>
                      <a:avLst/>
                      <a:gdLst>
                        <a:gd name="connsiteX0" fmla="*/ 0 w 46205"/>
                        <a:gd name="connsiteY0" fmla="*/ 0 h 88923"/>
                        <a:gd name="connsiteX1" fmla="*/ 6974 w 46205"/>
                        <a:gd name="connsiteY1" fmla="*/ 10461 h 88923"/>
                        <a:gd name="connsiteX2" fmla="*/ 46205 w 46205"/>
                        <a:gd name="connsiteY2" fmla="*/ 88923 h 88923"/>
                        <a:gd name="connsiteX3" fmla="*/ 39231 w 46205"/>
                        <a:gd name="connsiteY3" fmla="*/ 78462 h 88923"/>
                        <a:gd name="connsiteX4" fmla="*/ 0 w 46205"/>
                        <a:gd name="connsiteY4" fmla="*/ 0 h 8892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46205" h="88923">
                          <a:moveTo>
                            <a:pt x="0" y="0"/>
                          </a:moveTo>
                          <a:lnTo>
                            <a:pt x="6974" y="10461"/>
                          </a:lnTo>
                          <a:cubicBezTo>
                            <a:pt x="23103" y="34436"/>
                            <a:pt x="36180" y="60590"/>
                            <a:pt x="46205" y="88923"/>
                          </a:cubicBezTo>
                          <a:lnTo>
                            <a:pt x="39231" y="78462"/>
                          </a:lnTo>
                          <a:cubicBezTo>
                            <a:pt x="29205" y="49692"/>
                            <a:pt x="16128" y="23974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251B28"/>
                    </a:solidFill>
                    <a:ln w="43489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OPPOSans R"/>
                        <a:ea typeface="OPPOSans R"/>
                        <a:cs typeface="+mn-cs"/>
                      </a:endParaRPr>
                    </a:p>
                  </p:txBody>
                </p:sp>
                <p:grpSp>
                  <p:nvGrpSpPr>
                    <p:cNvPr id="1432" name="图形 37"/>
                    <p:cNvGrpSpPr/>
                    <p:nvPr/>
                  </p:nvGrpSpPr>
                  <p:grpSpPr>
                    <a:xfrm>
                      <a:off x="8656109" y="5360206"/>
                      <a:ext cx="45769" cy="89359"/>
                      <a:chOff x="8656109" y="5360206"/>
                      <a:chExt cx="45769" cy="89359"/>
                    </a:xfrm>
                    <a:solidFill>
                      <a:srgbClr val="646370"/>
                    </a:solidFill>
                  </p:grpSpPr>
                  <p:sp>
                    <p:nvSpPr>
                      <p:cNvPr id="1433" name="任意多边形: 形状 1432"/>
                      <p:cNvSpPr/>
                      <p:nvPr>
                        <p:custDataLst>
                          <p:tags r:id="rId118"/>
                        </p:custDataLst>
                      </p:nvPr>
                    </p:nvSpPr>
                    <p:spPr>
                      <a:xfrm>
                        <a:off x="8656109" y="5360206"/>
                        <a:ext cx="36615" cy="64948"/>
                      </a:xfrm>
                      <a:custGeom>
                        <a:avLst/>
                        <a:gdLst>
                          <a:gd name="connsiteX0" fmla="*/ 0 w 36615"/>
                          <a:gd name="connsiteY0" fmla="*/ 0 h 64948"/>
                          <a:gd name="connsiteX1" fmla="*/ 6974 w 36615"/>
                          <a:gd name="connsiteY1" fmla="*/ 10461 h 64948"/>
                          <a:gd name="connsiteX2" fmla="*/ 36615 w 36615"/>
                          <a:gd name="connsiteY2" fmla="*/ 64949 h 64948"/>
                          <a:gd name="connsiteX3" fmla="*/ 29641 w 36615"/>
                          <a:gd name="connsiteY3" fmla="*/ 54487 h 64948"/>
                          <a:gd name="connsiteX4" fmla="*/ 0 w 36615"/>
                          <a:gd name="connsiteY4" fmla="*/ 0 h 64948"/>
                          <a:gd name="connsiteX5" fmla="*/ 0 w 36615"/>
                          <a:gd name="connsiteY5" fmla="*/ 0 h 6494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36615" h="64948">
                            <a:moveTo>
                              <a:pt x="0" y="0"/>
                            </a:moveTo>
                            <a:lnTo>
                              <a:pt x="6974" y="10461"/>
                            </a:lnTo>
                            <a:cubicBezTo>
                              <a:pt x="18308" y="27461"/>
                              <a:pt x="28333" y="45769"/>
                              <a:pt x="36615" y="64949"/>
                            </a:cubicBezTo>
                            <a:lnTo>
                              <a:pt x="29641" y="54487"/>
                            </a:lnTo>
                            <a:cubicBezTo>
                              <a:pt x="21359" y="34872"/>
                              <a:pt x="11333" y="17000"/>
                              <a:pt x="0" y="0"/>
                            </a:cubicBez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646370"/>
                      </a:solidFill>
                      <a:ln w="0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 marL="0" marR="0" lvl="0" indent="0" algn="l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defRPr/>
                        </a:pPr>
                        <a:endParaRPr kumimoji="0" lang="zh-CN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OPPOSans R"/>
                          <a:ea typeface="OPPOSans R"/>
                          <a:cs typeface="+mn-cs"/>
                        </a:endParaRPr>
                      </a:p>
                    </p:txBody>
                  </p:sp>
                  <p:sp>
                    <p:nvSpPr>
                      <p:cNvPr id="1434" name="任意多边形: 形状 1433"/>
                      <p:cNvSpPr/>
                      <p:nvPr>
                        <p:custDataLst>
                          <p:tags r:id="rId119"/>
                        </p:custDataLst>
                      </p:nvPr>
                    </p:nvSpPr>
                    <p:spPr>
                      <a:xfrm>
                        <a:off x="8685750" y="5415129"/>
                        <a:ext cx="16128" cy="34435"/>
                      </a:xfrm>
                      <a:custGeom>
                        <a:avLst/>
                        <a:gdLst>
                          <a:gd name="connsiteX0" fmla="*/ 0 w 16128"/>
                          <a:gd name="connsiteY0" fmla="*/ 0 h 34435"/>
                          <a:gd name="connsiteX1" fmla="*/ 6974 w 16128"/>
                          <a:gd name="connsiteY1" fmla="*/ 10461 h 34435"/>
                          <a:gd name="connsiteX2" fmla="*/ 16128 w 16128"/>
                          <a:gd name="connsiteY2" fmla="*/ 34436 h 34435"/>
                          <a:gd name="connsiteX3" fmla="*/ 9154 w 16128"/>
                          <a:gd name="connsiteY3" fmla="*/ 23974 h 34435"/>
                          <a:gd name="connsiteX4" fmla="*/ 0 w 16128"/>
                          <a:gd name="connsiteY4" fmla="*/ 0 h 34435"/>
                          <a:gd name="connsiteX5" fmla="*/ 0 w 16128"/>
                          <a:gd name="connsiteY5" fmla="*/ 0 h 3443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16128" h="34435">
                            <a:moveTo>
                              <a:pt x="0" y="0"/>
                            </a:moveTo>
                            <a:lnTo>
                              <a:pt x="6974" y="10461"/>
                            </a:lnTo>
                            <a:cubicBezTo>
                              <a:pt x="10462" y="18308"/>
                              <a:pt x="13513" y="26154"/>
                              <a:pt x="16128" y="34436"/>
                            </a:cubicBezTo>
                            <a:lnTo>
                              <a:pt x="9154" y="23974"/>
                            </a:lnTo>
                            <a:cubicBezTo>
                              <a:pt x="6539" y="15692"/>
                              <a:pt x="3051" y="7846"/>
                              <a:pt x="0" y="0"/>
                            </a:cubicBez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646370"/>
                      </a:solidFill>
                      <a:ln w="0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 marL="0" marR="0" lvl="0" indent="0" algn="l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defRPr/>
                        </a:pPr>
                        <a:endParaRPr kumimoji="0" lang="zh-CN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OPPOSans R"/>
                          <a:ea typeface="OPPOSans R"/>
                          <a:cs typeface="+mn-cs"/>
                        </a:endParaRPr>
                      </a:p>
                    </p:txBody>
                  </p:sp>
                </p:grpSp>
              </p:grpSp>
              <p:sp>
                <p:nvSpPr>
                  <p:cNvPr id="47" name="任意多边形: 形状 1388"/>
                  <p:cNvSpPr/>
                  <p:nvPr>
                    <p:custDataLst>
                      <p:tags r:id="rId120"/>
                    </p:custDataLst>
                  </p:nvPr>
                </p:nvSpPr>
                <p:spPr>
                  <a:xfrm>
                    <a:off x="8655673" y="5439103"/>
                    <a:ext cx="46640" cy="28333"/>
                  </a:xfrm>
                  <a:custGeom>
                    <a:avLst/>
                    <a:gdLst>
                      <a:gd name="connsiteX0" fmla="*/ 39667 w 46640"/>
                      <a:gd name="connsiteY0" fmla="*/ 0 h 28333"/>
                      <a:gd name="connsiteX1" fmla="*/ 46641 w 46640"/>
                      <a:gd name="connsiteY1" fmla="*/ 10026 h 28333"/>
                      <a:gd name="connsiteX2" fmla="*/ 6974 w 46640"/>
                      <a:gd name="connsiteY2" fmla="*/ 28333 h 28333"/>
                      <a:gd name="connsiteX3" fmla="*/ 0 w 46640"/>
                      <a:gd name="connsiteY3" fmla="*/ 17872 h 28333"/>
                      <a:gd name="connsiteX4" fmla="*/ 39667 w 46640"/>
                      <a:gd name="connsiteY4" fmla="*/ 0 h 2833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6640" h="28333">
                        <a:moveTo>
                          <a:pt x="39667" y="0"/>
                        </a:moveTo>
                        <a:lnTo>
                          <a:pt x="46641" y="10026"/>
                        </a:lnTo>
                        <a:lnTo>
                          <a:pt x="6974" y="28333"/>
                        </a:lnTo>
                        <a:lnTo>
                          <a:pt x="0" y="17872"/>
                        </a:lnTo>
                        <a:lnTo>
                          <a:pt x="39667" y="0"/>
                        </a:lnTo>
                        <a:close/>
                      </a:path>
                    </a:pathLst>
                  </a:custGeom>
                  <a:solidFill>
                    <a:srgbClr val="7A7A7A"/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PPOSans R"/>
                      <a:ea typeface="OPPOSans R"/>
                      <a:cs typeface="+mn-cs"/>
                    </a:endParaRPr>
                  </a:p>
                </p:txBody>
              </p:sp>
              <p:sp>
                <p:nvSpPr>
                  <p:cNvPr id="7" name="任意多边形: 形状 1389"/>
                  <p:cNvSpPr/>
                  <p:nvPr>
                    <p:custDataLst>
                      <p:tags r:id="rId121"/>
                    </p:custDataLst>
                  </p:nvPr>
                </p:nvSpPr>
                <p:spPr>
                  <a:xfrm>
                    <a:off x="8695340" y="5439103"/>
                    <a:ext cx="108974" cy="238000"/>
                  </a:xfrm>
                  <a:custGeom>
                    <a:avLst/>
                    <a:gdLst>
                      <a:gd name="connsiteX0" fmla="*/ 0 w 108974"/>
                      <a:gd name="connsiteY0" fmla="*/ 0 h 238000"/>
                      <a:gd name="connsiteX1" fmla="*/ 6974 w 108974"/>
                      <a:gd name="connsiteY1" fmla="*/ 10026 h 238000"/>
                      <a:gd name="connsiteX2" fmla="*/ 108974 w 108974"/>
                      <a:gd name="connsiteY2" fmla="*/ 238000 h 238000"/>
                      <a:gd name="connsiteX3" fmla="*/ 102000 w 108974"/>
                      <a:gd name="connsiteY3" fmla="*/ 227538 h 238000"/>
                      <a:gd name="connsiteX4" fmla="*/ 0 w 108974"/>
                      <a:gd name="connsiteY4" fmla="*/ 0 h 2380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08974" h="238000">
                        <a:moveTo>
                          <a:pt x="0" y="0"/>
                        </a:moveTo>
                        <a:lnTo>
                          <a:pt x="6974" y="10026"/>
                        </a:lnTo>
                        <a:lnTo>
                          <a:pt x="108974" y="238000"/>
                        </a:lnTo>
                        <a:lnTo>
                          <a:pt x="102000" y="22753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2D2331"/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PPOSans R"/>
                      <a:ea typeface="OPPOSans R"/>
                      <a:cs typeface="+mn-cs"/>
                    </a:endParaRPr>
                  </a:p>
                </p:txBody>
              </p:sp>
              <p:grpSp>
                <p:nvGrpSpPr>
                  <p:cNvPr id="8" name="图形 37"/>
                  <p:cNvGrpSpPr/>
                  <p:nvPr/>
                </p:nvGrpSpPr>
                <p:grpSpPr>
                  <a:xfrm>
                    <a:off x="8735442" y="5666206"/>
                    <a:ext cx="71172" cy="58684"/>
                    <a:chOff x="8735442" y="5666206"/>
                    <a:chExt cx="71172" cy="58684"/>
                  </a:xfrm>
                </p:grpSpPr>
                <p:sp>
                  <p:nvSpPr>
                    <p:cNvPr id="9" name="任意多边形: 形状 1392"/>
                    <p:cNvSpPr/>
                    <p:nvPr>
                      <p:custDataLst>
                        <p:tags r:id="rId122"/>
                      </p:custDataLst>
                    </p:nvPr>
                  </p:nvSpPr>
                  <p:spPr>
                    <a:xfrm>
                      <a:off x="8735442" y="5666206"/>
                      <a:ext cx="71039" cy="58684"/>
                    </a:xfrm>
                    <a:custGeom>
                      <a:avLst/>
                      <a:gdLst>
                        <a:gd name="connsiteX0" fmla="*/ 6974 w 71039"/>
                        <a:gd name="connsiteY0" fmla="*/ 47513 h 58684"/>
                        <a:gd name="connsiteX1" fmla="*/ 0 w 71039"/>
                        <a:gd name="connsiteY1" fmla="*/ 37051 h 58684"/>
                        <a:gd name="connsiteX2" fmla="*/ 7410 w 71039"/>
                        <a:gd name="connsiteY2" fmla="*/ 44025 h 58684"/>
                        <a:gd name="connsiteX3" fmla="*/ 39231 w 71039"/>
                        <a:gd name="connsiteY3" fmla="*/ 44461 h 58684"/>
                        <a:gd name="connsiteX4" fmla="*/ 61897 w 71039"/>
                        <a:gd name="connsiteY4" fmla="*/ 0 h 58684"/>
                        <a:gd name="connsiteX5" fmla="*/ 68872 w 71039"/>
                        <a:gd name="connsiteY5" fmla="*/ 10461 h 58684"/>
                        <a:gd name="connsiteX6" fmla="*/ 46205 w 71039"/>
                        <a:gd name="connsiteY6" fmla="*/ 54923 h 58684"/>
                        <a:gd name="connsiteX7" fmla="*/ 14385 w 71039"/>
                        <a:gd name="connsiteY7" fmla="*/ 54923 h 58684"/>
                        <a:gd name="connsiteX8" fmla="*/ 6974 w 71039"/>
                        <a:gd name="connsiteY8" fmla="*/ 47949 h 5868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71039" h="58684">
                          <a:moveTo>
                            <a:pt x="6974" y="47513"/>
                          </a:moveTo>
                          <a:lnTo>
                            <a:pt x="0" y="37051"/>
                          </a:lnTo>
                          <a:cubicBezTo>
                            <a:pt x="1744" y="40102"/>
                            <a:pt x="4359" y="42282"/>
                            <a:pt x="7410" y="44025"/>
                          </a:cubicBezTo>
                          <a:cubicBezTo>
                            <a:pt x="15692" y="49256"/>
                            <a:pt x="27898" y="49692"/>
                            <a:pt x="39231" y="44461"/>
                          </a:cubicBezTo>
                          <a:cubicBezTo>
                            <a:pt x="58410" y="35744"/>
                            <a:pt x="68872" y="15692"/>
                            <a:pt x="61897" y="0"/>
                          </a:cubicBezTo>
                          <a:lnTo>
                            <a:pt x="68872" y="10461"/>
                          </a:lnTo>
                          <a:cubicBezTo>
                            <a:pt x="75846" y="25718"/>
                            <a:pt x="65385" y="46205"/>
                            <a:pt x="46205" y="54923"/>
                          </a:cubicBezTo>
                          <a:cubicBezTo>
                            <a:pt x="34436" y="60154"/>
                            <a:pt x="22667" y="59718"/>
                            <a:pt x="14385" y="54923"/>
                          </a:cubicBezTo>
                          <a:cubicBezTo>
                            <a:pt x="11333" y="53179"/>
                            <a:pt x="9154" y="51000"/>
                            <a:pt x="6974" y="47949"/>
                          </a:cubicBezTo>
                          <a:close/>
                        </a:path>
                      </a:pathLst>
                    </a:custGeom>
                    <a:solidFill>
                      <a:srgbClr val="251B28"/>
                    </a:solidFill>
                    <a:ln w="43489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OPPOSans R"/>
                        <a:ea typeface="OPPOSans R"/>
                        <a:cs typeface="+mn-cs"/>
                      </a:endParaRPr>
                    </a:p>
                  </p:txBody>
                </p:sp>
                <p:grpSp>
                  <p:nvGrpSpPr>
                    <p:cNvPr id="10" name="图形 37"/>
                    <p:cNvGrpSpPr/>
                    <p:nvPr/>
                  </p:nvGrpSpPr>
                  <p:grpSpPr>
                    <a:xfrm>
                      <a:off x="8735442" y="5666642"/>
                      <a:ext cx="71172" cy="58248"/>
                      <a:chOff x="8735442" y="5666642"/>
                      <a:chExt cx="71172" cy="58248"/>
                    </a:xfrm>
                  </p:grpSpPr>
                  <p:sp>
                    <p:nvSpPr>
                      <p:cNvPr id="53" name="任意多边形: 形状 1394"/>
                      <p:cNvSpPr/>
                      <p:nvPr>
                        <p:custDataLst>
                          <p:tags r:id="rId123"/>
                        </p:custDataLst>
                      </p:nvPr>
                    </p:nvSpPr>
                    <p:spPr>
                      <a:xfrm>
                        <a:off x="8797340" y="5666642"/>
                        <a:ext cx="7410" cy="10461"/>
                      </a:xfrm>
                      <a:custGeom>
                        <a:avLst/>
                        <a:gdLst>
                          <a:gd name="connsiteX0" fmla="*/ 0 w 7410"/>
                          <a:gd name="connsiteY0" fmla="*/ 0 h 10461"/>
                          <a:gd name="connsiteX1" fmla="*/ 6974 w 7410"/>
                          <a:gd name="connsiteY1" fmla="*/ 10462 h 10461"/>
                          <a:gd name="connsiteX2" fmla="*/ 7410 w 7410"/>
                          <a:gd name="connsiteY2" fmla="*/ 10462 h 10461"/>
                          <a:gd name="connsiteX3" fmla="*/ 436 w 7410"/>
                          <a:gd name="connsiteY3" fmla="*/ 436 h 10461"/>
                          <a:gd name="connsiteX4" fmla="*/ 0 w 7410"/>
                          <a:gd name="connsiteY4" fmla="*/ 0 h 10461"/>
                          <a:gd name="connsiteX5" fmla="*/ 0 w 7410"/>
                          <a:gd name="connsiteY5" fmla="*/ 0 h 1046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7410" h="10461">
                            <a:moveTo>
                              <a:pt x="0" y="0"/>
                            </a:moveTo>
                            <a:lnTo>
                              <a:pt x="6974" y="10462"/>
                            </a:lnTo>
                            <a:lnTo>
                              <a:pt x="7410" y="10462"/>
                            </a:lnTo>
                            <a:lnTo>
                              <a:pt x="436" y="436"/>
                            </a:lnTo>
                            <a:lnTo>
                              <a:pt x="0" y="0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1F1F23"/>
                      </a:solidFill>
                      <a:ln w="0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 marL="0" marR="0" lvl="0" indent="0" algn="l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defRPr/>
                        </a:pPr>
                        <a:endParaRPr kumimoji="0" lang="zh-CN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OPPOSans R"/>
                          <a:ea typeface="OPPOSans R"/>
                          <a:cs typeface="+mn-cs"/>
                        </a:endParaRPr>
                      </a:p>
                    </p:txBody>
                  </p:sp>
                  <p:sp>
                    <p:nvSpPr>
                      <p:cNvPr id="11" name="任意多边形: 形状 1395"/>
                      <p:cNvSpPr/>
                      <p:nvPr>
                        <p:custDataLst>
                          <p:tags r:id="rId124"/>
                        </p:custDataLst>
                      </p:nvPr>
                    </p:nvSpPr>
                    <p:spPr>
                      <a:xfrm>
                        <a:off x="8787314" y="5667078"/>
                        <a:ext cx="19300" cy="46204"/>
                      </a:xfrm>
                      <a:custGeom>
                        <a:avLst/>
                        <a:gdLst>
                          <a:gd name="connsiteX0" fmla="*/ 10461 w 19300"/>
                          <a:gd name="connsiteY0" fmla="*/ 0 h 46204"/>
                          <a:gd name="connsiteX1" fmla="*/ 17436 w 19300"/>
                          <a:gd name="connsiteY1" fmla="*/ 10461 h 46204"/>
                          <a:gd name="connsiteX2" fmla="*/ 6974 w 19300"/>
                          <a:gd name="connsiteY2" fmla="*/ 46205 h 46204"/>
                          <a:gd name="connsiteX3" fmla="*/ 0 w 19300"/>
                          <a:gd name="connsiteY3" fmla="*/ 35744 h 46204"/>
                          <a:gd name="connsiteX4" fmla="*/ 10461 w 19300"/>
                          <a:gd name="connsiteY4" fmla="*/ 0 h 46204"/>
                          <a:gd name="connsiteX5" fmla="*/ 10461 w 19300"/>
                          <a:gd name="connsiteY5" fmla="*/ 0 h 46204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19300" h="46204">
                            <a:moveTo>
                              <a:pt x="10461" y="0"/>
                            </a:moveTo>
                            <a:lnTo>
                              <a:pt x="17436" y="10461"/>
                            </a:lnTo>
                            <a:cubicBezTo>
                              <a:pt x="22231" y="21795"/>
                              <a:pt x="17436" y="36180"/>
                              <a:pt x="6974" y="46205"/>
                            </a:cubicBezTo>
                            <a:lnTo>
                              <a:pt x="0" y="35744"/>
                            </a:lnTo>
                            <a:cubicBezTo>
                              <a:pt x="10897" y="25718"/>
                              <a:pt x="15692" y="11333"/>
                              <a:pt x="10461" y="0"/>
                            </a:cubicBezTo>
                            <a:lnTo>
                              <a:pt x="10461" y="0"/>
                            </a:lnTo>
                            <a:close/>
                          </a:path>
                        </a:pathLst>
                      </a:custGeom>
                      <a:solidFill>
                        <a:srgbClr val="302534"/>
                      </a:solidFill>
                      <a:ln w="0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 marL="0" marR="0" lvl="0" indent="0" algn="l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defRPr/>
                        </a:pPr>
                        <a:endParaRPr kumimoji="0" lang="zh-CN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OPPOSans R"/>
                          <a:ea typeface="OPPOSans R"/>
                          <a:cs typeface="+mn-cs"/>
                        </a:endParaRPr>
                      </a:p>
                    </p:txBody>
                  </p:sp>
                  <p:sp>
                    <p:nvSpPr>
                      <p:cNvPr id="55" name="任意多边形: 形状 1396"/>
                      <p:cNvSpPr/>
                      <p:nvPr>
                        <p:custDataLst>
                          <p:tags r:id="rId125"/>
                        </p:custDataLst>
                      </p:nvPr>
                    </p:nvSpPr>
                    <p:spPr>
                      <a:xfrm>
                        <a:off x="8735442" y="5702821"/>
                        <a:ext cx="58410" cy="22069"/>
                      </a:xfrm>
                      <a:custGeom>
                        <a:avLst/>
                        <a:gdLst>
                          <a:gd name="connsiteX0" fmla="*/ 51436 w 58410"/>
                          <a:gd name="connsiteY0" fmla="*/ 0 h 22069"/>
                          <a:gd name="connsiteX1" fmla="*/ 58410 w 58410"/>
                          <a:gd name="connsiteY1" fmla="*/ 10461 h 22069"/>
                          <a:gd name="connsiteX2" fmla="*/ 46205 w 58410"/>
                          <a:gd name="connsiteY2" fmla="*/ 18308 h 22069"/>
                          <a:gd name="connsiteX3" fmla="*/ 14385 w 58410"/>
                          <a:gd name="connsiteY3" fmla="*/ 18308 h 22069"/>
                          <a:gd name="connsiteX4" fmla="*/ 6974 w 58410"/>
                          <a:gd name="connsiteY4" fmla="*/ 11333 h 22069"/>
                          <a:gd name="connsiteX5" fmla="*/ 0 w 58410"/>
                          <a:gd name="connsiteY5" fmla="*/ 872 h 22069"/>
                          <a:gd name="connsiteX6" fmla="*/ 7410 w 58410"/>
                          <a:gd name="connsiteY6" fmla="*/ 7846 h 22069"/>
                          <a:gd name="connsiteX7" fmla="*/ 39231 w 58410"/>
                          <a:gd name="connsiteY7" fmla="*/ 8282 h 22069"/>
                          <a:gd name="connsiteX8" fmla="*/ 51436 w 58410"/>
                          <a:gd name="connsiteY8" fmla="*/ 436 h 22069"/>
                          <a:gd name="connsiteX9" fmla="*/ 51436 w 58410"/>
                          <a:gd name="connsiteY9" fmla="*/ 436 h 2206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</a:cxnLst>
                        <a:rect l="l" t="t" r="r" b="b"/>
                        <a:pathLst>
                          <a:path w="58410" h="22069">
                            <a:moveTo>
                              <a:pt x="51436" y="0"/>
                            </a:moveTo>
                            <a:lnTo>
                              <a:pt x="58410" y="10461"/>
                            </a:lnTo>
                            <a:cubicBezTo>
                              <a:pt x="54923" y="13513"/>
                              <a:pt x="51000" y="16564"/>
                              <a:pt x="46205" y="18308"/>
                            </a:cubicBezTo>
                            <a:cubicBezTo>
                              <a:pt x="34436" y="23538"/>
                              <a:pt x="22667" y="23102"/>
                              <a:pt x="14385" y="18308"/>
                            </a:cubicBezTo>
                            <a:cubicBezTo>
                              <a:pt x="11333" y="16564"/>
                              <a:pt x="9154" y="14385"/>
                              <a:pt x="6974" y="11333"/>
                            </a:cubicBezTo>
                            <a:lnTo>
                              <a:pt x="0" y="872"/>
                            </a:lnTo>
                            <a:cubicBezTo>
                              <a:pt x="1744" y="3923"/>
                              <a:pt x="4359" y="6103"/>
                              <a:pt x="7410" y="7846"/>
                            </a:cubicBezTo>
                            <a:cubicBezTo>
                              <a:pt x="15692" y="13077"/>
                              <a:pt x="27898" y="13513"/>
                              <a:pt x="39231" y="8282"/>
                            </a:cubicBezTo>
                            <a:cubicBezTo>
                              <a:pt x="44026" y="6103"/>
                              <a:pt x="47949" y="3487"/>
                              <a:pt x="51436" y="436"/>
                            </a:cubicBezTo>
                            <a:lnTo>
                              <a:pt x="51436" y="436"/>
                            </a:lnTo>
                            <a:close/>
                          </a:path>
                        </a:pathLst>
                      </a:custGeom>
                      <a:solidFill>
                        <a:srgbClr val="1F1F23"/>
                      </a:solidFill>
                      <a:ln w="0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 marL="0" marR="0" lvl="0" indent="0" algn="l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defRPr/>
                        </a:pPr>
                        <a:endParaRPr kumimoji="0" lang="zh-CN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OPPOSans R"/>
                          <a:ea typeface="OPPOSans R"/>
                          <a:cs typeface="+mn-cs"/>
                        </a:endParaRPr>
                      </a:p>
                    </p:txBody>
                  </p:sp>
                </p:grpSp>
              </p:grpSp>
              <p:sp>
                <p:nvSpPr>
                  <p:cNvPr id="12" name="任意多边形: 形状 1391"/>
                  <p:cNvSpPr/>
                  <p:nvPr>
                    <p:custDataLst>
                      <p:tags r:id="rId126"/>
                    </p:custDataLst>
                  </p:nvPr>
                </p:nvSpPr>
                <p:spPr>
                  <a:xfrm>
                    <a:off x="8656109" y="5439103"/>
                    <a:ext cx="143834" cy="275711"/>
                  </a:xfrm>
                  <a:custGeom>
                    <a:avLst/>
                    <a:gdLst>
                      <a:gd name="connsiteX0" fmla="*/ 39231 w 143834"/>
                      <a:gd name="connsiteY0" fmla="*/ 0 h 275711"/>
                      <a:gd name="connsiteX1" fmla="*/ 141667 w 143834"/>
                      <a:gd name="connsiteY1" fmla="*/ 227538 h 275711"/>
                      <a:gd name="connsiteX2" fmla="*/ 119000 w 143834"/>
                      <a:gd name="connsiteY2" fmla="*/ 272000 h 275711"/>
                      <a:gd name="connsiteX3" fmla="*/ 87179 w 143834"/>
                      <a:gd name="connsiteY3" fmla="*/ 271564 h 275711"/>
                      <a:gd name="connsiteX4" fmla="*/ 77154 w 143834"/>
                      <a:gd name="connsiteY4" fmla="*/ 258923 h 275711"/>
                      <a:gd name="connsiteX5" fmla="*/ 0 w 143834"/>
                      <a:gd name="connsiteY5" fmla="*/ 18308 h 275711"/>
                      <a:gd name="connsiteX6" fmla="*/ 39667 w 143834"/>
                      <a:gd name="connsiteY6" fmla="*/ 436 h 27571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43834" h="275711">
                        <a:moveTo>
                          <a:pt x="39231" y="0"/>
                        </a:moveTo>
                        <a:lnTo>
                          <a:pt x="141667" y="227538"/>
                        </a:lnTo>
                        <a:cubicBezTo>
                          <a:pt x="148641" y="242795"/>
                          <a:pt x="138179" y="263282"/>
                          <a:pt x="119000" y="272000"/>
                        </a:cubicBezTo>
                        <a:cubicBezTo>
                          <a:pt x="107231" y="277231"/>
                          <a:pt x="95462" y="276795"/>
                          <a:pt x="87179" y="271564"/>
                        </a:cubicBezTo>
                        <a:cubicBezTo>
                          <a:pt x="82385" y="268513"/>
                          <a:pt x="78897" y="264589"/>
                          <a:pt x="77154" y="258923"/>
                        </a:cubicBezTo>
                        <a:lnTo>
                          <a:pt x="0" y="18308"/>
                        </a:lnTo>
                        <a:lnTo>
                          <a:pt x="39667" y="436"/>
                        </a:lnTo>
                        <a:close/>
                      </a:path>
                    </a:pathLst>
                  </a:custGeom>
                  <a:solidFill>
                    <a:srgbClr val="302534"/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PPOSans R"/>
                      <a:ea typeface="OPPOSans R"/>
                      <a:cs typeface="+mn-cs"/>
                    </a:endParaRPr>
                  </a:p>
                </p:txBody>
              </p:sp>
            </p:grpSp>
            <p:grpSp>
              <p:nvGrpSpPr>
                <p:cNvPr id="13" name="图形 37"/>
                <p:cNvGrpSpPr/>
                <p:nvPr/>
              </p:nvGrpSpPr>
              <p:grpSpPr>
                <a:xfrm>
                  <a:off x="8049832" y="5242505"/>
                  <a:ext cx="982020" cy="329983"/>
                  <a:chOff x="8049832" y="5242505"/>
                  <a:chExt cx="982020" cy="329983"/>
                </a:xfrm>
              </p:grpSpPr>
              <p:grpSp>
                <p:nvGrpSpPr>
                  <p:cNvPr id="14" name="图形 37"/>
                  <p:cNvGrpSpPr/>
                  <p:nvPr/>
                </p:nvGrpSpPr>
                <p:grpSpPr>
                  <a:xfrm>
                    <a:off x="8053263" y="5293950"/>
                    <a:ext cx="31820" cy="21358"/>
                    <a:chOff x="8053263" y="5293950"/>
                    <a:chExt cx="31820" cy="21358"/>
                  </a:xfrm>
                </p:grpSpPr>
                <p:sp>
                  <p:nvSpPr>
                    <p:cNvPr id="15" name="任意多边形: 形状 1382"/>
                    <p:cNvSpPr/>
                    <p:nvPr>
                      <p:custDataLst>
                        <p:tags r:id="rId127"/>
                      </p:custDataLst>
                    </p:nvPr>
                  </p:nvSpPr>
                  <p:spPr>
                    <a:xfrm>
                      <a:off x="8053263" y="5293950"/>
                      <a:ext cx="31820" cy="21358"/>
                    </a:xfrm>
                    <a:custGeom>
                      <a:avLst/>
                      <a:gdLst>
                        <a:gd name="connsiteX0" fmla="*/ 6974 w 31820"/>
                        <a:gd name="connsiteY0" fmla="*/ 10461 h 21358"/>
                        <a:gd name="connsiteX1" fmla="*/ 0 w 31820"/>
                        <a:gd name="connsiteY1" fmla="*/ 0 h 21358"/>
                        <a:gd name="connsiteX2" fmla="*/ 7410 w 31820"/>
                        <a:gd name="connsiteY2" fmla="*/ 6974 h 21358"/>
                        <a:gd name="connsiteX3" fmla="*/ 24846 w 31820"/>
                        <a:gd name="connsiteY3" fmla="*/ 10897 h 21358"/>
                        <a:gd name="connsiteX4" fmla="*/ 31820 w 31820"/>
                        <a:gd name="connsiteY4" fmla="*/ 21359 h 21358"/>
                        <a:gd name="connsiteX5" fmla="*/ 14385 w 31820"/>
                        <a:gd name="connsiteY5" fmla="*/ 17436 h 21358"/>
                        <a:gd name="connsiteX6" fmla="*/ 6974 w 31820"/>
                        <a:gd name="connsiteY6" fmla="*/ 10461 h 2135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31820" h="21358">
                          <a:moveTo>
                            <a:pt x="6974" y="10461"/>
                          </a:moveTo>
                          <a:lnTo>
                            <a:pt x="0" y="0"/>
                          </a:lnTo>
                          <a:cubicBezTo>
                            <a:pt x="1744" y="2615"/>
                            <a:pt x="4359" y="5231"/>
                            <a:pt x="7410" y="6974"/>
                          </a:cubicBezTo>
                          <a:cubicBezTo>
                            <a:pt x="12205" y="10025"/>
                            <a:pt x="18308" y="11333"/>
                            <a:pt x="24846" y="10897"/>
                          </a:cubicBezTo>
                          <a:lnTo>
                            <a:pt x="31820" y="21359"/>
                          </a:lnTo>
                          <a:cubicBezTo>
                            <a:pt x="25282" y="21359"/>
                            <a:pt x="19179" y="20051"/>
                            <a:pt x="14385" y="17436"/>
                          </a:cubicBezTo>
                          <a:cubicBezTo>
                            <a:pt x="11333" y="15692"/>
                            <a:pt x="8718" y="13077"/>
                            <a:pt x="6974" y="10461"/>
                          </a:cubicBezTo>
                          <a:close/>
                        </a:path>
                      </a:pathLst>
                    </a:custGeom>
                    <a:solidFill>
                      <a:srgbClr val="251B28"/>
                    </a:solidFill>
                    <a:ln w="43489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OPPOSans R"/>
                        <a:ea typeface="OPPOSans R"/>
                        <a:cs typeface="+mn-cs"/>
                      </a:endParaRPr>
                    </a:p>
                  </p:txBody>
                </p:sp>
                <p:sp>
                  <p:nvSpPr>
                    <p:cNvPr id="16" name="任意多边形: 形状 1383"/>
                    <p:cNvSpPr/>
                    <p:nvPr>
                      <p:custDataLst>
                        <p:tags r:id="rId128"/>
                      </p:custDataLst>
                    </p:nvPr>
                  </p:nvSpPr>
                  <p:spPr>
                    <a:xfrm>
                      <a:off x="8053263" y="5293950"/>
                      <a:ext cx="31820" cy="21358"/>
                    </a:xfrm>
                    <a:custGeom>
                      <a:avLst/>
                      <a:gdLst>
                        <a:gd name="connsiteX0" fmla="*/ 24846 w 31820"/>
                        <a:gd name="connsiteY0" fmla="*/ 10897 h 21358"/>
                        <a:gd name="connsiteX1" fmla="*/ 31820 w 31820"/>
                        <a:gd name="connsiteY1" fmla="*/ 21359 h 21358"/>
                        <a:gd name="connsiteX2" fmla="*/ 14385 w 31820"/>
                        <a:gd name="connsiteY2" fmla="*/ 17436 h 21358"/>
                        <a:gd name="connsiteX3" fmla="*/ 6974 w 31820"/>
                        <a:gd name="connsiteY3" fmla="*/ 10461 h 21358"/>
                        <a:gd name="connsiteX4" fmla="*/ 0 w 31820"/>
                        <a:gd name="connsiteY4" fmla="*/ 0 h 21358"/>
                        <a:gd name="connsiteX5" fmla="*/ 7410 w 31820"/>
                        <a:gd name="connsiteY5" fmla="*/ 6974 h 21358"/>
                        <a:gd name="connsiteX6" fmla="*/ 24846 w 31820"/>
                        <a:gd name="connsiteY6" fmla="*/ 10897 h 21358"/>
                        <a:gd name="connsiteX7" fmla="*/ 24846 w 31820"/>
                        <a:gd name="connsiteY7" fmla="*/ 10897 h 2135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31820" h="21358">
                          <a:moveTo>
                            <a:pt x="24846" y="10897"/>
                          </a:moveTo>
                          <a:lnTo>
                            <a:pt x="31820" y="21359"/>
                          </a:lnTo>
                          <a:cubicBezTo>
                            <a:pt x="25282" y="21359"/>
                            <a:pt x="19179" y="20051"/>
                            <a:pt x="14385" y="17436"/>
                          </a:cubicBezTo>
                          <a:cubicBezTo>
                            <a:pt x="11333" y="15692"/>
                            <a:pt x="8718" y="13077"/>
                            <a:pt x="6974" y="10461"/>
                          </a:cubicBezTo>
                          <a:lnTo>
                            <a:pt x="0" y="0"/>
                          </a:lnTo>
                          <a:cubicBezTo>
                            <a:pt x="1744" y="2615"/>
                            <a:pt x="4359" y="5231"/>
                            <a:pt x="7410" y="6974"/>
                          </a:cubicBezTo>
                          <a:cubicBezTo>
                            <a:pt x="12205" y="10025"/>
                            <a:pt x="18308" y="11333"/>
                            <a:pt x="24846" y="10897"/>
                          </a:cubicBezTo>
                          <a:lnTo>
                            <a:pt x="24846" y="10897"/>
                          </a:lnTo>
                          <a:close/>
                        </a:path>
                      </a:pathLst>
                    </a:custGeom>
                    <a:solidFill>
                      <a:srgbClr val="1F1F23"/>
                    </a:solidFill>
                    <a:ln w="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OPPOSans R"/>
                        <a:ea typeface="OPPOSans R"/>
                        <a:cs typeface="+mn-cs"/>
                      </a:endParaRPr>
                    </a:p>
                  </p:txBody>
                </p:sp>
              </p:grpSp>
              <p:sp>
                <p:nvSpPr>
                  <p:cNvPr id="17" name="任意多边形: 形状 1373"/>
                  <p:cNvSpPr/>
                  <p:nvPr>
                    <p:custDataLst>
                      <p:tags r:id="rId129"/>
                    </p:custDataLst>
                  </p:nvPr>
                </p:nvSpPr>
                <p:spPr>
                  <a:xfrm>
                    <a:off x="8078110" y="5288719"/>
                    <a:ext cx="299897" cy="26589"/>
                  </a:xfrm>
                  <a:custGeom>
                    <a:avLst/>
                    <a:gdLst>
                      <a:gd name="connsiteX0" fmla="*/ 292923 w 299897"/>
                      <a:gd name="connsiteY0" fmla="*/ 0 h 26589"/>
                      <a:gd name="connsiteX1" fmla="*/ 299897 w 299897"/>
                      <a:gd name="connsiteY1" fmla="*/ 10461 h 26589"/>
                      <a:gd name="connsiteX2" fmla="*/ 6974 w 299897"/>
                      <a:gd name="connsiteY2" fmla="*/ 26590 h 26589"/>
                      <a:gd name="connsiteX3" fmla="*/ 0 w 299897"/>
                      <a:gd name="connsiteY3" fmla="*/ 16128 h 26589"/>
                      <a:gd name="connsiteX4" fmla="*/ 292923 w 299897"/>
                      <a:gd name="connsiteY4" fmla="*/ 0 h 265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99897" h="26589">
                        <a:moveTo>
                          <a:pt x="292923" y="0"/>
                        </a:moveTo>
                        <a:lnTo>
                          <a:pt x="299897" y="10461"/>
                        </a:lnTo>
                        <a:lnTo>
                          <a:pt x="6974" y="26590"/>
                        </a:lnTo>
                        <a:lnTo>
                          <a:pt x="0" y="16128"/>
                        </a:lnTo>
                        <a:lnTo>
                          <a:pt x="292923" y="0"/>
                        </a:lnTo>
                        <a:close/>
                      </a:path>
                    </a:pathLst>
                  </a:custGeom>
                  <a:solidFill>
                    <a:srgbClr val="251B28"/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PPOSans R"/>
                      <a:ea typeface="OPPOSans R"/>
                      <a:cs typeface="+mn-cs"/>
                    </a:endParaRPr>
                  </a:p>
                </p:txBody>
              </p:sp>
              <p:sp>
                <p:nvSpPr>
                  <p:cNvPr id="22" name="任意多边形: 形状 1374"/>
                  <p:cNvSpPr/>
                  <p:nvPr>
                    <p:custDataLst>
                      <p:tags r:id="rId130"/>
                    </p:custDataLst>
                  </p:nvPr>
                </p:nvSpPr>
                <p:spPr>
                  <a:xfrm>
                    <a:off x="8371032" y="5251232"/>
                    <a:ext cx="13948" cy="47948"/>
                  </a:xfrm>
                  <a:custGeom>
                    <a:avLst/>
                    <a:gdLst>
                      <a:gd name="connsiteX0" fmla="*/ 6974 w 13948"/>
                      <a:gd name="connsiteY0" fmla="*/ 0 h 47948"/>
                      <a:gd name="connsiteX1" fmla="*/ 13949 w 13948"/>
                      <a:gd name="connsiteY1" fmla="*/ 10461 h 47948"/>
                      <a:gd name="connsiteX2" fmla="*/ 6974 w 13948"/>
                      <a:gd name="connsiteY2" fmla="*/ 47949 h 47948"/>
                      <a:gd name="connsiteX3" fmla="*/ 0 w 13948"/>
                      <a:gd name="connsiteY3" fmla="*/ 37487 h 47948"/>
                      <a:gd name="connsiteX4" fmla="*/ 6974 w 13948"/>
                      <a:gd name="connsiteY4" fmla="*/ 0 h 4794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948" h="47948">
                        <a:moveTo>
                          <a:pt x="6974" y="0"/>
                        </a:moveTo>
                        <a:lnTo>
                          <a:pt x="13949" y="10461"/>
                        </a:lnTo>
                        <a:lnTo>
                          <a:pt x="6974" y="47949"/>
                        </a:lnTo>
                        <a:lnTo>
                          <a:pt x="0" y="37487"/>
                        </a:lnTo>
                        <a:lnTo>
                          <a:pt x="6974" y="0"/>
                        </a:lnTo>
                        <a:close/>
                      </a:path>
                    </a:pathLst>
                  </a:custGeom>
                  <a:solidFill>
                    <a:srgbClr val="302534"/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PPOSans R"/>
                      <a:ea typeface="OPPOSans R"/>
                      <a:cs typeface="+mn-cs"/>
                    </a:endParaRPr>
                  </a:p>
                </p:txBody>
              </p:sp>
              <p:sp>
                <p:nvSpPr>
                  <p:cNvPr id="63" name="任意多边形: 形状 1375"/>
                  <p:cNvSpPr/>
                  <p:nvPr>
                    <p:custDataLst>
                      <p:tags r:id="rId131"/>
                    </p:custDataLst>
                  </p:nvPr>
                </p:nvSpPr>
                <p:spPr>
                  <a:xfrm>
                    <a:off x="8049832" y="5242505"/>
                    <a:ext cx="328610" cy="62342"/>
                  </a:xfrm>
                  <a:custGeom>
                    <a:avLst/>
                    <a:gdLst>
                      <a:gd name="connsiteX0" fmla="*/ 328175 w 328610"/>
                      <a:gd name="connsiteY0" fmla="*/ 8727 h 62342"/>
                      <a:gd name="connsiteX1" fmla="*/ 321201 w 328610"/>
                      <a:gd name="connsiteY1" fmla="*/ 46214 h 62342"/>
                      <a:gd name="connsiteX2" fmla="*/ 28714 w 328610"/>
                      <a:gd name="connsiteY2" fmla="*/ 62343 h 62342"/>
                      <a:gd name="connsiteX3" fmla="*/ 11278 w 328610"/>
                      <a:gd name="connsiteY3" fmla="*/ 58419 h 62342"/>
                      <a:gd name="connsiteX4" fmla="*/ 380 w 328610"/>
                      <a:gd name="connsiteY4" fmla="*/ 32702 h 62342"/>
                      <a:gd name="connsiteX5" fmla="*/ 42226 w 328610"/>
                      <a:gd name="connsiteY5" fmla="*/ 9 h 62342"/>
                      <a:gd name="connsiteX6" fmla="*/ 328611 w 328610"/>
                      <a:gd name="connsiteY6" fmla="*/ 8291 h 6234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328610" h="62342">
                        <a:moveTo>
                          <a:pt x="328175" y="8727"/>
                        </a:moveTo>
                        <a:lnTo>
                          <a:pt x="321201" y="46214"/>
                        </a:lnTo>
                        <a:lnTo>
                          <a:pt x="28714" y="62343"/>
                        </a:lnTo>
                        <a:cubicBezTo>
                          <a:pt x="22175" y="62343"/>
                          <a:pt x="16073" y="61035"/>
                          <a:pt x="11278" y="58419"/>
                        </a:cubicBezTo>
                        <a:cubicBezTo>
                          <a:pt x="2996" y="53189"/>
                          <a:pt x="-1363" y="44035"/>
                          <a:pt x="380" y="32702"/>
                        </a:cubicBezTo>
                        <a:cubicBezTo>
                          <a:pt x="3867" y="14394"/>
                          <a:pt x="23047" y="-427"/>
                          <a:pt x="42226" y="9"/>
                        </a:cubicBezTo>
                        <a:lnTo>
                          <a:pt x="328611" y="8291"/>
                        </a:lnTo>
                        <a:close/>
                      </a:path>
                    </a:pathLst>
                  </a:custGeom>
                  <a:solidFill>
                    <a:srgbClr val="302534"/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PPOSans R"/>
                      <a:ea typeface="OPPOSans R"/>
                      <a:cs typeface="+mn-cs"/>
                    </a:endParaRPr>
                  </a:p>
                </p:txBody>
              </p:sp>
              <p:grpSp>
                <p:nvGrpSpPr>
                  <p:cNvPr id="64" name="图形 37"/>
                  <p:cNvGrpSpPr/>
                  <p:nvPr/>
                </p:nvGrpSpPr>
                <p:grpSpPr>
                  <a:xfrm>
                    <a:off x="8371032" y="5288338"/>
                    <a:ext cx="256743" cy="70560"/>
                    <a:chOff x="8371032" y="5288338"/>
                    <a:chExt cx="256743" cy="70560"/>
                  </a:xfrm>
                </p:grpSpPr>
                <p:sp>
                  <p:nvSpPr>
                    <p:cNvPr id="23" name="任意多边形: 形状 1380"/>
                    <p:cNvSpPr/>
                    <p:nvPr>
                      <p:custDataLst>
                        <p:tags r:id="rId132"/>
                      </p:custDataLst>
                    </p:nvPr>
                  </p:nvSpPr>
                  <p:spPr>
                    <a:xfrm>
                      <a:off x="8371032" y="5288338"/>
                      <a:ext cx="256743" cy="70560"/>
                    </a:xfrm>
                    <a:custGeom>
                      <a:avLst/>
                      <a:gdLst>
                        <a:gd name="connsiteX0" fmla="*/ 249769 w 256743"/>
                        <a:gd name="connsiteY0" fmla="*/ 60099 h 70560"/>
                        <a:gd name="connsiteX1" fmla="*/ 256743 w 256743"/>
                        <a:gd name="connsiteY1" fmla="*/ 70561 h 70560"/>
                        <a:gd name="connsiteX2" fmla="*/ 6974 w 256743"/>
                        <a:gd name="connsiteY2" fmla="*/ 10843 h 70560"/>
                        <a:gd name="connsiteX3" fmla="*/ 0 w 256743"/>
                        <a:gd name="connsiteY3" fmla="*/ 381 h 70560"/>
                        <a:gd name="connsiteX4" fmla="*/ 249769 w 256743"/>
                        <a:gd name="connsiteY4" fmla="*/ 60099 h 7056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56743" h="70560">
                          <a:moveTo>
                            <a:pt x="249769" y="60099"/>
                          </a:moveTo>
                          <a:lnTo>
                            <a:pt x="256743" y="70561"/>
                          </a:lnTo>
                          <a:cubicBezTo>
                            <a:pt x="186564" y="27843"/>
                            <a:pt x="100256" y="7356"/>
                            <a:pt x="6974" y="10843"/>
                          </a:cubicBezTo>
                          <a:lnTo>
                            <a:pt x="0" y="381"/>
                          </a:lnTo>
                          <a:cubicBezTo>
                            <a:pt x="92846" y="-3106"/>
                            <a:pt x="179590" y="17381"/>
                            <a:pt x="249769" y="60099"/>
                          </a:cubicBezTo>
                          <a:close/>
                        </a:path>
                      </a:pathLst>
                    </a:custGeom>
                    <a:solidFill>
                      <a:srgbClr val="251B28"/>
                    </a:solidFill>
                    <a:ln w="43489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OPPOSans R"/>
                        <a:ea typeface="OPPOSans R"/>
                        <a:cs typeface="+mn-cs"/>
                      </a:endParaRPr>
                    </a:p>
                  </p:txBody>
                </p:sp>
                <p:sp>
                  <p:nvSpPr>
                    <p:cNvPr id="25" name="任意多边形: 形状 1381"/>
                    <p:cNvSpPr/>
                    <p:nvPr>
                      <p:custDataLst>
                        <p:tags r:id="rId133"/>
                      </p:custDataLst>
                    </p:nvPr>
                  </p:nvSpPr>
                  <p:spPr>
                    <a:xfrm>
                      <a:off x="8371032" y="5288338"/>
                      <a:ext cx="256743" cy="70560"/>
                    </a:xfrm>
                    <a:custGeom>
                      <a:avLst/>
                      <a:gdLst>
                        <a:gd name="connsiteX0" fmla="*/ 249769 w 256743"/>
                        <a:gd name="connsiteY0" fmla="*/ 60099 h 70560"/>
                        <a:gd name="connsiteX1" fmla="*/ 256743 w 256743"/>
                        <a:gd name="connsiteY1" fmla="*/ 70561 h 70560"/>
                        <a:gd name="connsiteX2" fmla="*/ 6974 w 256743"/>
                        <a:gd name="connsiteY2" fmla="*/ 10843 h 70560"/>
                        <a:gd name="connsiteX3" fmla="*/ 0 w 256743"/>
                        <a:gd name="connsiteY3" fmla="*/ 381 h 70560"/>
                        <a:gd name="connsiteX4" fmla="*/ 249769 w 256743"/>
                        <a:gd name="connsiteY4" fmla="*/ 60099 h 70560"/>
                        <a:gd name="connsiteX5" fmla="*/ 249769 w 256743"/>
                        <a:gd name="connsiteY5" fmla="*/ 60099 h 7056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256743" h="70560">
                          <a:moveTo>
                            <a:pt x="249769" y="60099"/>
                          </a:moveTo>
                          <a:lnTo>
                            <a:pt x="256743" y="70561"/>
                          </a:lnTo>
                          <a:cubicBezTo>
                            <a:pt x="186564" y="27843"/>
                            <a:pt x="100256" y="7356"/>
                            <a:pt x="6974" y="10843"/>
                          </a:cubicBezTo>
                          <a:lnTo>
                            <a:pt x="0" y="381"/>
                          </a:lnTo>
                          <a:cubicBezTo>
                            <a:pt x="92846" y="-3106"/>
                            <a:pt x="179590" y="17381"/>
                            <a:pt x="249769" y="60099"/>
                          </a:cubicBezTo>
                          <a:lnTo>
                            <a:pt x="249769" y="60099"/>
                          </a:lnTo>
                          <a:close/>
                        </a:path>
                      </a:pathLst>
                    </a:custGeom>
                    <a:solidFill>
                      <a:srgbClr val="646370"/>
                    </a:solidFill>
                    <a:ln w="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OPPOSans R"/>
                        <a:ea typeface="OPPOSans R"/>
                        <a:cs typeface="+mn-cs"/>
                      </a:endParaRPr>
                    </a:p>
                  </p:txBody>
                </p:sp>
              </p:grpSp>
              <p:sp>
                <p:nvSpPr>
                  <p:cNvPr id="26" name="任意多边形: 形状 1377"/>
                  <p:cNvSpPr/>
                  <p:nvPr>
                    <p:custDataLst>
                      <p:tags r:id="rId134"/>
                    </p:custDataLst>
                  </p:nvPr>
                </p:nvSpPr>
                <p:spPr>
                  <a:xfrm>
                    <a:off x="8620801" y="5348437"/>
                    <a:ext cx="357871" cy="224051"/>
                  </a:xfrm>
                  <a:custGeom>
                    <a:avLst/>
                    <a:gdLst>
                      <a:gd name="connsiteX0" fmla="*/ 350897 w 357871"/>
                      <a:gd name="connsiteY0" fmla="*/ 213589 h 224051"/>
                      <a:gd name="connsiteX1" fmla="*/ 357871 w 357871"/>
                      <a:gd name="connsiteY1" fmla="*/ 224051 h 224051"/>
                      <a:gd name="connsiteX2" fmla="*/ 6974 w 357871"/>
                      <a:gd name="connsiteY2" fmla="*/ 10461 h 224051"/>
                      <a:gd name="connsiteX3" fmla="*/ 0 w 357871"/>
                      <a:gd name="connsiteY3" fmla="*/ 0 h 224051"/>
                      <a:gd name="connsiteX4" fmla="*/ 350897 w 357871"/>
                      <a:gd name="connsiteY4" fmla="*/ 213589 h 22405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357871" h="224051">
                        <a:moveTo>
                          <a:pt x="350897" y="213589"/>
                        </a:moveTo>
                        <a:lnTo>
                          <a:pt x="357871" y="224051"/>
                        </a:lnTo>
                        <a:lnTo>
                          <a:pt x="6974" y="10461"/>
                        </a:lnTo>
                        <a:lnTo>
                          <a:pt x="0" y="0"/>
                        </a:lnTo>
                        <a:lnTo>
                          <a:pt x="350897" y="213589"/>
                        </a:lnTo>
                        <a:close/>
                      </a:path>
                    </a:pathLst>
                  </a:custGeom>
                  <a:solidFill>
                    <a:srgbClr val="646370"/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PPOSans R"/>
                      <a:ea typeface="OPPOSans R"/>
                      <a:cs typeface="+mn-cs"/>
                    </a:endParaRPr>
                  </a:p>
                </p:txBody>
              </p:sp>
              <p:sp>
                <p:nvSpPr>
                  <p:cNvPr id="44" name="任意多边形: 形状 1378"/>
                  <p:cNvSpPr/>
                  <p:nvPr>
                    <p:custDataLst>
                      <p:tags r:id="rId135"/>
                    </p:custDataLst>
                  </p:nvPr>
                </p:nvSpPr>
                <p:spPr>
                  <a:xfrm>
                    <a:off x="8971699" y="5502745"/>
                    <a:ext cx="60153" cy="69743"/>
                  </a:xfrm>
                  <a:custGeom>
                    <a:avLst/>
                    <a:gdLst>
                      <a:gd name="connsiteX0" fmla="*/ 53180 w 60153"/>
                      <a:gd name="connsiteY0" fmla="*/ 0 h 69743"/>
                      <a:gd name="connsiteX1" fmla="*/ 60154 w 60153"/>
                      <a:gd name="connsiteY1" fmla="*/ 10461 h 69743"/>
                      <a:gd name="connsiteX2" fmla="*/ 6974 w 60153"/>
                      <a:gd name="connsiteY2" fmla="*/ 69743 h 69743"/>
                      <a:gd name="connsiteX3" fmla="*/ 0 w 60153"/>
                      <a:gd name="connsiteY3" fmla="*/ 59282 h 69743"/>
                      <a:gd name="connsiteX4" fmla="*/ 53180 w 60153"/>
                      <a:gd name="connsiteY4" fmla="*/ 0 h 6974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60153" h="69743">
                        <a:moveTo>
                          <a:pt x="53180" y="0"/>
                        </a:moveTo>
                        <a:lnTo>
                          <a:pt x="60154" y="10461"/>
                        </a:lnTo>
                        <a:lnTo>
                          <a:pt x="6974" y="69743"/>
                        </a:lnTo>
                        <a:lnTo>
                          <a:pt x="0" y="59282"/>
                        </a:lnTo>
                        <a:lnTo>
                          <a:pt x="53180" y="0"/>
                        </a:lnTo>
                        <a:close/>
                      </a:path>
                    </a:pathLst>
                  </a:custGeom>
                  <a:solidFill>
                    <a:srgbClr val="929292"/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PPOSans R"/>
                      <a:ea typeface="OPPOSans R"/>
                      <a:cs typeface="+mn-cs"/>
                    </a:endParaRPr>
                  </a:p>
                </p:txBody>
              </p:sp>
              <p:sp>
                <p:nvSpPr>
                  <p:cNvPr id="77" name="任意多边形: 形状 1379"/>
                  <p:cNvSpPr/>
                  <p:nvPr>
                    <p:custDataLst>
                      <p:tags r:id="rId136"/>
                    </p:custDataLst>
                  </p:nvPr>
                </p:nvSpPr>
                <p:spPr>
                  <a:xfrm>
                    <a:off x="8370596" y="5250826"/>
                    <a:ext cx="654281" cy="310764"/>
                  </a:xfrm>
                  <a:custGeom>
                    <a:avLst/>
                    <a:gdLst>
                      <a:gd name="connsiteX0" fmla="*/ 654282 w 654281"/>
                      <a:gd name="connsiteY0" fmla="*/ 251918 h 310764"/>
                      <a:gd name="connsiteX1" fmla="*/ 601102 w 654281"/>
                      <a:gd name="connsiteY1" fmla="*/ 310764 h 310764"/>
                      <a:gd name="connsiteX2" fmla="*/ 249769 w 654281"/>
                      <a:gd name="connsiteY2" fmla="*/ 97611 h 310764"/>
                      <a:gd name="connsiteX3" fmla="*/ 0 w 654281"/>
                      <a:gd name="connsiteY3" fmla="*/ 37893 h 310764"/>
                      <a:gd name="connsiteX4" fmla="*/ 6974 w 654281"/>
                      <a:gd name="connsiteY4" fmla="*/ 405 h 310764"/>
                      <a:gd name="connsiteX5" fmla="*/ 273743 w 654281"/>
                      <a:gd name="connsiteY5" fmla="*/ 61867 h 310764"/>
                      <a:gd name="connsiteX6" fmla="*/ 653846 w 654281"/>
                      <a:gd name="connsiteY6" fmla="*/ 251918 h 31076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54281" h="310764">
                        <a:moveTo>
                          <a:pt x="654282" y="251918"/>
                        </a:moveTo>
                        <a:lnTo>
                          <a:pt x="601102" y="310764"/>
                        </a:lnTo>
                        <a:lnTo>
                          <a:pt x="249769" y="97611"/>
                        </a:lnTo>
                        <a:cubicBezTo>
                          <a:pt x="179590" y="54893"/>
                          <a:pt x="93282" y="34405"/>
                          <a:pt x="0" y="37893"/>
                        </a:cubicBezTo>
                        <a:lnTo>
                          <a:pt x="6974" y="405"/>
                        </a:lnTo>
                        <a:cubicBezTo>
                          <a:pt x="107667" y="-3517"/>
                          <a:pt x="193538" y="21329"/>
                          <a:pt x="273743" y="61867"/>
                        </a:cubicBezTo>
                        <a:cubicBezTo>
                          <a:pt x="346974" y="98918"/>
                          <a:pt x="638589" y="244508"/>
                          <a:pt x="653846" y="251918"/>
                        </a:cubicBezTo>
                        <a:close/>
                      </a:path>
                    </a:pathLst>
                  </a:custGeom>
                  <a:solidFill>
                    <a:srgbClr val="938FA3"/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PPOSans R"/>
                      <a:ea typeface="OPPOSans R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79" name="图形 37"/>
              <p:cNvGrpSpPr/>
              <p:nvPr/>
            </p:nvGrpSpPr>
            <p:grpSpPr>
              <a:xfrm>
                <a:off x="8567274" y="5229283"/>
                <a:ext cx="496531" cy="438546"/>
                <a:chOff x="8567274" y="5229283"/>
                <a:chExt cx="496531" cy="438546"/>
              </a:xfrm>
            </p:grpSpPr>
            <p:grpSp>
              <p:nvGrpSpPr>
                <p:cNvPr id="80" name="图形 37"/>
                <p:cNvGrpSpPr/>
                <p:nvPr/>
              </p:nvGrpSpPr>
              <p:grpSpPr>
                <a:xfrm>
                  <a:off x="8578955" y="5503180"/>
                  <a:ext cx="29641" cy="31820"/>
                  <a:chOff x="8578955" y="5503180"/>
                  <a:chExt cx="29641" cy="31820"/>
                </a:xfrm>
                <a:solidFill>
                  <a:srgbClr val="80DEEA"/>
                </a:solidFill>
              </p:grpSpPr>
              <p:sp>
                <p:nvSpPr>
                  <p:cNvPr id="82" name="任意多边形: 形状 1368"/>
                  <p:cNvSpPr/>
                  <p:nvPr>
                    <p:custDataLst>
                      <p:tags r:id="rId137"/>
                    </p:custDataLst>
                  </p:nvPr>
                </p:nvSpPr>
                <p:spPr>
                  <a:xfrm>
                    <a:off x="8578955" y="5503180"/>
                    <a:ext cx="29205" cy="31820"/>
                  </a:xfrm>
                  <a:custGeom>
                    <a:avLst/>
                    <a:gdLst>
                      <a:gd name="connsiteX0" fmla="*/ 7410 w 29205"/>
                      <a:gd name="connsiteY0" fmla="*/ 10897 h 31820"/>
                      <a:gd name="connsiteX1" fmla="*/ 0 w 29205"/>
                      <a:gd name="connsiteY1" fmla="*/ 0 h 31820"/>
                      <a:gd name="connsiteX2" fmla="*/ 21795 w 29205"/>
                      <a:gd name="connsiteY2" fmla="*/ 20923 h 31820"/>
                      <a:gd name="connsiteX3" fmla="*/ 29205 w 29205"/>
                      <a:gd name="connsiteY3" fmla="*/ 31821 h 31820"/>
                      <a:gd name="connsiteX4" fmla="*/ 7410 w 29205"/>
                      <a:gd name="connsiteY4" fmla="*/ 10897 h 318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9205" h="31820">
                        <a:moveTo>
                          <a:pt x="7410" y="10897"/>
                        </a:moveTo>
                        <a:lnTo>
                          <a:pt x="0" y="0"/>
                        </a:lnTo>
                        <a:cubicBezTo>
                          <a:pt x="5667" y="8282"/>
                          <a:pt x="13077" y="15256"/>
                          <a:pt x="21795" y="20923"/>
                        </a:cubicBezTo>
                        <a:lnTo>
                          <a:pt x="29205" y="31821"/>
                        </a:lnTo>
                        <a:cubicBezTo>
                          <a:pt x="20051" y="26154"/>
                          <a:pt x="12641" y="19180"/>
                          <a:pt x="7410" y="10897"/>
                        </a:cubicBezTo>
                        <a:close/>
                      </a:path>
                    </a:pathLst>
                  </a:custGeom>
                  <a:solidFill>
                    <a:srgbClr val="80DEEA"/>
                  </a:solidFill>
                  <a:ln w="43489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PPOSans R"/>
                      <a:ea typeface="OPPOSans R"/>
                      <a:cs typeface="+mn-cs"/>
                    </a:endParaRPr>
                  </a:p>
                </p:txBody>
              </p:sp>
              <p:sp>
                <p:nvSpPr>
                  <p:cNvPr id="87" name="任意多边形: 形状 1369"/>
                  <p:cNvSpPr/>
                  <p:nvPr>
                    <p:custDataLst>
                      <p:tags r:id="rId138"/>
                    </p:custDataLst>
                  </p:nvPr>
                </p:nvSpPr>
                <p:spPr>
                  <a:xfrm>
                    <a:off x="8579391" y="5503180"/>
                    <a:ext cx="29205" cy="31820"/>
                  </a:xfrm>
                  <a:custGeom>
                    <a:avLst/>
                    <a:gdLst>
                      <a:gd name="connsiteX0" fmla="*/ 21795 w 29205"/>
                      <a:gd name="connsiteY0" fmla="*/ 20923 h 31820"/>
                      <a:gd name="connsiteX1" fmla="*/ 29205 w 29205"/>
                      <a:gd name="connsiteY1" fmla="*/ 31821 h 31820"/>
                      <a:gd name="connsiteX2" fmla="*/ 7410 w 29205"/>
                      <a:gd name="connsiteY2" fmla="*/ 10897 h 31820"/>
                      <a:gd name="connsiteX3" fmla="*/ 0 w 29205"/>
                      <a:gd name="connsiteY3" fmla="*/ 0 h 31820"/>
                      <a:gd name="connsiteX4" fmla="*/ 21795 w 29205"/>
                      <a:gd name="connsiteY4" fmla="*/ 20923 h 31820"/>
                      <a:gd name="connsiteX5" fmla="*/ 21795 w 29205"/>
                      <a:gd name="connsiteY5" fmla="*/ 20923 h 318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29205" h="31820">
                        <a:moveTo>
                          <a:pt x="21795" y="20923"/>
                        </a:moveTo>
                        <a:lnTo>
                          <a:pt x="29205" y="31821"/>
                        </a:lnTo>
                        <a:cubicBezTo>
                          <a:pt x="20051" y="26154"/>
                          <a:pt x="12641" y="19180"/>
                          <a:pt x="7410" y="10897"/>
                        </a:cubicBezTo>
                        <a:lnTo>
                          <a:pt x="0" y="0"/>
                        </a:lnTo>
                        <a:cubicBezTo>
                          <a:pt x="5667" y="8282"/>
                          <a:pt x="13077" y="15256"/>
                          <a:pt x="21795" y="20923"/>
                        </a:cubicBezTo>
                        <a:lnTo>
                          <a:pt x="21795" y="20923"/>
                        </a:lnTo>
                        <a:close/>
                      </a:path>
                    </a:pathLst>
                  </a:custGeom>
                  <a:solidFill>
                    <a:srgbClr val="80DEEA"/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PPOSans R"/>
                      <a:ea typeface="OPPOSans R"/>
                      <a:cs typeface="+mn-cs"/>
                    </a:endParaRPr>
                  </a:p>
                </p:txBody>
              </p:sp>
            </p:grpSp>
            <p:sp>
              <p:nvSpPr>
                <p:cNvPr id="88" name="任意多边形: 形状 45"/>
                <p:cNvSpPr/>
                <p:nvPr>
                  <p:custDataLst>
                    <p:tags r:id="rId139"/>
                  </p:custDataLst>
                </p:nvPr>
              </p:nvSpPr>
              <p:spPr>
                <a:xfrm>
                  <a:off x="8601186" y="5524103"/>
                  <a:ext cx="205743" cy="131640"/>
                </a:xfrm>
                <a:custGeom>
                  <a:avLst/>
                  <a:gdLst>
                    <a:gd name="connsiteX0" fmla="*/ 198333 w 205743"/>
                    <a:gd name="connsiteY0" fmla="*/ 120743 h 131640"/>
                    <a:gd name="connsiteX1" fmla="*/ 205743 w 205743"/>
                    <a:gd name="connsiteY1" fmla="*/ 131641 h 131640"/>
                    <a:gd name="connsiteX2" fmla="*/ 6974 w 205743"/>
                    <a:gd name="connsiteY2" fmla="*/ 10897 h 131640"/>
                    <a:gd name="connsiteX3" fmla="*/ 0 w 205743"/>
                    <a:gd name="connsiteY3" fmla="*/ 0 h 131640"/>
                    <a:gd name="connsiteX4" fmla="*/ 198333 w 205743"/>
                    <a:gd name="connsiteY4" fmla="*/ 120743 h 131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05743" h="131640">
                      <a:moveTo>
                        <a:pt x="198333" y="120743"/>
                      </a:moveTo>
                      <a:lnTo>
                        <a:pt x="205743" y="131641"/>
                      </a:lnTo>
                      <a:lnTo>
                        <a:pt x="6974" y="10897"/>
                      </a:lnTo>
                      <a:lnTo>
                        <a:pt x="0" y="0"/>
                      </a:lnTo>
                      <a:lnTo>
                        <a:pt x="198333" y="120743"/>
                      </a:lnTo>
                      <a:close/>
                    </a:path>
                  </a:pathLst>
                </a:custGeom>
                <a:solidFill>
                  <a:srgbClr val="80DEEA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  <p:grpSp>
              <p:nvGrpSpPr>
                <p:cNvPr id="89" name="图形 37"/>
                <p:cNvGrpSpPr/>
                <p:nvPr/>
              </p:nvGrpSpPr>
              <p:grpSpPr>
                <a:xfrm>
                  <a:off x="9041878" y="5433437"/>
                  <a:ext cx="21926" cy="68871"/>
                  <a:chOff x="9041878" y="5433437"/>
                  <a:chExt cx="21926" cy="68871"/>
                </a:xfrm>
                <a:solidFill>
                  <a:srgbClr val="80DEEA"/>
                </a:solidFill>
              </p:grpSpPr>
              <p:sp>
                <p:nvSpPr>
                  <p:cNvPr id="90" name="任意多边形: 形状 47"/>
                  <p:cNvSpPr/>
                  <p:nvPr>
                    <p:custDataLst>
                      <p:tags r:id="rId140"/>
                    </p:custDataLst>
                  </p:nvPr>
                </p:nvSpPr>
                <p:spPr>
                  <a:xfrm>
                    <a:off x="9041878" y="5433437"/>
                    <a:ext cx="21533" cy="68435"/>
                  </a:xfrm>
                  <a:custGeom>
                    <a:avLst/>
                    <a:gdLst>
                      <a:gd name="connsiteX0" fmla="*/ 7846 w 21533"/>
                      <a:gd name="connsiteY0" fmla="*/ 0 h 68435"/>
                      <a:gd name="connsiteX1" fmla="*/ 15256 w 21533"/>
                      <a:gd name="connsiteY1" fmla="*/ 10897 h 68435"/>
                      <a:gd name="connsiteX2" fmla="*/ 7410 w 21533"/>
                      <a:gd name="connsiteY2" fmla="*/ 68436 h 68435"/>
                      <a:gd name="connsiteX3" fmla="*/ 0 w 21533"/>
                      <a:gd name="connsiteY3" fmla="*/ 57538 h 68435"/>
                      <a:gd name="connsiteX4" fmla="*/ 7846 w 21533"/>
                      <a:gd name="connsiteY4" fmla="*/ 0 h 6843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1533" h="68435">
                        <a:moveTo>
                          <a:pt x="7846" y="0"/>
                        </a:moveTo>
                        <a:lnTo>
                          <a:pt x="15256" y="10897"/>
                        </a:lnTo>
                        <a:cubicBezTo>
                          <a:pt x="25718" y="27026"/>
                          <a:pt x="23102" y="49692"/>
                          <a:pt x="7410" y="68436"/>
                        </a:cubicBezTo>
                        <a:lnTo>
                          <a:pt x="0" y="57538"/>
                        </a:lnTo>
                        <a:cubicBezTo>
                          <a:pt x="15692" y="38795"/>
                          <a:pt x="18308" y="15692"/>
                          <a:pt x="7846" y="0"/>
                        </a:cubicBezTo>
                        <a:close/>
                      </a:path>
                    </a:pathLst>
                  </a:custGeom>
                  <a:solidFill>
                    <a:srgbClr val="80DEEA"/>
                  </a:solidFill>
                  <a:ln w="43489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PPOSans R"/>
                      <a:ea typeface="OPPOSans R"/>
                      <a:cs typeface="+mn-cs"/>
                    </a:endParaRPr>
                  </a:p>
                </p:txBody>
              </p:sp>
              <p:grpSp>
                <p:nvGrpSpPr>
                  <p:cNvPr id="91" name="图形 37"/>
                  <p:cNvGrpSpPr/>
                  <p:nvPr/>
                </p:nvGrpSpPr>
                <p:grpSpPr>
                  <a:xfrm>
                    <a:off x="9042314" y="5433437"/>
                    <a:ext cx="21490" cy="68871"/>
                    <a:chOff x="9042314" y="5433437"/>
                    <a:chExt cx="21490" cy="68871"/>
                  </a:xfrm>
                  <a:solidFill>
                    <a:srgbClr val="80DEEA"/>
                  </a:solidFill>
                </p:grpSpPr>
                <p:sp>
                  <p:nvSpPr>
                    <p:cNvPr id="92" name="任意多边形: 形状 1366"/>
                    <p:cNvSpPr/>
                    <p:nvPr>
                      <p:custDataLst>
                        <p:tags r:id="rId141"/>
                      </p:custDataLst>
                    </p:nvPr>
                  </p:nvSpPr>
                  <p:spPr>
                    <a:xfrm>
                      <a:off x="9049724" y="5433437"/>
                      <a:ext cx="10461" cy="16999"/>
                    </a:xfrm>
                    <a:custGeom>
                      <a:avLst/>
                      <a:gdLst>
                        <a:gd name="connsiteX0" fmla="*/ 0 w 10461"/>
                        <a:gd name="connsiteY0" fmla="*/ 0 h 16999"/>
                        <a:gd name="connsiteX1" fmla="*/ 7410 w 10461"/>
                        <a:gd name="connsiteY1" fmla="*/ 10897 h 16999"/>
                        <a:gd name="connsiteX2" fmla="*/ 10461 w 10461"/>
                        <a:gd name="connsiteY2" fmla="*/ 17000 h 16999"/>
                        <a:gd name="connsiteX3" fmla="*/ 3051 w 10461"/>
                        <a:gd name="connsiteY3" fmla="*/ 6103 h 16999"/>
                        <a:gd name="connsiteX4" fmla="*/ 0 w 10461"/>
                        <a:gd name="connsiteY4" fmla="*/ 0 h 16999"/>
                        <a:gd name="connsiteX5" fmla="*/ 0 w 10461"/>
                        <a:gd name="connsiteY5" fmla="*/ 0 h 1699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10461" h="16999">
                          <a:moveTo>
                            <a:pt x="0" y="0"/>
                          </a:moveTo>
                          <a:lnTo>
                            <a:pt x="7410" y="10897"/>
                          </a:lnTo>
                          <a:cubicBezTo>
                            <a:pt x="7410" y="10897"/>
                            <a:pt x="9590" y="14821"/>
                            <a:pt x="10461" y="17000"/>
                          </a:cubicBezTo>
                          <a:lnTo>
                            <a:pt x="3051" y="6103"/>
                          </a:lnTo>
                          <a:cubicBezTo>
                            <a:pt x="3051" y="6103"/>
                            <a:pt x="1308" y="2180"/>
                            <a:pt x="0" y="0"/>
                          </a:cubicBez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80DEEA"/>
                    </a:solidFill>
                    <a:ln w="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OPPOSans R"/>
                        <a:ea typeface="OPPOSans R"/>
                        <a:cs typeface="+mn-cs"/>
                      </a:endParaRPr>
                    </a:p>
                  </p:txBody>
                </p:sp>
                <p:sp>
                  <p:nvSpPr>
                    <p:cNvPr id="93" name="任意多边形: 形状 1367"/>
                    <p:cNvSpPr/>
                    <p:nvPr>
                      <p:custDataLst>
                        <p:tags r:id="rId142"/>
                      </p:custDataLst>
                    </p:nvPr>
                  </p:nvSpPr>
                  <p:spPr>
                    <a:xfrm>
                      <a:off x="9042314" y="5439539"/>
                      <a:ext cx="21490" cy="62769"/>
                    </a:xfrm>
                    <a:custGeom>
                      <a:avLst/>
                      <a:gdLst>
                        <a:gd name="connsiteX0" fmla="*/ 10897 w 21490"/>
                        <a:gd name="connsiteY0" fmla="*/ 0 h 62769"/>
                        <a:gd name="connsiteX1" fmla="*/ 18308 w 21490"/>
                        <a:gd name="connsiteY1" fmla="*/ 10897 h 62769"/>
                        <a:gd name="connsiteX2" fmla="*/ 7410 w 21490"/>
                        <a:gd name="connsiteY2" fmla="*/ 62769 h 62769"/>
                        <a:gd name="connsiteX3" fmla="*/ 0 w 21490"/>
                        <a:gd name="connsiteY3" fmla="*/ 51872 h 62769"/>
                        <a:gd name="connsiteX4" fmla="*/ 10897 w 21490"/>
                        <a:gd name="connsiteY4" fmla="*/ 0 h 62769"/>
                        <a:gd name="connsiteX5" fmla="*/ 10897 w 21490"/>
                        <a:gd name="connsiteY5" fmla="*/ 0 h 6276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21490" h="62769">
                          <a:moveTo>
                            <a:pt x="10897" y="0"/>
                          </a:moveTo>
                          <a:lnTo>
                            <a:pt x="18308" y="10897"/>
                          </a:lnTo>
                          <a:cubicBezTo>
                            <a:pt x="24846" y="26154"/>
                            <a:pt x="21359" y="46205"/>
                            <a:pt x="7410" y="62769"/>
                          </a:cubicBezTo>
                          <a:lnTo>
                            <a:pt x="0" y="51872"/>
                          </a:lnTo>
                          <a:cubicBezTo>
                            <a:pt x="13949" y="35308"/>
                            <a:pt x="17436" y="15256"/>
                            <a:pt x="10897" y="0"/>
                          </a:cubicBezTo>
                          <a:lnTo>
                            <a:pt x="10897" y="0"/>
                          </a:lnTo>
                          <a:close/>
                        </a:path>
                      </a:pathLst>
                    </a:custGeom>
                    <a:solidFill>
                      <a:srgbClr val="80DEEA"/>
                    </a:solidFill>
                    <a:ln w="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OPPOSans R"/>
                        <a:ea typeface="OPPOSans R"/>
                        <a:cs typeface="+mn-cs"/>
                      </a:endParaRPr>
                    </a:p>
                  </p:txBody>
                </p:sp>
              </p:grpSp>
            </p:grpSp>
            <p:sp>
              <p:nvSpPr>
                <p:cNvPr id="94" name="任意多边形: 形状 48"/>
                <p:cNvSpPr/>
                <p:nvPr>
                  <p:custDataLst>
                    <p:tags r:id="rId143"/>
                  </p:custDataLst>
                </p:nvPr>
              </p:nvSpPr>
              <p:spPr>
                <a:xfrm>
                  <a:off x="8942929" y="5491411"/>
                  <a:ext cx="106358" cy="129461"/>
                </a:xfrm>
                <a:custGeom>
                  <a:avLst/>
                  <a:gdLst>
                    <a:gd name="connsiteX0" fmla="*/ 99384 w 106358"/>
                    <a:gd name="connsiteY0" fmla="*/ 0 h 129461"/>
                    <a:gd name="connsiteX1" fmla="*/ 106359 w 106358"/>
                    <a:gd name="connsiteY1" fmla="*/ 10897 h 129461"/>
                    <a:gd name="connsiteX2" fmla="*/ 6974 w 106358"/>
                    <a:gd name="connsiteY2" fmla="*/ 129461 h 129461"/>
                    <a:gd name="connsiteX3" fmla="*/ 0 w 106358"/>
                    <a:gd name="connsiteY3" fmla="*/ 118564 h 129461"/>
                    <a:gd name="connsiteX4" fmla="*/ 99384 w 106358"/>
                    <a:gd name="connsiteY4" fmla="*/ 0 h 1294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6358" h="129461">
                      <a:moveTo>
                        <a:pt x="99384" y="0"/>
                      </a:moveTo>
                      <a:lnTo>
                        <a:pt x="106359" y="10897"/>
                      </a:lnTo>
                      <a:lnTo>
                        <a:pt x="6974" y="129461"/>
                      </a:lnTo>
                      <a:lnTo>
                        <a:pt x="0" y="118564"/>
                      </a:lnTo>
                      <a:lnTo>
                        <a:pt x="99384" y="0"/>
                      </a:lnTo>
                      <a:close/>
                    </a:path>
                  </a:pathLst>
                </a:custGeom>
                <a:solidFill>
                  <a:srgbClr val="80DEEA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  <p:grpSp>
              <p:nvGrpSpPr>
                <p:cNvPr id="95" name="图形 37"/>
                <p:cNvGrpSpPr/>
                <p:nvPr/>
              </p:nvGrpSpPr>
              <p:grpSpPr>
                <a:xfrm>
                  <a:off x="8799519" y="5609975"/>
                  <a:ext cx="150820" cy="57854"/>
                  <a:chOff x="8799519" y="5609975"/>
                  <a:chExt cx="150820" cy="57854"/>
                </a:xfrm>
                <a:solidFill>
                  <a:srgbClr val="80DEEA"/>
                </a:solidFill>
              </p:grpSpPr>
              <p:sp>
                <p:nvSpPr>
                  <p:cNvPr id="96" name="任意多边形: 形状 50"/>
                  <p:cNvSpPr/>
                  <p:nvPr>
                    <p:custDataLst>
                      <p:tags r:id="rId144"/>
                    </p:custDataLst>
                  </p:nvPr>
                </p:nvSpPr>
                <p:spPr>
                  <a:xfrm>
                    <a:off x="8799519" y="5609975"/>
                    <a:ext cx="150820" cy="57854"/>
                  </a:xfrm>
                  <a:custGeom>
                    <a:avLst/>
                    <a:gdLst>
                      <a:gd name="connsiteX0" fmla="*/ 143410 w 150820"/>
                      <a:gd name="connsiteY0" fmla="*/ 0 h 57854"/>
                      <a:gd name="connsiteX1" fmla="*/ 150820 w 150820"/>
                      <a:gd name="connsiteY1" fmla="*/ 10897 h 57854"/>
                      <a:gd name="connsiteX2" fmla="*/ 7410 w 150820"/>
                      <a:gd name="connsiteY2" fmla="*/ 45769 h 57854"/>
                      <a:gd name="connsiteX3" fmla="*/ 0 w 150820"/>
                      <a:gd name="connsiteY3" fmla="*/ 34872 h 57854"/>
                      <a:gd name="connsiteX4" fmla="*/ 143410 w 150820"/>
                      <a:gd name="connsiteY4" fmla="*/ 0 h 5785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50820" h="57854">
                        <a:moveTo>
                          <a:pt x="143410" y="0"/>
                        </a:moveTo>
                        <a:lnTo>
                          <a:pt x="150820" y="10897"/>
                        </a:lnTo>
                        <a:cubicBezTo>
                          <a:pt x="113333" y="55359"/>
                          <a:pt x="49256" y="71051"/>
                          <a:pt x="7410" y="45769"/>
                        </a:cubicBezTo>
                        <a:lnTo>
                          <a:pt x="0" y="34872"/>
                        </a:lnTo>
                        <a:cubicBezTo>
                          <a:pt x="41846" y="60154"/>
                          <a:pt x="105923" y="44461"/>
                          <a:pt x="143410" y="0"/>
                        </a:cubicBezTo>
                        <a:close/>
                      </a:path>
                    </a:pathLst>
                  </a:custGeom>
                  <a:solidFill>
                    <a:srgbClr val="80DEEA"/>
                  </a:solidFill>
                  <a:ln w="43489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PPOSans R"/>
                      <a:ea typeface="OPPOSans R"/>
                      <a:cs typeface="+mn-cs"/>
                    </a:endParaRPr>
                  </a:p>
                </p:txBody>
              </p:sp>
              <p:grpSp>
                <p:nvGrpSpPr>
                  <p:cNvPr id="97" name="图形 37"/>
                  <p:cNvGrpSpPr/>
                  <p:nvPr/>
                </p:nvGrpSpPr>
                <p:grpSpPr>
                  <a:xfrm>
                    <a:off x="8799519" y="5609975"/>
                    <a:ext cx="150820" cy="57775"/>
                    <a:chOff x="8799519" y="5609975"/>
                    <a:chExt cx="150820" cy="57775"/>
                  </a:xfrm>
                  <a:solidFill>
                    <a:srgbClr val="80DEEA"/>
                  </a:solidFill>
                </p:grpSpPr>
                <p:sp>
                  <p:nvSpPr>
                    <p:cNvPr id="98" name="任意多边形: 形状 52"/>
                    <p:cNvSpPr/>
                    <p:nvPr>
                      <p:custDataLst>
                        <p:tags r:id="rId145"/>
                      </p:custDataLst>
                    </p:nvPr>
                  </p:nvSpPr>
                  <p:spPr>
                    <a:xfrm>
                      <a:off x="8931160" y="5609975"/>
                      <a:ext cx="19179" cy="23102"/>
                    </a:xfrm>
                    <a:custGeom>
                      <a:avLst/>
                      <a:gdLst>
                        <a:gd name="connsiteX0" fmla="*/ 11769 w 19179"/>
                        <a:gd name="connsiteY0" fmla="*/ 0 h 23102"/>
                        <a:gd name="connsiteX1" fmla="*/ 19179 w 19179"/>
                        <a:gd name="connsiteY1" fmla="*/ 10897 h 23102"/>
                        <a:gd name="connsiteX2" fmla="*/ 7410 w 19179"/>
                        <a:gd name="connsiteY2" fmla="*/ 23102 h 23102"/>
                        <a:gd name="connsiteX3" fmla="*/ 0 w 19179"/>
                        <a:gd name="connsiteY3" fmla="*/ 12205 h 23102"/>
                        <a:gd name="connsiteX4" fmla="*/ 11769 w 19179"/>
                        <a:gd name="connsiteY4" fmla="*/ 0 h 23102"/>
                        <a:gd name="connsiteX5" fmla="*/ 11769 w 19179"/>
                        <a:gd name="connsiteY5" fmla="*/ 0 h 2310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19179" h="23102">
                          <a:moveTo>
                            <a:pt x="11769" y="0"/>
                          </a:moveTo>
                          <a:lnTo>
                            <a:pt x="19179" y="10897"/>
                          </a:lnTo>
                          <a:cubicBezTo>
                            <a:pt x="15692" y="15256"/>
                            <a:pt x="11769" y="19179"/>
                            <a:pt x="7410" y="23102"/>
                          </a:cubicBezTo>
                          <a:lnTo>
                            <a:pt x="0" y="12205"/>
                          </a:lnTo>
                          <a:cubicBezTo>
                            <a:pt x="3923" y="8282"/>
                            <a:pt x="7846" y="4359"/>
                            <a:pt x="11769" y="0"/>
                          </a:cubicBezTo>
                          <a:lnTo>
                            <a:pt x="11769" y="0"/>
                          </a:lnTo>
                          <a:close/>
                        </a:path>
                      </a:pathLst>
                    </a:custGeom>
                    <a:solidFill>
                      <a:srgbClr val="80DEEA"/>
                    </a:solidFill>
                    <a:ln w="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OPPOSans R"/>
                        <a:ea typeface="OPPOSans R"/>
                        <a:cs typeface="+mn-cs"/>
                      </a:endParaRPr>
                    </a:p>
                  </p:txBody>
                </p:sp>
                <p:sp>
                  <p:nvSpPr>
                    <p:cNvPr id="99" name="任意多边形: 形状 53"/>
                    <p:cNvSpPr/>
                    <p:nvPr>
                      <p:custDataLst>
                        <p:tags r:id="rId146"/>
                      </p:custDataLst>
                    </p:nvPr>
                  </p:nvSpPr>
                  <p:spPr>
                    <a:xfrm>
                      <a:off x="8799519" y="5622180"/>
                      <a:ext cx="139051" cy="45570"/>
                    </a:xfrm>
                    <a:custGeom>
                      <a:avLst/>
                      <a:gdLst>
                        <a:gd name="connsiteX0" fmla="*/ 131641 w 139051"/>
                        <a:gd name="connsiteY0" fmla="*/ 0 h 45570"/>
                        <a:gd name="connsiteX1" fmla="*/ 139051 w 139051"/>
                        <a:gd name="connsiteY1" fmla="*/ 10897 h 45570"/>
                        <a:gd name="connsiteX2" fmla="*/ 7410 w 139051"/>
                        <a:gd name="connsiteY2" fmla="*/ 33564 h 45570"/>
                        <a:gd name="connsiteX3" fmla="*/ 0 w 139051"/>
                        <a:gd name="connsiteY3" fmla="*/ 22666 h 45570"/>
                        <a:gd name="connsiteX4" fmla="*/ 131641 w 139051"/>
                        <a:gd name="connsiteY4" fmla="*/ 0 h 45570"/>
                        <a:gd name="connsiteX5" fmla="*/ 131641 w 139051"/>
                        <a:gd name="connsiteY5" fmla="*/ 0 h 4557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139051" h="45570">
                          <a:moveTo>
                            <a:pt x="131641" y="0"/>
                          </a:moveTo>
                          <a:lnTo>
                            <a:pt x="139051" y="10897"/>
                          </a:lnTo>
                          <a:cubicBezTo>
                            <a:pt x="101128" y="45769"/>
                            <a:pt x="45333" y="56231"/>
                            <a:pt x="7410" y="33564"/>
                          </a:cubicBezTo>
                          <a:lnTo>
                            <a:pt x="0" y="22666"/>
                          </a:lnTo>
                          <a:cubicBezTo>
                            <a:pt x="37487" y="45333"/>
                            <a:pt x="93718" y="34872"/>
                            <a:pt x="131641" y="0"/>
                          </a:cubicBezTo>
                          <a:lnTo>
                            <a:pt x="131641" y="0"/>
                          </a:lnTo>
                          <a:close/>
                        </a:path>
                      </a:pathLst>
                    </a:custGeom>
                    <a:solidFill>
                      <a:srgbClr val="80DEEA"/>
                    </a:solidFill>
                    <a:ln w="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OPPOSans R"/>
                        <a:ea typeface="OPPOSans R"/>
                        <a:cs typeface="+mn-cs"/>
                      </a:endParaRPr>
                    </a:p>
                  </p:txBody>
                </p:sp>
              </p:grpSp>
            </p:grpSp>
            <p:sp>
              <p:nvSpPr>
                <p:cNvPr id="100" name="任意多边形: 形状 54"/>
                <p:cNvSpPr/>
                <p:nvPr>
                  <p:custDataLst>
                    <p:tags r:id="rId147"/>
                  </p:custDataLst>
                </p:nvPr>
              </p:nvSpPr>
              <p:spPr>
                <a:xfrm>
                  <a:off x="8567542" y="5229544"/>
                  <a:ext cx="488837" cy="427388"/>
                </a:xfrm>
                <a:custGeom>
                  <a:avLst/>
                  <a:gdLst>
                    <a:gd name="connsiteX0" fmla="*/ 323951 w 488837"/>
                    <a:gd name="connsiteY0" fmla="*/ 84893 h 427388"/>
                    <a:gd name="connsiteX1" fmla="*/ 476079 w 488837"/>
                    <a:gd name="connsiteY1" fmla="*/ 196919 h 427388"/>
                    <a:gd name="connsiteX2" fmla="*/ 474772 w 488837"/>
                    <a:gd name="connsiteY2" fmla="*/ 261867 h 427388"/>
                    <a:gd name="connsiteX3" fmla="*/ 375387 w 488837"/>
                    <a:gd name="connsiteY3" fmla="*/ 380431 h 427388"/>
                    <a:gd name="connsiteX4" fmla="*/ 231977 w 488837"/>
                    <a:gd name="connsiteY4" fmla="*/ 415303 h 427388"/>
                    <a:gd name="connsiteX5" fmla="*/ 33644 w 488837"/>
                    <a:gd name="connsiteY5" fmla="*/ 294996 h 427388"/>
                    <a:gd name="connsiteX6" fmla="*/ 7490 w 488837"/>
                    <a:gd name="connsiteY6" fmla="*/ 198226 h 427388"/>
                    <a:gd name="connsiteX7" fmla="*/ 80285 w 488837"/>
                    <a:gd name="connsiteY7" fmla="*/ 38252 h 427388"/>
                    <a:gd name="connsiteX8" fmla="*/ 160926 w 488837"/>
                    <a:gd name="connsiteY8" fmla="*/ 3816 h 427388"/>
                    <a:gd name="connsiteX9" fmla="*/ 323951 w 488837"/>
                    <a:gd name="connsiteY9" fmla="*/ 85329 h 4273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488837" h="427388">
                      <a:moveTo>
                        <a:pt x="323951" y="84893"/>
                      </a:moveTo>
                      <a:cubicBezTo>
                        <a:pt x="378438" y="118021"/>
                        <a:pt x="429002" y="155072"/>
                        <a:pt x="476079" y="196919"/>
                      </a:cubicBezTo>
                      <a:cubicBezTo>
                        <a:pt x="493515" y="212611"/>
                        <a:pt x="493079" y="240072"/>
                        <a:pt x="474772" y="261867"/>
                      </a:cubicBezTo>
                      <a:lnTo>
                        <a:pt x="375387" y="380431"/>
                      </a:lnTo>
                      <a:cubicBezTo>
                        <a:pt x="337900" y="424893"/>
                        <a:pt x="273823" y="440585"/>
                        <a:pt x="231977" y="415303"/>
                      </a:cubicBezTo>
                      <a:lnTo>
                        <a:pt x="33644" y="294996"/>
                      </a:lnTo>
                      <a:cubicBezTo>
                        <a:pt x="1823" y="275380"/>
                        <a:pt x="-8638" y="236585"/>
                        <a:pt x="7490" y="198226"/>
                      </a:cubicBezTo>
                      <a:cubicBezTo>
                        <a:pt x="27105" y="152457"/>
                        <a:pt x="54131" y="90124"/>
                        <a:pt x="80285" y="38252"/>
                      </a:cubicBezTo>
                      <a:cubicBezTo>
                        <a:pt x="95105" y="8611"/>
                        <a:pt x="133028" y="-7953"/>
                        <a:pt x="160926" y="3816"/>
                      </a:cubicBezTo>
                      <a:cubicBezTo>
                        <a:pt x="218464" y="27354"/>
                        <a:pt x="272515" y="54380"/>
                        <a:pt x="323951" y="85329"/>
                      </a:cubicBezTo>
                      <a:close/>
                    </a:path>
                  </a:pathLst>
                </a:custGeom>
                <a:solidFill>
                  <a:srgbClr val="80DEEA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  <p:grpSp>
              <p:nvGrpSpPr>
                <p:cNvPr id="101" name="图形 37"/>
                <p:cNvGrpSpPr/>
                <p:nvPr/>
              </p:nvGrpSpPr>
              <p:grpSpPr>
                <a:xfrm>
                  <a:off x="8567274" y="5229283"/>
                  <a:ext cx="489016" cy="427213"/>
                  <a:chOff x="8567274" y="5229283"/>
                  <a:chExt cx="489016" cy="427213"/>
                </a:xfrm>
              </p:grpSpPr>
              <p:sp>
                <p:nvSpPr>
                  <p:cNvPr id="102" name="任意多边形: 形状 56"/>
                  <p:cNvSpPr/>
                  <p:nvPr>
                    <p:custDataLst>
                      <p:tags r:id="rId148"/>
                    </p:custDataLst>
                  </p:nvPr>
                </p:nvSpPr>
                <p:spPr>
                  <a:xfrm>
                    <a:off x="8567274" y="5454796"/>
                    <a:ext cx="489016" cy="201700"/>
                  </a:xfrm>
                  <a:custGeom>
                    <a:avLst/>
                    <a:gdLst>
                      <a:gd name="connsiteX0" fmla="*/ 348 w 489016"/>
                      <a:gd name="connsiteY0" fmla="*/ 1308 h 201700"/>
                      <a:gd name="connsiteX1" fmla="*/ 33912 w 489016"/>
                      <a:gd name="connsiteY1" fmla="*/ 69308 h 201700"/>
                      <a:gd name="connsiteX2" fmla="*/ 232246 w 489016"/>
                      <a:gd name="connsiteY2" fmla="*/ 189615 h 201700"/>
                      <a:gd name="connsiteX3" fmla="*/ 375656 w 489016"/>
                      <a:gd name="connsiteY3" fmla="*/ 154744 h 201700"/>
                      <a:gd name="connsiteX4" fmla="*/ 475040 w 489016"/>
                      <a:gd name="connsiteY4" fmla="*/ 36180 h 201700"/>
                      <a:gd name="connsiteX5" fmla="*/ 488989 w 489016"/>
                      <a:gd name="connsiteY5" fmla="*/ 0 h 201700"/>
                      <a:gd name="connsiteX6" fmla="*/ 348 w 489016"/>
                      <a:gd name="connsiteY6" fmla="*/ 1308 h 2017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489016" h="201700">
                        <a:moveTo>
                          <a:pt x="348" y="1308"/>
                        </a:moveTo>
                        <a:cubicBezTo>
                          <a:pt x="-2267" y="29205"/>
                          <a:pt x="9938" y="54923"/>
                          <a:pt x="33912" y="69308"/>
                        </a:cubicBezTo>
                        <a:lnTo>
                          <a:pt x="232246" y="189615"/>
                        </a:lnTo>
                        <a:cubicBezTo>
                          <a:pt x="274092" y="214897"/>
                          <a:pt x="338169" y="199205"/>
                          <a:pt x="375656" y="154744"/>
                        </a:cubicBezTo>
                        <a:lnTo>
                          <a:pt x="475040" y="36180"/>
                        </a:lnTo>
                        <a:cubicBezTo>
                          <a:pt x="484630" y="24846"/>
                          <a:pt x="489425" y="11769"/>
                          <a:pt x="488989" y="0"/>
                        </a:cubicBezTo>
                        <a:cubicBezTo>
                          <a:pt x="325963" y="3051"/>
                          <a:pt x="162502" y="6975"/>
                          <a:pt x="348" y="1308"/>
                        </a:cubicBezTo>
                        <a:close/>
                      </a:path>
                    </a:pathLst>
                  </a:custGeom>
                  <a:solidFill>
                    <a:srgbClr val="D4CED8"/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PPOSans R"/>
                      <a:ea typeface="OPPOSans R"/>
                      <a:cs typeface="+mn-cs"/>
                    </a:endParaRPr>
                  </a:p>
                </p:txBody>
              </p:sp>
              <p:sp>
                <p:nvSpPr>
                  <p:cNvPr id="106" name="任意多边形: 形状 57"/>
                  <p:cNvSpPr/>
                  <p:nvPr>
                    <p:custDataLst>
                      <p:tags r:id="rId149"/>
                    </p:custDataLst>
                  </p:nvPr>
                </p:nvSpPr>
                <p:spPr>
                  <a:xfrm>
                    <a:off x="8567622" y="5229283"/>
                    <a:ext cx="488640" cy="230008"/>
                  </a:xfrm>
                  <a:custGeom>
                    <a:avLst/>
                    <a:gdLst>
                      <a:gd name="connsiteX0" fmla="*/ 476000 w 488640"/>
                      <a:gd name="connsiteY0" fmla="*/ 197180 h 230008"/>
                      <a:gd name="connsiteX1" fmla="*/ 323872 w 488640"/>
                      <a:gd name="connsiteY1" fmla="*/ 85154 h 230008"/>
                      <a:gd name="connsiteX2" fmla="*/ 160846 w 488640"/>
                      <a:gd name="connsiteY2" fmla="*/ 3641 h 230008"/>
                      <a:gd name="connsiteX3" fmla="*/ 80205 w 488640"/>
                      <a:gd name="connsiteY3" fmla="*/ 38077 h 230008"/>
                      <a:gd name="connsiteX4" fmla="*/ 7410 w 488640"/>
                      <a:gd name="connsiteY4" fmla="*/ 198051 h 230008"/>
                      <a:gd name="connsiteX5" fmla="*/ 0 w 488640"/>
                      <a:gd name="connsiteY5" fmla="*/ 226820 h 230008"/>
                      <a:gd name="connsiteX6" fmla="*/ 488641 w 488640"/>
                      <a:gd name="connsiteY6" fmla="*/ 225513 h 230008"/>
                      <a:gd name="connsiteX7" fmla="*/ 476000 w 488640"/>
                      <a:gd name="connsiteY7" fmla="*/ 196744 h 23000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488640" h="230008">
                        <a:moveTo>
                          <a:pt x="476000" y="197180"/>
                        </a:moveTo>
                        <a:cubicBezTo>
                          <a:pt x="428923" y="155333"/>
                          <a:pt x="378359" y="118282"/>
                          <a:pt x="323872" y="85154"/>
                        </a:cubicBezTo>
                        <a:cubicBezTo>
                          <a:pt x="272872" y="54205"/>
                          <a:pt x="218384" y="26744"/>
                          <a:pt x="160846" y="3641"/>
                        </a:cubicBezTo>
                        <a:cubicBezTo>
                          <a:pt x="132949" y="-7692"/>
                          <a:pt x="95026" y="8436"/>
                          <a:pt x="80205" y="38077"/>
                        </a:cubicBezTo>
                        <a:cubicBezTo>
                          <a:pt x="54487" y="89949"/>
                          <a:pt x="27026" y="152282"/>
                          <a:pt x="7410" y="198051"/>
                        </a:cubicBezTo>
                        <a:cubicBezTo>
                          <a:pt x="3487" y="207641"/>
                          <a:pt x="872" y="217667"/>
                          <a:pt x="0" y="226820"/>
                        </a:cubicBezTo>
                        <a:cubicBezTo>
                          <a:pt x="162154" y="232923"/>
                          <a:pt x="325615" y="229000"/>
                          <a:pt x="488641" y="225513"/>
                        </a:cubicBezTo>
                        <a:cubicBezTo>
                          <a:pt x="488641" y="214615"/>
                          <a:pt x="484282" y="204154"/>
                          <a:pt x="476000" y="196744"/>
                        </a:cubicBezTo>
                        <a:close/>
                      </a:path>
                    </a:pathLst>
                  </a:custGeom>
                  <a:solidFill>
                    <a:srgbClr val="E9E9E9"/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PPOSans R"/>
                      <a:ea typeface="OPPOSans R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111" name="图形 37"/>
              <p:cNvGrpSpPr/>
              <p:nvPr/>
            </p:nvGrpSpPr>
            <p:grpSpPr>
              <a:xfrm>
                <a:off x="8086456" y="4954790"/>
                <a:ext cx="534122" cy="412843"/>
                <a:chOff x="8086456" y="4954790"/>
                <a:chExt cx="534122" cy="412843"/>
              </a:xfrm>
            </p:grpSpPr>
            <p:grpSp>
              <p:nvGrpSpPr>
                <p:cNvPr id="114" name="图形 37"/>
                <p:cNvGrpSpPr/>
                <p:nvPr/>
              </p:nvGrpSpPr>
              <p:grpSpPr>
                <a:xfrm>
                  <a:off x="8098161" y="5203719"/>
                  <a:ext cx="29641" cy="31820"/>
                  <a:chOff x="8098161" y="5203719"/>
                  <a:chExt cx="29641" cy="31820"/>
                </a:xfrm>
                <a:solidFill>
                  <a:srgbClr val="80DEEA"/>
                </a:solidFill>
              </p:grpSpPr>
              <p:sp>
                <p:nvSpPr>
                  <p:cNvPr id="118" name="任意多边形: 形状 60"/>
                  <p:cNvSpPr/>
                  <p:nvPr>
                    <p:custDataLst>
                      <p:tags r:id="rId150"/>
                    </p:custDataLst>
                  </p:nvPr>
                </p:nvSpPr>
                <p:spPr>
                  <a:xfrm>
                    <a:off x="8098161" y="5203719"/>
                    <a:ext cx="29205" cy="31820"/>
                  </a:xfrm>
                  <a:custGeom>
                    <a:avLst/>
                    <a:gdLst>
                      <a:gd name="connsiteX0" fmla="*/ 7410 w 29205"/>
                      <a:gd name="connsiteY0" fmla="*/ 10897 h 31820"/>
                      <a:gd name="connsiteX1" fmla="*/ 0 w 29205"/>
                      <a:gd name="connsiteY1" fmla="*/ 0 h 31820"/>
                      <a:gd name="connsiteX2" fmla="*/ 21795 w 29205"/>
                      <a:gd name="connsiteY2" fmla="*/ 20923 h 31820"/>
                      <a:gd name="connsiteX3" fmla="*/ 29205 w 29205"/>
                      <a:gd name="connsiteY3" fmla="*/ 31820 h 31820"/>
                      <a:gd name="connsiteX4" fmla="*/ 7410 w 29205"/>
                      <a:gd name="connsiteY4" fmla="*/ 10897 h 318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9205" h="31820">
                        <a:moveTo>
                          <a:pt x="7410" y="10897"/>
                        </a:moveTo>
                        <a:lnTo>
                          <a:pt x="0" y="0"/>
                        </a:lnTo>
                        <a:cubicBezTo>
                          <a:pt x="5231" y="8282"/>
                          <a:pt x="12641" y="15256"/>
                          <a:pt x="21795" y="20923"/>
                        </a:cubicBezTo>
                        <a:lnTo>
                          <a:pt x="29205" y="31820"/>
                        </a:lnTo>
                        <a:cubicBezTo>
                          <a:pt x="20051" y="26154"/>
                          <a:pt x="12641" y="19179"/>
                          <a:pt x="7410" y="10897"/>
                        </a:cubicBezTo>
                        <a:close/>
                      </a:path>
                    </a:pathLst>
                  </a:custGeom>
                  <a:solidFill>
                    <a:srgbClr val="80DEEA"/>
                  </a:solidFill>
                  <a:ln w="43489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PPOSans R"/>
                      <a:ea typeface="OPPOSans R"/>
                      <a:cs typeface="+mn-cs"/>
                    </a:endParaRPr>
                  </a:p>
                </p:txBody>
              </p:sp>
              <p:sp>
                <p:nvSpPr>
                  <p:cNvPr id="122" name="任意多边形: 形状 61"/>
                  <p:cNvSpPr/>
                  <p:nvPr>
                    <p:custDataLst>
                      <p:tags r:id="rId151"/>
                    </p:custDataLst>
                  </p:nvPr>
                </p:nvSpPr>
                <p:spPr>
                  <a:xfrm>
                    <a:off x="8098597" y="5203719"/>
                    <a:ext cx="29205" cy="31820"/>
                  </a:xfrm>
                  <a:custGeom>
                    <a:avLst/>
                    <a:gdLst>
                      <a:gd name="connsiteX0" fmla="*/ 21795 w 29205"/>
                      <a:gd name="connsiteY0" fmla="*/ 20923 h 31820"/>
                      <a:gd name="connsiteX1" fmla="*/ 29205 w 29205"/>
                      <a:gd name="connsiteY1" fmla="*/ 31820 h 31820"/>
                      <a:gd name="connsiteX2" fmla="*/ 7410 w 29205"/>
                      <a:gd name="connsiteY2" fmla="*/ 10897 h 31820"/>
                      <a:gd name="connsiteX3" fmla="*/ 0 w 29205"/>
                      <a:gd name="connsiteY3" fmla="*/ 0 h 31820"/>
                      <a:gd name="connsiteX4" fmla="*/ 21795 w 29205"/>
                      <a:gd name="connsiteY4" fmla="*/ 20923 h 31820"/>
                      <a:gd name="connsiteX5" fmla="*/ 21795 w 29205"/>
                      <a:gd name="connsiteY5" fmla="*/ 20923 h 318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29205" h="31820">
                        <a:moveTo>
                          <a:pt x="21795" y="20923"/>
                        </a:moveTo>
                        <a:lnTo>
                          <a:pt x="29205" y="31820"/>
                        </a:lnTo>
                        <a:cubicBezTo>
                          <a:pt x="20051" y="26154"/>
                          <a:pt x="12641" y="19179"/>
                          <a:pt x="7410" y="10897"/>
                        </a:cubicBezTo>
                        <a:lnTo>
                          <a:pt x="0" y="0"/>
                        </a:lnTo>
                        <a:cubicBezTo>
                          <a:pt x="5231" y="8282"/>
                          <a:pt x="12641" y="15256"/>
                          <a:pt x="21795" y="20923"/>
                        </a:cubicBezTo>
                        <a:lnTo>
                          <a:pt x="21795" y="20923"/>
                        </a:lnTo>
                        <a:close/>
                      </a:path>
                    </a:pathLst>
                  </a:custGeom>
                  <a:solidFill>
                    <a:srgbClr val="80DEEA"/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PPOSans R"/>
                      <a:ea typeface="OPPOSans R"/>
                      <a:cs typeface="+mn-cs"/>
                    </a:endParaRPr>
                  </a:p>
                </p:txBody>
              </p:sp>
            </p:grpSp>
            <p:sp>
              <p:nvSpPr>
                <p:cNvPr id="123" name="任意多边形: 形状 62"/>
                <p:cNvSpPr/>
                <p:nvPr>
                  <p:custDataLst>
                    <p:tags r:id="rId152"/>
                  </p:custDataLst>
                </p:nvPr>
              </p:nvSpPr>
              <p:spPr>
                <a:xfrm>
                  <a:off x="8120391" y="5224642"/>
                  <a:ext cx="204871" cy="130769"/>
                </a:xfrm>
                <a:custGeom>
                  <a:avLst/>
                  <a:gdLst>
                    <a:gd name="connsiteX0" fmla="*/ 197461 w 204871"/>
                    <a:gd name="connsiteY0" fmla="*/ 119872 h 130769"/>
                    <a:gd name="connsiteX1" fmla="*/ 204872 w 204871"/>
                    <a:gd name="connsiteY1" fmla="*/ 130769 h 130769"/>
                    <a:gd name="connsiteX2" fmla="*/ 6974 w 204871"/>
                    <a:gd name="connsiteY2" fmla="*/ 10897 h 130769"/>
                    <a:gd name="connsiteX3" fmla="*/ 0 w 204871"/>
                    <a:gd name="connsiteY3" fmla="*/ 0 h 130769"/>
                    <a:gd name="connsiteX4" fmla="*/ 197461 w 204871"/>
                    <a:gd name="connsiteY4" fmla="*/ 119872 h 1307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04871" h="130769">
                      <a:moveTo>
                        <a:pt x="197461" y="119872"/>
                      </a:moveTo>
                      <a:lnTo>
                        <a:pt x="204872" y="130769"/>
                      </a:lnTo>
                      <a:lnTo>
                        <a:pt x="6974" y="10897"/>
                      </a:lnTo>
                      <a:lnTo>
                        <a:pt x="0" y="0"/>
                      </a:lnTo>
                      <a:lnTo>
                        <a:pt x="197461" y="119872"/>
                      </a:lnTo>
                      <a:close/>
                    </a:path>
                  </a:pathLst>
                </a:custGeom>
                <a:solidFill>
                  <a:srgbClr val="80DEEA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  <p:grpSp>
              <p:nvGrpSpPr>
                <p:cNvPr id="124" name="图形 37"/>
                <p:cNvGrpSpPr/>
                <p:nvPr/>
              </p:nvGrpSpPr>
              <p:grpSpPr>
                <a:xfrm>
                  <a:off x="8317417" y="5155770"/>
                  <a:ext cx="303162" cy="211863"/>
                  <a:chOff x="8317417" y="5155770"/>
                  <a:chExt cx="303162" cy="211863"/>
                </a:xfrm>
                <a:solidFill>
                  <a:srgbClr val="80DEEA"/>
                </a:solidFill>
              </p:grpSpPr>
              <p:sp>
                <p:nvSpPr>
                  <p:cNvPr id="125" name="任意多边形: 形状 64"/>
                  <p:cNvSpPr/>
                  <p:nvPr>
                    <p:custDataLst>
                      <p:tags r:id="rId153"/>
                    </p:custDataLst>
                  </p:nvPr>
                </p:nvSpPr>
                <p:spPr>
                  <a:xfrm>
                    <a:off x="8317417" y="5155770"/>
                    <a:ext cx="302773" cy="211863"/>
                  </a:xfrm>
                  <a:custGeom>
                    <a:avLst/>
                    <a:gdLst>
                      <a:gd name="connsiteX0" fmla="*/ 289000 w 302773"/>
                      <a:gd name="connsiteY0" fmla="*/ 0 h 211863"/>
                      <a:gd name="connsiteX1" fmla="*/ 296410 w 302773"/>
                      <a:gd name="connsiteY1" fmla="*/ 10897 h 211863"/>
                      <a:gd name="connsiteX2" fmla="*/ 277231 w 302773"/>
                      <a:gd name="connsiteY2" fmla="*/ 79333 h 211863"/>
                      <a:gd name="connsiteX3" fmla="*/ 123359 w 302773"/>
                      <a:gd name="connsiteY3" fmla="*/ 189179 h 211863"/>
                      <a:gd name="connsiteX4" fmla="*/ 7410 w 302773"/>
                      <a:gd name="connsiteY4" fmla="*/ 199641 h 211863"/>
                      <a:gd name="connsiteX5" fmla="*/ 0 w 302773"/>
                      <a:gd name="connsiteY5" fmla="*/ 188743 h 211863"/>
                      <a:gd name="connsiteX6" fmla="*/ 115949 w 302773"/>
                      <a:gd name="connsiteY6" fmla="*/ 178282 h 211863"/>
                      <a:gd name="connsiteX7" fmla="*/ 269820 w 302773"/>
                      <a:gd name="connsiteY7" fmla="*/ 68436 h 211863"/>
                      <a:gd name="connsiteX8" fmla="*/ 289000 w 302773"/>
                      <a:gd name="connsiteY8" fmla="*/ 0 h 21186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302773" h="211863">
                        <a:moveTo>
                          <a:pt x="289000" y="0"/>
                        </a:moveTo>
                        <a:lnTo>
                          <a:pt x="296410" y="10897"/>
                        </a:lnTo>
                        <a:cubicBezTo>
                          <a:pt x="309487" y="30513"/>
                          <a:pt x="302077" y="60154"/>
                          <a:pt x="277231" y="79333"/>
                        </a:cubicBezTo>
                        <a:cubicBezTo>
                          <a:pt x="228410" y="116820"/>
                          <a:pt x="168256" y="158666"/>
                          <a:pt x="123359" y="189179"/>
                        </a:cubicBezTo>
                        <a:cubicBezTo>
                          <a:pt x="85872" y="214897"/>
                          <a:pt x="39231" y="219256"/>
                          <a:pt x="7410" y="199641"/>
                        </a:cubicBezTo>
                        <a:lnTo>
                          <a:pt x="0" y="188743"/>
                        </a:lnTo>
                        <a:cubicBezTo>
                          <a:pt x="31820" y="207923"/>
                          <a:pt x="78462" y="204000"/>
                          <a:pt x="115949" y="178282"/>
                        </a:cubicBezTo>
                        <a:cubicBezTo>
                          <a:pt x="160410" y="147769"/>
                          <a:pt x="220564" y="105923"/>
                          <a:pt x="269820" y="68436"/>
                        </a:cubicBezTo>
                        <a:cubicBezTo>
                          <a:pt x="294666" y="49692"/>
                          <a:pt x="302077" y="19616"/>
                          <a:pt x="289000" y="0"/>
                        </a:cubicBezTo>
                        <a:close/>
                      </a:path>
                    </a:pathLst>
                  </a:custGeom>
                  <a:solidFill>
                    <a:srgbClr val="80DEEA"/>
                  </a:solidFill>
                  <a:ln w="43489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PPOSans R"/>
                      <a:ea typeface="OPPOSans R"/>
                      <a:cs typeface="+mn-cs"/>
                    </a:endParaRPr>
                  </a:p>
                </p:txBody>
              </p:sp>
              <p:grpSp>
                <p:nvGrpSpPr>
                  <p:cNvPr id="126" name="图形 37"/>
                  <p:cNvGrpSpPr/>
                  <p:nvPr/>
                </p:nvGrpSpPr>
                <p:grpSpPr>
                  <a:xfrm>
                    <a:off x="8317853" y="5155770"/>
                    <a:ext cx="302726" cy="211863"/>
                    <a:chOff x="8317853" y="5155770"/>
                    <a:chExt cx="302726" cy="211863"/>
                  </a:xfrm>
                  <a:solidFill>
                    <a:srgbClr val="80DEEA"/>
                  </a:solidFill>
                </p:grpSpPr>
                <p:sp>
                  <p:nvSpPr>
                    <p:cNvPr id="127" name="任意多边形: 形状 66"/>
                    <p:cNvSpPr/>
                    <p:nvPr>
                      <p:custDataLst>
                        <p:tags r:id="rId154"/>
                      </p:custDataLst>
                    </p:nvPr>
                  </p:nvSpPr>
                  <p:spPr>
                    <a:xfrm>
                      <a:off x="8606417" y="5155770"/>
                      <a:ext cx="10461" cy="16564"/>
                    </a:xfrm>
                    <a:custGeom>
                      <a:avLst/>
                      <a:gdLst>
                        <a:gd name="connsiteX0" fmla="*/ 0 w 10461"/>
                        <a:gd name="connsiteY0" fmla="*/ 0 h 16564"/>
                        <a:gd name="connsiteX1" fmla="*/ 7410 w 10461"/>
                        <a:gd name="connsiteY1" fmla="*/ 10897 h 16564"/>
                        <a:gd name="connsiteX2" fmla="*/ 10462 w 10461"/>
                        <a:gd name="connsiteY2" fmla="*/ 16564 h 16564"/>
                        <a:gd name="connsiteX3" fmla="*/ 3051 w 10461"/>
                        <a:gd name="connsiteY3" fmla="*/ 5667 h 16564"/>
                        <a:gd name="connsiteX4" fmla="*/ 0 w 10461"/>
                        <a:gd name="connsiteY4" fmla="*/ 0 h 16564"/>
                        <a:gd name="connsiteX5" fmla="*/ 0 w 10461"/>
                        <a:gd name="connsiteY5" fmla="*/ 0 h 1656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10461" h="16564">
                          <a:moveTo>
                            <a:pt x="0" y="0"/>
                          </a:moveTo>
                          <a:lnTo>
                            <a:pt x="7410" y="10897"/>
                          </a:lnTo>
                          <a:cubicBezTo>
                            <a:pt x="7410" y="10897"/>
                            <a:pt x="9590" y="14821"/>
                            <a:pt x="10462" y="16564"/>
                          </a:cubicBezTo>
                          <a:lnTo>
                            <a:pt x="3051" y="5667"/>
                          </a:lnTo>
                          <a:cubicBezTo>
                            <a:pt x="3051" y="5667"/>
                            <a:pt x="1308" y="1744"/>
                            <a:pt x="0" y="0"/>
                          </a:cubicBez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80DEEA"/>
                    </a:solidFill>
                    <a:ln w="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OPPOSans R"/>
                        <a:ea typeface="OPPOSans R"/>
                        <a:cs typeface="+mn-cs"/>
                      </a:endParaRPr>
                    </a:p>
                  </p:txBody>
                </p:sp>
                <p:sp>
                  <p:nvSpPr>
                    <p:cNvPr id="128" name="任意多边形: 形状 67"/>
                    <p:cNvSpPr/>
                    <p:nvPr>
                      <p:custDataLst>
                        <p:tags r:id="rId155"/>
                      </p:custDataLst>
                    </p:nvPr>
                  </p:nvSpPr>
                  <p:spPr>
                    <a:xfrm>
                      <a:off x="8592904" y="5161873"/>
                      <a:ext cx="27675" cy="68871"/>
                    </a:xfrm>
                    <a:custGeom>
                      <a:avLst/>
                      <a:gdLst>
                        <a:gd name="connsiteX0" fmla="*/ 17000 w 27675"/>
                        <a:gd name="connsiteY0" fmla="*/ 0 h 68871"/>
                        <a:gd name="connsiteX1" fmla="*/ 24410 w 27675"/>
                        <a:gd name="connsiteY1" fmla="*/ 10897 h 68871"/>
                        <a:gd name="connsiteX2" fmla="*/ 7410 w 27675"/>
                        <a:gd name="connsiteY2" fmla="*/ 68872 h 68871"/>
                        <a:gd name="connsiteX3" fmla="*/ 0 w 27675"/>
                        <a:gd name="connsiteY3" fmla="*/ 57974 h 68871"/>
                        <a:gd name="connsiteX4" fmla="*/ 17000 w 27675"/>
                        <a:gd name="connsiteY4" fmla="*/ 0 h 68871"/>
                        <a:gd name="connsiteX5" fmla="*/ 17000 w 27675"/>
                        <a:gd name="connsiteY5" fmla="*/ 0 h 688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27675" h="68871">
                          <a:moveTo>
                            <a:pt x="17000" y="0"/>
                          </a:moveTo>
                          <a:lnTo>
                            <a:pt x="24410" y="10897"/>
                          </a:lnTo>
                          <a:cubicBezTo>
                            <a:pt x="32256" y="28769"/>
                            <a:pt x="25718" y="51872"/>
                            <a:pt x="7410" y="68872"/>
                          </a:cubicBezTo>
                          <a:lnTo>
                            <a:pt x="0" y="57974"/>
                          </a:lnTo>
                          <a:cubicBezTo>
                            <a:pt x="18308" y="40974"/>
                            <a:pt x="24846" y="17872"/>
                            <a:pt x="17000" y="0"/>
                          </a:cubicBezTo>
                          <a:lnTo>
                            <a:pt x="17000" y="0"/>
                          </a:lnTo>
                          <a:close/>
                        </a:path>
                      </a:pathLst>
                    </a:custGeom>
                    <a:solidFill>
                      <a:srgbClr val="80DEEA"/>
                    </a:solidFill>
                    <a:ln w="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OPPOSans R"/>
                        <a:ea typeface="OPPOSans R"/>
                        <a:cs typeface="+mn-cs"/>
                      </a:endParaRPr>
                    </a:p>
                  </p:txBody>
                </p:sp>
                <p:sp>
                  <p:nvSpPr>
                    <p:cNvPr id="129" name="任意多边形: 形状 68"/>
                    <p:cNvSpPr/>
                    <p:nvPr>
                      <p:custDataLst>
                        <p:tags r:id="rId156"/>
                      </p:custDataLst>
                    </p:nvPr>
                  </p:nvSpPr>
                  <p:spPr>
                    <a:xfrm>
                      <a:off x="8317853" y="5219847"/>
                      <a:ext cx="282461" cy="147786"/>
                    </a:xfrm>
                    <a:custGeom>
                      <a:avLst/>
                      <a:gdLst>
                        <a:gd name="connsiteX0" fmla="*/ 275051 w 282461"/>
                        <a:gd name="connsiteY0" fmla="*/ 0 h 147786"/>
                        <a:gd name="connsiteX1" fmla="*/ 282461 w 282461"/>
                        <a:gd name="connsiteY1" fmla="*/ 10897 h 147786"/>
                        <a:gd name="connsiteX2" fmla="*/ 277231 w 282461"/>
                        <a:gd name="connsiteY2" fmla="*/ 15256 h 147786"/>
                        <a:gd name="connsiteX3" fmla="*/ 123359 w 282461"/>
                        <a:gd name="connsiteY3" fmla="*/ 125103 h 147786"/>
                        <a:gd name="connsiteX4" fmla="*/ 7410 w 282461"/>
                        <a:gd name="connsiteY4" fmla="*/ 135564 h 147786"/>
                        <a:gd name="connsiteX5" fmla="*/ 0 w 282461"/>
                        <a:gd name="connsiteY5" fmla="*/ 124667 h 147786"/>
                        <a:gd name="connsiteX6" fmla="*/ 115949 w 282461"/>
                        <a:gd name="connsiteY6" fmla="*/ 114205 h 147786"/>
                        <a:gd name="connsiteX7" fmla="*/ 269820 w 282461"/>
                        <a:gd name="connsiteY7" fmla="*/ 4359 h 147786"/>
                        <a:gd name="connsiteX8" fmla="*/ 275051 w 282461"/>
                        <a:gd name="connsiteY8" fmla="*/ 0 h 147786"/>
                        <a:gd name="connsiteX9" fmla="*/ 275051 w 282461"/>
                        <a:gd name="connsiteY9" fmla="*/ 0 h 14778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282461" h="147786">
                          <a:moveTo>
                            <a:pt x="275051" y="0"/>
                          </a:moveTo>
                          <a:lnTo>
                            <a:pt x="282461" y="10897"/>
                          </a:lnTo>
                          <a:cubicBezTo>
                            <a:pt x="282461" y="10897"/>
                            <a:pt x="278974" y="13949"/>
                            <a:pt x="277231" y="15256"/>
                          </a:cubicBezTo>
                          <a:cubicBezTo>
                            <a:pt x="228410" y="52744"/>
                            <a:pt x="168256" y="94590"/>
                            <a:pt x="123359" y="125103"/>
                          </a:cubicBezTo>
                          <a:cubicBezTo>
                            <a:pt x="85872" y="150820"/>
                            <a:pt x="39231" y="155180"/>
                            <a:pt x="7410" y="135564"/>
                          </a:cubicBezTo>
                          <a:lnTo>
                            <a:pt x="0" y="124667"/>
                          </a:lnTo>
                          <a:cubicBezTo>
                            <a:pt x="31820" y="143846"/>
                            <a:pt x="78461" y="139923"/>
                            <a:pt x="115949" y="114205"/>
                          </a:cubicBezTo>
                          <a:cubicBezTo>
                            <a:pt x="160410" y="83692"/>
                            <a:pt x="220564" y="41846"/>
                            <a:pt x="269820" y="4359"/>
                          </a:cubicBezTo>
                          <a:cubicBezTo>
                            <a:pt x="271564" y="3051"/>
                            <a:pt x="273308" y="1308"/>
                            <a:pt x="275051" y="0"/>
                          </a:cubicBezTo>
                          <a:lnTo>
                            <a:pt x="275051" y="0"/>
                          </a:lnTo>
                          <a:close/>
                        </a:path>
                      </a:pathLst>
                    </a:custGeom>
                    <a:solidFill>
                      <a:srgbClr val="80DEEA"/>
                    </a:solidFill>
                    <a:ln w="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OPPOSans R"/>
                        <a:ea typeface="OPPOSans R"/>
                        <a:cs typeface="+mn-cs"/>
                      </a:endParaRPr>
                    </a:p>
                  </p:txBody>
                </p:sp>
              </p:grpSp>
            </p:grpSp>
            <p:sp>
              <p:nvSpPr>
                <p:cNvPr id="130" name="任意多边形: 形状 69"/>
                <p:cNvSpPr/>
                <p:nvPr>
                  <p:custDataLst>
                    <p:tags r:id="rId157"/>
                  </p:custDataLst>
                </p:nvPr>
              </p:nvSpPr>
              <p:spPr>
                <a:xfrm>
                  <a:off x="8086456" y="4955039"/>
                  <a:ext cx="526089" cy="401696"/>
                </a:xfrm>
                <a:custGeom>
                  <a:avLst/>
                  <a:gdLst>
                    <a:gd name="connsiteX0" fmla="*/ 370012 w 526089"/>
                    <a:gd name="connsiteY0" fmla="*/ 89141 h 401696"/>
                    <a:gd name="connsiteX1" fmla="*/ 512986 w 526089"/>
                    <a:gd name="connsiteY1" fmla="*/ 193321 h 401696"/>
                    <a:gd name="connsiteX2" fmla="*/ 500781 w 526089"/>
                    <a:gd name="connsiteY2" fmla="*/ 269167 h 401696"/>
                    <a:gd name="connsiteX3" fmla="*/ 346909 w 526089"/>
                    <a:gd name="connsiteY3" fmla="*/ 379013 h 401696"/>
                    <a:gd name="connsiteX4" fmla="*/ 230961 w 526089"/>
                    <a:gd name="connsiteY4" fmla="*/ 389474 h 401696"/>
                    <a:gd name="connsiteX5" fmla="*/ 33499 w 526089"/>
                    <a:gd name="connsiteY5" fmla="*/ 269603 h 401696"/>
                    <a:gd name="connsiteX6" fmla="*/ 25653 w 526089"/>
                    <a:gd name="connsiteY6" fmla="*/ 143629 h 401696"/>
                    <a:gd name="connsiteX7" fmla="*/ 124602 w 526089"/>
                    <a:gd name="connsiteY7" fmla="*/ 25501 h 401696"/>
                    <a:gd name="connsiteX8" fmla="*/ 196089 w 526089"/>
                    <a:gd name="connsiteY8" fmla="*/ 3270 h 401696"/>
                    <a:gd name="connsiteX9" fmla="*/ 369140 w 526089"/>
                    <a:gd name="connsiteY9" fmla="*/ 89141 h 4016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526089" h="401696">
                      <a:moveTo>
                        <a:pt x="370012" y="89141"/>
                      </a:moveTo>
                      <a:cubicBezTo>
                        <a:pt x="421012" y="120090"/>
                        <a:pt x="468525" y="154962"/>
                        <a:pt x="512986" y="193321"/>
                      </a:cubicBezTo>
                      <a:cubicBezTo>
                        <a:pt x="534345" y="212064"/>
                        <a:pt x="529114" y="247808"/>
                        <a:pt x="500781" y="269167"/>
                      </a:cubicBezTo>
                      <a:cubicBezTo>
                        <a:pt x="451961" y="306654"/>
                        <a:pt x="391807" y="348500"/>
                        <a:pt x="346909" y="379013"/>
                      </a:cubicBezTo>
                      <a:cubicBezTo>
                        <a:pt x="309422" y="404731"/>
                        <a:pt x="262781" y="409090"/>
                        <a:pt x="230961" y="389474"/>
                      </a:cubicBezTo>
                      <a:lnTo>
                        <a:pt x="33499" y="269603"/>
                      </a:lnTo>
                      <a:cubicBezTo>
                        <a:pt x="-7911" y="244321"/>
                        <a:pt x="-11398" y="188090"/>
                        <a:pt x="25653" y="143629"/>
                      </a:cubicBezTo>
                      <a:lnTo>
                        <a:pt x="124602" y="25501"/>
                      </a:lnTo>
                      <a:cubicBezTo>
                        <a:pt x="142910" y="3706"/>
                        <a:pt x="173422" y="-5448"/>
                        <a:pt x="196089" y="3270"/>
                      </a:cubicBezTo>
                      <a:cubicBezTo>
                        <a:pt x="257551" y="27680"/>
                        <a:pt x="315089" y="56013"/>
                        <a:pt x="369140" y="89141"/>
                      </a:cubicBezTo>
                      <a:close/>
                    </a:path>
                  </a:pathLst>
                </a:custGeom>
                <a:solidFill>
                  <a:srgbClr val="D4CED8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  <p:sp>
              <p:nvSpPr>
                <p:cNvPr id="131" name="任意多边形: 形状 70"/>
                <p:cNvSpPr/>
                <p:nvPr>
                  <p:custDataLst>
                    <p:tags r:id="rId158"/>
                  </p:custDataLst>
                </p:nvPr>
              </p:nvSpPr>
              <p:spPr>
                <a:xfrm>
                  <a:off x="8087699" y="4954790"/>
                  <a:ext cx="519153" cy="205775"/>
                </a:xfrm>
                <a:custGeom>
                  <a:avLst/>
                  <a:gdLst>
                    <a:gd name="connsiteX0" fmla="*/ 512179 w 519153"/>
                    <a:gd name="connsiteY0" fmla="*/ 193570 h 205775"/>
                    <a:gd name="connsiteX1" fmla="*/ 369205 w 519153"/>
                    <a:gd name="connsiteY1" fmla="*/ 89391 h 205775"/>
                    <a:gd name="connsiteX2" fmla="*/ 196154 w 519153"/>
                    <a:gd name="connsiteY2" fmla="*/ 3519 h 205775"/>
                    <a:gd name="connsiteX3" fmla="*/ 124667 w 519153"/>
                    <a:gd name="connsiteY3" fmla="*/ 25750 h 205775"/>
                    <a:gd name="connsiteX4" fmla="*/ 25718 w 519153"/>
                    <a:gd name="connsiteY4" fmla="*/ 143878 h 205775"/>
                    <a:gd name="connsiteX5" fmla="*/ 0 w 519153"/>
                    <a:gd name="connsiteY5" fmla="*/ 205775 h 205775"/>
                    <a:gd name="connsiteX6" fmla="*/ 519154 w 519153"/>
                    <a:gd name="connsiteY6" fmla="*/ 200545 h 205775"/>
                    <a:gd name="connsiteX7" fmla="*/ 513051 w 519153"/>
                    <a:gd name="connsiteY7" fmla="*/ 193570 h 2057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519153" h="205775">
                      <a:moveTo>
                        <a:pt x="512179" y="193570"/>
                      </a:moveTo>
                      <a:cubicBezTo>
                        <a:pt x="467718" y="155211"/>
                        <a:pt x="419769" y="120340"/>
                        <a:pt x="369205" y="89391"/>
                      </a:cubicBezTo>
                      <a:cubicBezTo>
                        <a:pt x="315154" y="56699"/>
                        <a:pt x="257179" y="27930"/>
                        <a:pt x="196154" y="3519"/>
                      </a:cubicBezTo>
                      <a:cubicBezTo>
                        <a:pt x="173487" y="-5635"/>
                        <a:pt x="142974" y="3519"/>
                        <a:pt x="124667" y="25750"/>
                      </a:cubicBezTo>
                      <a:lnTo>
                        <a:pt x="25718" y="143878"/>
                      </a:lnTo>
                      <a:cubicBezTo>
                        <a:pt x="9154" y="163493"/>
                        <a:pt x="872" y="185288"/>
                        <a:pt x="0" y="205775"/>
                      </a:cubicBezTo>
                      <a:cubicBezTo>
                        <a:pt x="172179" y="199237"/>
                        <a:pt x="346102" y="197493"/>
                        <a:pt x="519154" y="200545"/>
                      </a:cubicBezTo>
                      <a:cubicBezTo>
                        <a:pt x="517410" y="197929"/>
                        <a:pt x="515230" y="195750"/>
                        <a:pt x="513051" y="193570"/>
                      </a:cubicBezTo>
                      <a:close/>
                    </a:path>
                  </a:pathLst>
                </a:custGeom>
                <a:solidFill>
                  <a:srgbClr val="E9E9E9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</p:grpSp>
          <p:grpSp>
            <p:nvGrpSpPr>
              <p:cNvPr id="132" name="图形 37"/>
              <p:cNvGrpSpPr/>
              <p:nvPr/>
            </p:nvGrpSpPr>
            <p:grpSpPr>
              <a:xfrm>
                <a:off x="8067585" y="4946472"/>
                <a:ext cx="1003538" cy="730625"/>
                <a:chOff x="8067585" y="4946472"/>
                <a:chExt cx="1003538" cy="730625"/>
              </a:xfrm>
            </p:grpSpPr>
            <p:sp>
              <p:nvSpPr>
                <p:cNvPr id="133" name="任意多边形: 形状 72"/>
                <p:cNvSpPr/>
                <p:nvPr>
                  <p:custDataLst>
                    <p:tags r:id="rId159"/>
                  </p:custDataLst>
                </p:nvPr>
              </p:nvSpPr>
              <p:spPr>
                <a:xfrm>
                  <a:off x="8114725" y="4991001"/>
                  <a:ext cx="101564" cy="123358"/>
                </a:xfrm>
                <a:custGeom>
                  <a:avLst/>
                  <a:gdLst>
                    <a:gd name="connsiteX0" fmla="*/ 95026 w 101564"/>
                    <a:gd name="connsiteY0" fmla="*/ 0 h 123358"/>
                    <a:gd name="connsiteX1" fmla="*/ 101564 w 101564"/>
                    <a:gd name="connsiteY1" fmla="*/ 10462 h 123358"/>
                    <a:gd name="connsiteX2" fmla="*/ 6974 w 101564"/>
                    <a:gd name="connsiteY2" fmla="*/ 123359 h 123358"/>
                    <a:gd name="connsiteX3" fmla="*/ 0 w 101564"/>
                    <a:gd name="connsiteY3" fmla="*/ 112898 h 123358"/>
                    <a:gd name="connsiteX4" fmla="*/ 95026 w 101564"/>
                    <a:gd name="connsiteY4" fmla="*/ 0 h 1233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1564" h="123358">
                      <a:moveTo>
                        <a:pt x="95026" y="0"/>
                      </a:moveTo>
                      <a:lnTo>
                        <a:pt x="101564" y="10462"/>
                      </a:lnTo>
                      <a:lnTo>
                        <a:pt x="6974" y="123359"/>
                      </a:lnTo>
                      <a:lnTo>
                        <a:pt x="0" y="112898"/>
                      </a:lnTo>
                      <a:lnTo>
                        <a:pt x="95026" y="0"/>
                      </a:lnTo>
                      <a:close/>
                    </a:path>
                  </a:pathLst>
                </a:custGeom>
                <a:solidFill>
                  <a:srgbClr val="1B1B1F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  <p:grpSp>
              <p:nvGrpSpPr>
                <p:cNvPr id="134" name="图形 37"/>
                <p:cNvGrpSpPr/>
                <p:nvPr/>
              </p:nvGrpSpPr>
              <p:grpSpPr>
                <a:xfrm>
                  <a:off x="8090023" y="5103899"/>
                  <a:ext cx="31676" cy="111153"/>
                  <a:chOff x="8090023" y="5103899"/>
                  <a:chExt cx="31676" cy="111153"/>
                </a:xfrm>
              </p:grpSpPr>
              <p:sp>
                <p:nvSpPr>
                  <p:cNvPr id="135" name="任意多边形: 形状 74"/>
                  <p:cNvSpPr/>
                  <p:nvPr>
                    <p:custDataLst>
                      <p:tags r:id="rId160"/>
                    </p:custDataLst>
                  </p:nvPr>
                </p:nvSpPr>
                <p:spPr>
                  <a:xfrm>
                    <a:off x="8090023" y="5103899"/>
                    <a:ext cx="31676" cy="111153"/>
                  </a:xfrm>
                  <a:custGeom>
                    <a:avLst/>
                    <a:gdLst>
                      <a:gd name="connsiteX0" fmla="*/ 18163 w 31676"/>
                      <a:gd name="connsiteY0" fmla="*/ 111154 h 111153"/>
                      <a:gd name="connsiteX1" fmla="*/ 11189 w 31676"/>
                      <a:gd name="connsiteY1" fmla="*/ 100692 h 111153"/>
                      <a:gd name="connsiteX2" fmla="*/ 24702 w 31676"/>
                      <a:gd name="connsiteY2" fmla="*/ 0 h 111153"/>
                      <a:gd name="connsiteX3" fmla="*/ 31676 w 31676"/>
                      <a:gd name="connsiteY3" fmla="*/ 10461 h 111153"/>
                      <a:gd name="connsiteX4" fmla="*/ 18163 w 31676"/>
                      <a:gd name="connsiteY4" fmla="*/ 111154 h 11115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31676" h="111153">
                        <a:moveTo>
                          <a:pt x="18163" y="111154"/>
                        </a:moveTo>
                        <a:lnTo>
                          <a:pt x="11189" y="100692"/>
                        </a:lnTo>
                        <a:cubicBezTo>
                          <a:pt x="-7119" y="73231"/>
                          <a:pt x="-3196" y="33128"/>
                          <a:pt x="24702" y="0"/>
                        </a:cubicBezTo>
                        <a:lnTo>
                          <a:pt x="31676" y="10461"/>
                        </a:lnTo>
                        <a:cubicBezTo>
                          <a:pt x="3779" y="43590"/>
                          <a:pt x="-144" y="83692"/>
                          <a:pt x="18163" y="111154"/>
                        </a:cubicBezTo>
                        <a:close/>
                      </a:path>
                    </a:pathLst>
                  </a:custGeom>
                  <a:solidFill>
                    <a:srgbClr val="251B28"/>
                  </a:solidFill>
                  <a:ln w="43489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PPOSans R"/>
                      <a:ea typeface="OPPOSans R"/>
                      <a:cs typeface="+mn-cs"/>
                    </a:endParaRPr>
                  </a:p>
                </p:txBody>
              </p:sp>
              <p:sp>
                <p:nvSpPr>
                  <p:cNvPr id="136" name="任意多边形: 形状 75"/>
                  <p:cNvSpPr/>
                  <p:nvPr>
                    <p:custDataLst>
                      <p:tags r:id="rId161"/>
                    </p:custDataLst>
                  </p:nvPr>
                </p:nvSpPr>
                <p:spPr>
                  <a:xfrm>
                    <a:off x="8090023" y="5103899"/>
                    <a:ext cx="31676" cy="111153"/>
                  </a:xfrm>
                  <a:custGeom>
                    <a:avLst/>
                    <a:gdLst>
                      <a:gd name="connsiteX0" fmla="*/ 24702 w 31676"/>
                      <a:gd name="connsiteY0" fmla="*/ 0 h 111153"/>
                      <a:gd name="connsiteX1" fmla="*/ 31676 w 31676"/>
                      <a:gd name="connsiteY1" fmla="*/ 10461 h 111153"/>
                      <a:gd name="connsiteX2" fmla="*/ 18163 w 31676"/>
                      <a:gd name="connsiteY2" fmla="*/ 111154 h 111153"/>
                      <a:gd name="connsiteX3" fmla="*/ 11189 w 31676"/>
                      <a:gd name="connsiteY3" fmla="*/ 100692 h 111153"/>
                      <a:gd name="connsiteX4" fmla="*/ 24702 w 31676"/>
                      <a:gd name="connsiteY4" fmla="*/ 0 h 111153"/>
                      <a:gd name="connsiteX5" fmla="*/ 24702 w 31676"/>
                      <a:gd name="connsiteY5" fmla="*/ 0 h 11115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31676" h="111153">
                        <a:moveTo>
                          <a:pt x="24702" y="0"/>
                        </a:moveTo>
                        <a:lnTo>
                          <a:pt x="31676" y="10461"/>
                        </a:lnTo>
                        <a:cubicBezTo>
                          <a:pt x="3779" y="43590"/>
                          <a:pt x="-144" y="83692"/>
                          <a:pt x="18163" y="111154"/>
                        </a:cubicBezTo>
                        <a:lnTo>
                          <a:pt x="11189" y="100692"/>
                        </a:lnTo>
                        <a:cubicBezTo>
                          <a:pt x="-7119" y="73231"/>
                          <a:pt x="-3196" y="33128"/>
                          <a:pt x="24702" y="0"/>
                        </a:cubicBezTo>
                        <a:lnTo>
                          <a:pt x="24702" y="0"/>
                        </a:lnTo>
                        <a:close/>
                      </a:path>
                    </a:pathLst>
                  </a:custGeom>
                  <a:solidFill>
                    <a:srgbClr val="191924"/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PPOSans R"/>
                      <a:ea typeface="OPPOSans R"/>
                      <a:cs typeface="+mn-cs"/>
                    </a:endParaRPr>
                  </a:p>
                </p:txBody>
              </p:sp>
            </p:grpSp>
            <p:grpSp>
              <p:nvGrpSpPr>
                <p:cNvPr id="138" name="图形 37"/>
                <p:cNvGrpSpPr/>
                <p:nvPr/>
              </p:nvGrpSpPr>
              <p:grpSpPr>
                <a:xfrm>
                  <a:off x="8080725" y="5218103"/>
                  <a:ext cx="33128" cy="35307"/>
                  <a:chOff x="8080725" y="5218103"/>
                  <a:chExt cx="33128" cy="35307"/>
                </a:xfrm>
              </p:grpSpPr>
              <p:sp>
                <p:nvSpPr>
                  <p:cNvPr id="139" name="任意多边形: 形状 77"/>
                  <p:cNvSpPr/>
                  <p:nvPr>
                    <p:custDataLst>
                      <p:tags r:id="rId162"/>
                    </p:custDataLst>
                  </p:nvPr>
                </p:nvSpPr>
                <p:spPr>
                  <a:xfrm>
                    <a:off x="8080725" y="5218103"/>
                    <a:ext cx="32692" cy="34871"/>
                  </a:xfrm>
                  <a:custGeom>
                    <a:avLst/>
                    <a:gdLst>
                      <a:gd name="connsiteX0" fmla="*/ 6974 w 32692"/>
                      <a:gd name="connsiteY0" fmla="*/ 10462 h 34871"/>
                      <a:gd name="connsiteX1" fmla="*/ 0 w 32692"/>
                      <a:gd name="connsiteY1" fmla="*/ 0 h 34871"/>
                      <a:gd name="connsiteX2" fmla="*/ 25718 w 32692"/>
                      <a:gd name="connsiteY2" fmla="*/ 24410 h 34871"/>
                      <a:gd name="connsiteX3" fmla="*/ 32692 w 32692"/>
                      <a:gd name="connsiteY3" fmla="*/ 34872 h 34871"/>
                      <a:gd name="connsiteX4" fmla="*/ 6974 w 32692"/>
                      <a:gd name="connsiteY4" fmla="*/ 10462 h 3487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32692" h="34871">
                        <a:moveTo>
                          <a:pt x="6974" y="10462"/>
                        </a:moveTo>
                        <a:lnTo>
                          <a:pt x="0" y="0"/>
                        </a:lnTo>
                        <a:cubicBezTo>
                          <a:pt x="6538" y="9590"/>
                          <a:pt x="15256" y="17872"/>
                          <a:pt x="25718" y="24410"/>
                        </a:cubicBezTo>
                        <a:lnTo>
                          <a:pt x="32692" y="34872"/>
                        </a:lnTo>
                        <a:cubicBezTo>
                          <a:pt x="21795" y="28333"/>
                          <a:pt x="13077" y="20051"/>
                          <a:pt x="6974" y="10462"/>
                        </a:cubicBezTo>
                        <a:close/>
                      </a:path>
                    </a:pathLst>
                  </a:custGeom>
                  <a:solidFill>
                    <a:srgbClr val="251B28"/>
                  </a:solidFill>
                  <a:ln w="43489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PPOSans R"/>
                      <a:ea typeface="OPPOSans R"/>
                      <a:cs typeface="+mn-cs"/>
                    </a:endParaRPr>
                  </a:p>
                </p:txBody>
              </p:sp>
              <p:sp>
                <p:nvSpPr>
                  <p:cNvPr id="140" name="任意多边形: 形状 78"/>
                  <p:cNvSpPr/>
                  <p:nvPr>
                    <p:custDataLst>
                      <p:tags r:id="rId163"/>
                    </p:custDataLst>
                  </p:nvPr>
                </p:nvSpPr>
                <p:spPr>
                  <a:xfrm>
                    <a:off x="8081161" y="5218539"/>
                    <a:ext cx="32692" cy="34871"/>
                  </a:xfrm>
                  <a:custGeom>
                    <a:avLst/>
                    <a:gdLst>
                      <a:gd name="connsiteX0" fmla="*/ 25718 w 32692"/>
                      <a:gd name="connsiteY0" fmla="*/ 24410 h 34871"/>
                      <a:gd name="connsiteX1" fmla="*/ 32692 w 32692"/>
                      <a:gd name="connsiteY1" fmla="*/ 34872 h 34871"/>
                      <a:gd name="connsiteX2" fmla="*/ 6974 w 32692"/>
                      <a:gd name="connsiteY2" fmla="*/ 10461 h 34871"/>
                      <a:gd name="connsiteX3" fmla="*/ 0 w 32692"/>
                      <a:gd name="connsiteY3" fmla="*/ 0 h 34871"/>
                      <a:gd name="connsiteX4" fmla="*/ 25718 w 32692"/>
                      <a:gd name="connsiteY4" fmla="*/ 24410 h 34871"/>
                      <a:gd name="connsiteX5" fmla="*/ 25718 w 32692"/>
                      <a:gd name="connsiteY5" fmla="*/ 24410 h 3487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32692" h="34871">
                        <a:moveTo>
                          <a:pt x="25718" y="24410"/>
                        </a:moveTo>
                        <a:lnTo>
                          <a:pt x="32692" y="34872"/>
                        </a:lnTo>
                        <a:cubicBezTo>
                          <a:pt x="21795" y="28333"/>
                          <a:pt x="13077" y="20051"/>
                          <a:pt x="6974" y="10461"/>
                        </a:cubicBezTo>
                        <a:lnTo>
                          <a:pt x="0" y="0"/>
                        </a:lnTo>
                        <a:cubicBezTo>
                          <a:pt x="6538" y="9590"/>
                          <a:pt x="15256" y="17872"/>
                          <a:pt x="25718" y="24410"/>
                        </a:cubicBezTo>
                        <a:lnTo>
                          <a:pt x="25718" y="24410"/>
                        </a:lnTo>
                        <a:close/>
                      </a:path>
                    </a:pathLst>
                  </a:custGeom>
                  <a:solidFill>
                    <a:srgbClr val="191924"/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PPOSans R"/>
                      <a:ea typeface="OPPOSans R"/>
                      <a:cs typeface="+mn-cs"/>
                    </a:endParaRPr>
                  </a:p>
                </p:txBody>
              </p:sp>
            </p:grpSp>
            <p:grpSp>
              <p:nvGrpSpPr>
                <p:cNvPr id="141" name="图形 37"/>
                <p:cNvGrpSpPr/>
                <p:nvPr/>
              </p:nvGrpSpPr>
              <p:grpSpPr>
                <a:xfrm>
                  <a:off x="8209750" y="4967158"/>
                  <a:ext cx="384461" cy="202125"/>
                  <a:chOff x="8209750" y="4967158"/>
                  <a:chExt cx="384461" cy="202125"/>
                </a:xfrm>
              </p:grpSpPr>
              <p:sp>
                <p:nvSpPr>
                  <p:cNvPr id="142" name="任意多边形: 形状 80"/>
                  <p:cNvSpPr/>
                  <p:nvPr>
                    <p:custDataLst>
                      <p:tags r:id="rId164"/>
                    </p:custDataLst>
                  </p:nvPr>
                </p:nvSpPr>
                <p:spPr>
                  <a:xfrm>
                    <a:off x="8209750" y="4967158"/>
                    <a:ext cx="384461" cy="202125"/>
                  </a:xfrm>
                  <a:custGeom>
                    <a:avLst/>
                    <a:gdLst>
                      <a:gd name="connsiteX0" fmla="*/ 377487 w 384461"/>
                      <a:gd name="connsiteY0" fmla="*/ 191663 h 202125"/>
                      <a:gd name="connsiteX1" fmla="*/ 384461 w 384461"/>
                      <a:gd name="connsiteY1" fmla="*/ 202125 h 202125"/>
                      <a:gd name="connsiteX2" fmla="*/ 377923 w 384461"/>
                      <a:gd name="connsiteY2" fmla="*/ 194715 h 202125"/>
                      <a:gd name="connsiteX3" fmla="*/ 241051 w 384461"/>
                      <a:gd name="connsiteY3" fmla="*/ 95330 h 202125"/>
                      <a:gd name="connsiteX4" fmla="*/ 75410 w 384461"/>
                      <a:gd name="connsiteY4" fmla="*/ 13382 h 202125"/>
                      <a:gd name="connsiteX5" fmla="*/ 6974 w 384461"/>
                      <a:gd name="connsiteY5" fmla="*/ 34741 h 202125"/>
                      <a:gd name="connsiteX6" fmla="*/ 0 w 384461"/>
                      <a:gd name="connsiteY6" fmla="*/ 24279 h 202125"/>
                      <a:gd name="connsiteX7" fmla="*/ 68436 w 384461"/>
                      <a:gd name="connsiteY7" fmla="*/ 3356 h 202125"/>
                      <a:gd name="connsiteX8" fmla="*/ 234077 w 384461"/>
                      <a:gd name="connsiteY8" fmla="*/ 85305 h 202125"/>
                      <a:gd name="connsiteX9" fmla="*/ 370948 w 384461"/>
                      <a:gd name="connsiteY9" fmla="*/ 184689 h 202125"/>
                      <a:gd name="connsiteX10" fmla="*/ 377487 w 384461"/>
                      <a:gd name="connsiteY10" fmla="*/ 192099 h 2021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84461" h="202125">
                        <a:moveTo>
                          <a:pt x="377487" y="191663"/>
                        </a:moveTo>
                        <a:lnTo>
                          <a:pt x="384461" y="202125"/>
                        </a:lnTo>
                        <a:cubicBezTo>
                          <a:pt x="382718" y="199510"/>
                          <a:pt x="380538" y="196894"/>
                          <a:pt x="377923" y="194715"/>
                        </a:cubicBezTo>
                        <a:cubicBezTo>
                          <a:pt x="335205" y="158099"/>
                          <a:pt x="289871" y="124536"/>
                          <a:pt x="241051" y="95330"/>
                        </a:cubicBezTo>
                        <a:cubicBezTo>
                          <a:pt x="189179" y="63946"/>
                          <a:pt x="133820" y="36484"/>
                          <a:pt x="75410" y="13382"/>
                        </a:cubicBezTo>
                        <a:cubicBezTo>
                          <a:pt x="53615" y="4664"/>
                          <a:pt x="24410" y="13382"/>
                          <a:pt x="6974" y="34741"/>
                        </a:cubicBezTo>
                        <a:lnTo>
                          <a:pt x="0" y="24279"/>
                        </a:lnTo>
                        <a:cubicBezTo>
                          <a:pt x="17436" y="3356"/>
                          <a:pt x="46641" y="-5362"/>
                          <a:pt x="68436" y="3356"/>
                        </a:cubicBezTo>
                        <a:cubicBezTo>
                          <a:pt x="127282" y="26459"/>
                          <a:pt x="182205" y="53920"/>
                          <a:pt x="234077" y="85305"/>
                        </a:cubicBezTo>
                        <a:cubicBezTo>
                          <a:pt x="282897" y="114946"/>
                          <a:pt x="328230" y="148074"/>
                          <a:pt x="370948" y="184689"/>
                        </a:cubicBezTo>
                        <a:cubicBezTo>
                          <a:pt x="373564" y="186869"/>
                          <a:pt x="375743" y="189484"/>
                          <a:pt x="377487" y="192099"/>
                        </a:cubicBezTo>
                        <a:close/>
                      </a:path>
                    </a:pathLst>
                  </a:custGeom>
                  <a:solidFill>
                    <a:srgbClr val="251B28"/>
                  </a:solidFill>
                  <a:ln w="43489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PPOSans R"/>
                      <a:ea typeface="OPPOSans R"/>
                      <a:cs typeface="+mn-cs"/>
                    </a:endParaRPr>
                  </a:p>
                </p:txBody>
              </p:sp>
              <p:sp>
                <p:nvSpPr>
                  <p:cNvPr id="143" name="任意多边形: 形状 81"/>
                  <p:cNvSpPr/>
                  <p:nvPr>
                    <p:custDataLst>
                      <p:tags r:id="rId165"/>
                    </p:custDataLst>
                  </p:nvPr>
                </p:nvSpPr>
                <p:spPr>
                  <a:xfrm>
                    <a:off x="8209750" y="4967158"/>
                    <a:ext cx="384461" cy="202125"/>
                  </a:xfrm>
                  <a:custGeom>
                    <a:avLst/>
                    <a:gdLst>
                      <a:gd name="connsiteX0" fmla="*/ 377487 w 384461"/>
                      <a:gd name="connsiteY0" fmla="*/ 191663 h 202125"/>
                      <a:gd name="connsiteX1" fmla="*/ 384461 w 384461"/>
                      <a:gd name="connsiteY1" fmla="*/ 202125 h 202125"/>
                      <a:gd name="connsiteX2" fmla="*/ 377923 w 384461"/>
                      <a:gd name="connsiteY2" fmla="*/ 194715 h 202125"/>
                      <a:gd name="connsiteX3" fmla="*/ 241051 w 384461"/>
                      <a:gd name="connsiteY3" fmla="*/ 95330 h 202125"/>
                      <a:gd name="connsiteX4" fmla="*/ 75410 w 384461"/>
                      <a:gd name="connsiteY4" fmla="*/ 13382 h 202125"/>
                      <a:gd name="connsiteX5" fmla="*/ 6974 w 384461"/>
                      <a:gd name="connsiteY5" fmla="*/ 34741 h 202125"/>
                      <a:gd name="connsiteX6" fmla="*/ 0 w 384461"/>
                      <a:gd name="connsiteY6" fmla="*/ 24279 h 202125"/>
                      <a:gd name="connsiteX7" fmla="*/ 68436 w 384461"/>
                      <a:gd name="connsiteY7" fmla="*/ 3356 h 202125"/>
                      <a:gd name="connsiteX8" fmla="*/ 234077 w 384461"/>
                      <a:gd name="connsiteY8" fmla="*/ 85305 h 202125"/>
                      <a:gd name="connsiteX9" fmla="*/ 370948 w 384461"/>
                      <a:gd name="connsiteY9" fmla="*/ 184689 h 202125"/>
                      <a:gd name="connsiteX10" fmla="*/ 377487 w 384461"/>
                      <a:gd name="connsiteY10" fmla="*/ 192099 h 202125"/>
                      <a:gd name="connsiteX11" fmla="*/ 377487 w 384461"/>
                      <a:gd name="connsiteY11" fmla="*/ 192099 h 2021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384461" h="202125">
                        <a:moveTo>
                          <a:pt x="377487" y="191663"/>
                        </a:moveTo>
                        <a:lnTo>
                          <a:pt x="384461" y="202125"/>
                        </a:lnTo>
                        <a:cubicBezTo>
                          <a:pt x="382718" y="199510"/>
                          <a:pt x="380538" y="196894"/>
                          <a:pt x="377923" y="194715"/>
                        </a:cubicBezTo>
                        <a:cubicBezTo>
                          <a:pt x="335205" y="158099"/>
                          <a:pt x="289871" y="124536"/>
                          <a:pt x="241051" y="95330"/>
                        </a:cubicBezTo>
                        <a:cubicBezTo>
                          <a:pt x="189179" y="63946"/>
                          <a:pt x="133820" y="36484"/>
                          <a:pt x="75410" y="13382"/>
                        </a:cubicBezTo>
                        <a:cubicBezTo>
                          <a:pt x="53615" y="4664"/>
                          <a:pt x="24410" y="13382"/>
                          <a:pt x="6974" y="34741"/>
                        </a:cubicBezTo>
                        <a:lnTo>
                          <a:pt x="0" y="24279"/>
                        </a:lnTo>
                        <a:cubicBezTo>
                          <a:pt x="17436" y="3356"/>
                          <a:pt x="46641" y="-5362"/>
                          <a:pt x="68436" y="3356"/>
                        </a:cubicBezTo>
                        <a:cubicBezTo>
                          <a:pt x="127282" y="26459"/>
                          <a:pt x="182205" y="53920"/>
                          <a:pt x="234077" y="85305"/>
                        </a:cubicBezTo>
                        <a:cubicBezTo>
                          <a:pt x="282897" y="114946"/>
                          <a:pt x="328230" y="148074"/>
                          <a:pt x="370948" y="184689"/>
                        </a:cubicBezTo>
                        <a:cubicBezTo>
                          <a:pt x="373564" y="186869"/>
                          <a:pt x="375743" y="189484"/>
                          <a:pt x="377487" y="192099"/>
                        </a:cubicBezTo>
                        <a:lnTo>
                          <a:pt x="377487" y="192099"/>
                        </a:lnTo>
                        <a:close/>
                      </a:path>
                    </a:pathLst>
                  </a:custGeom>
                  <a:solidFill>
                    <a:srgbClr val="191924"/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PPOSans R"/>
                      <a:ea typeface="OPPOSans R"/>
                      <a:cs typeface="+mn-cs"/>
                    </a:endParaRPr>
                  </a:p>
                </p:txBody>
              </p:sp>
            </p:grpSp>
            <p:sp>
              <p:nvSpPr>
                <p:cNvPr id="145" name="任意多边形: 形状 82"/>
                <p:cNvSpPr/>
                <p:nvPr>
                  <p:custDataLst>
                    <p:tags r:id="rId166"/>
                  </p:custDataLst>
                </p:nvPr>
              </p:nvSpPr>
              <p:spPr>
                <a:xfrm>
                  <a:off x="8106879" y="5242950"/>
                  <a:ext cx="195717" cy="125102"/>
                </a:xfrm>
                <a:custGeom>
                  <a:avLst/>
                  <a:gdLst>
                    <a:gd name="connsiteX0" fmla="*/ 188743 w 195717"/>
                    <a:gd name="connsiteY0" fmla="*/ 114641 h 125102"/>
                    <a:gd name="connsiteX1" fmla="*/ 195718 w 195717"/>
                    <a:gd name="connsiteY1" fmla="*/ 125103 h 125102"/>
                    <a:gd name="connsiteX2" fmla="*/ 6974 w 195717"/>
                    <a:gd name="connsiteY2" fmla="*/ 10026 h 125102"/>
                    <a:gd name="connsiteX3" fmla="*/ 0 w 195717"/>
                    <a:gd name="connsiteY3" fmla="*/ 0 h 125102"/>
                    <a:gd name="connsiteX4" fmla="*/ 188743 w 195717"/>
                    <a:gd name="connsiteY4" fmla="*/ 114641 h 1251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95717" h="125102">
                      <a:moveTo>
                        <a:pt x="188743" y="114641"/>
                      </a:moveTo>
                      <a:lnTo>
                        <a:pt x="195718" y="125103"/>
                      </a:lnTo>
                      <a:lnTo>
                        <a:pt x="6974" y="10026"/>
                      </a:lnTo>
                      <a:lnTo>
                        <a:pt x="0" y="0"/>
                      </a:lnTo>
                      <a:lnTo>
                        <a:pt x="188743" y="114641"/>
                      </a:lnTo>
                      <a:close/>
                    </a:path>
                  </a:pathLst>
                </a:custGeom>
                <a:solidFill>
                  <a:srgbClr val="251B28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  <p:grpSp>
              <p:nvGrpSpPr>
                <p:cNvPr id="146" name="图形 37"/>
                <p:cNvGrpSpPr/>
                <p:nvPr/>
              </p:nvGrpSpPr>
              <p:grpSpPr>
                <a:xfrm>
                  <a:off x="8607289" y="5145309"/>
                  <a:ext cx="15256" cy="33564"/>
                  <a:chOff x="8607289" y="5145309"/>
                  <a:chExt cx="15256" cy="33564"/>
                </a:xfrm>
              </p:grpSpPr>
              <p:sp>
                <p:nvSpPr>
                  <p:cNvPr id="148" name="任意多边形: 形状 84"/>
                  <p:cNvSpPr/>
                  <p:nvPr>
                    <p:custDataLst>
                      <p:tags r:id="rId167"/>
                    </p:custDataLst>
                  </p:nvPr>
                </p:nvSpPr>
                <p:spPr>
                  <a:xfrm>
                    <a:off x="8607289" y="5145309"/>
                    <a:ext cx="15256" cy="33564"/>
                  </a:xfrm>
                  <a:custGeom>
                    <a:avLst/>
                    <a:gdLst>
                      <a:gd name="connsiteX0" fmla="*/ 0 w 15256"/>
                      <a:gd name="connsiteY0" fmla="*/ 0 h 33564"/>
                      <a:gd name="connsiteX1" fmla="*/ 6974 w 15256"/>
                      <a:gd name="connsiteY1" fmla="*/ 10461 h 33564"/>
                      <a:gd name="connsiteX2" fmla="*/ 15256 w 15256"/>
                      <a:gd name="connsiteY2" fmla="*/ 33564 h 33564"/>
                      <a:gd name="connsiteX3" fmla="*/ 8282 w 15256"/>
                      <a:gd name="connsiteY3" fmla="*/ 23102 h 33564"/>
                      <a:gd name="connsiteX4" fmla="*/ 0 w 15256"/>
                      <a:gd name="connsiteY4" fmla="*/ 0 h 3356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5256" h="33564">
                        <a:moveTo>
                          <a:pt x="0" y="0"/>
                        </a:moveTo>
                        <a:lnTo>
                          <a:pt x="6974" y="10461"/>
                        </a:lnTo>
                        <a:cubicBezTo>
                          <a:pt x="11333" y="17436"/>
                          <a:pt x="14385" y="25282"/>
                          <a:pt x="15256" y="33564"/>
                        </a:cubicBezTo>
                        <a:lnTo>
                          <a:pt x="8282" y="23102"/>
                        </a:lnTo>
                        <a:cubicBezTo>
                          <a:pt x="7410" y="14821"/>
                          <a:pt x="4359" y="6975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251B28"/>
                  </a:solidFill>
                  <a:ln w="43489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PPOSans R"/>
                      <a:ea typeface="OPPOSans R"/>
                      <a:cs typeface="+mn-cs"/>
                    </a:endParaRPr>
                  </a:p>
                </p:txBody>
              </p:sp>
              <p:sp>
                <p:nvSpPr>
                  <p:cNvPr id="154" name="任意多边形: 形状 85"/>
                  <p:cNvSpPr/>
                  <p:nvPr>
                    <p:custDataLst>
                      <p:tags r:id="rId168"/>
                    </p:custDataLst>
                  </p:nvPr>
                </p:nvSpPr>
                <p:spPr>
                  <a:xfrm>
                    <a:off x="8607289" y="5145309"/>
                    <a:ext cx="15256" cy="33564"/>
                  </a:xfrm>
                  <a:custGeom>
                    <a:avLst/>
                    <a:gdLst>
                      <a:gd name="connsiteX0" fmla="*/ 0 w 15256"/>
                      <a:gd name="connsiteY0" fmla="*/ 0 h 33564"/>
                      <a:gd name="connsiteX1" fmla="*/ 6974 w 15256"/>
                      <a:gd name="connsiteY1" fmla="*/ 10461 h 33564"/>
                      <a:gd name="connsiteX2" fmla="*/ 15256 w 15256"/>
                      <a:gd name="connsiteY2" fmla="*/ 33564 h 33564"/>
                      <a:gd name="connsiteX3" fmla="*/ 8282 w 15256"/>
                      <a:gd name="connsiteY3" fmla="*/ 23102 h 33564"/>
                      <a:gd name="connsiteX4" fmla="*/ 0 w 15256"/>
                      <a:gd name="connsiteY4" fmla="*/ 0 h 33564"/>
                      <a:gd name="connsiteX5" fmla="*/ 0 w 15256"/>
                      <a:gd name="connsiteY5" fmla="*/ 0 h 3356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5256" h="33564">
                        <a:moveTo>
                          <a:pt x="0" y="0"/>
                        </a:moveTo>
                        <a:lnTo>
                          <a:pt x="6974" y="10461"/>
                        </a:lnTo>
                        <a:cubicBezTo>
                          <a:pt x="11333" y="17436"/>
                          <a:pt x="14385" y="25282"/>
                          <a:pt x="15256" y="33564"/>
                        </a:cubicBezTo>
                        <a:lnTo>
                          <a:pt x="8282" y="23102"/>
                        </a:lnTo>
                        <a:cubicBezTo>
                          <a:pt x="7410" y="14821"/>
                          <a:pt x="4359" y="6975"/>
                          <a:pt x="0" y="0"/>
                        </a:cubicBez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191924"/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PPOSans R"/>
                      <a:ea typeface="OPPOSans R"/>
                      <a:cs typeface="+mn-cs"/>
                    </a:endParaRPr>
                  </a:p>
                </p:txBody>
              </p:sp>
            </p:grpSp>
            <p:grpSp>
              <p:nvGrpSpPr>
                <p:cNvPr id="155" name="图形 37"/>
                <p:cNvGrpSpPr/>
                <p:nvPr/>
              </p:nvGrpSpPr>
              <p:grpSpPr>
                <a:xfrm>
                  <a:off x="8296058" y="5229001"/>
                  <a:ext cx="303384" cy="153208"/>
                  <a:chOff x="8296058" y="5229001"/>
                  <a:chExt cx="303384" cy="153208"/>
                </a:xfrm>
              </p:grpSpPr>
              <p:sp>
                <p:nvSpPr>
                  <p:cNvPr id="156" name="任意多边形: 形状 87"/>
                  <p:cNvSpPr/>
                  <p:nvPr>
                    <p:custDataLst>
                      <p:tags r:id="rId169"/>
                    </p:custDataLst>
                  </p:nvPr>
                </p:nvSpPr>
                <p:spPr>
                  <a:xfrm>
                    <a:off x="8296058" y="5229001"/>
                    <a:ext cx="303384" cy="153208"/>
                  </a:xfrm>
                  <a:custGeom>
                    <a:avLst/>
                    <a:gdLst>
                      <a:gd name="connsiteX0" fmla="*/ 296410 w 303384"/>
                      <a:gd name="connsiteY0" fmla="*/ 0 h 153208"/>
                      <a:gd name="connsiteX1" fmla="*/ 303384 w 303384"/>
                      <a:gd name="connsiteY1" fmla="*/ 10462 h 153208"/>
                      <a:gd name="connsiteX2" fmla="*/ 292487 w 303384"/>
                      <a:gd name="connsiteY2" fmla="*/ 20487 h 153208"/>
                      <a:gd name="connsiteX3" fmla="*/ 144282 w 303384"/>
                      <a:gd name="connsiteY3" fmla="*/ 126410 h 153208"/>
                      <a:gd name="connsiteX4" fmla="*/ 6974 w 303384"/>
                      <a:gd name="connsiteY4" fmla="*/ 139051 h 153208"/>
                      <a:gd name="connsiteX5" fmla="*/ 0 w 303384"/>
                      <a:gd name="connsiteY5" fmla="*/ 128590 h 153208"/>
                      <a:gd name="connsiteX6" fmla="*/ 137307 w 303384"/>
                      <a:gd name="connsiteY6" fmla="*/ 115949 h 153208"/>
                      <a:gd name="connsiteX7" fmla="*/ 285513 w 303384"/>
                      <a:gd name="connsiteY7" fmla="*/ 10026 h 153208"/>
                      <a:gd name="connsiteX8" fmla="*/ 296410 w 303384"/>
                      <a:gd name="connsiteY8" fmla="*/ 0 h 15320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303384" h="153208">
                        <a:moveTo>
                          <a:pt x="296410" y="0"/>
                        </a:moveTo>
                        <a:lnTo>
                          <a:pt x="303384" y="10462"/>
                        </a:lnTo>
                        <a:cubicBezTo>
                          <a:pt x="299897" y="13949"/>
                          <a:pt x="296410" y="17436"/>
                          <a:pt x="292487" y="20487"/>
                        </a:cubicBezTo>
                        <a:cubicBezTo>
                          <a:pt x="244538" y="57103"/>
                          <a:pt x="185256" y="98513"/>
                          <a:pt x="144282" y="126410"/>
                        </a:cubicBezTo>
                        <a:cubicBezTo>
                          <a:pt x="99820" y="156923"/>
                          <a:pt x="44897" y="161718"/>
                          <a:pt x="6974" y="139051"/>
                        </a:cubicBezTo>
                        <a:lnTo>
                          <a:pt x="0" y="128590"/>
                        </a:lnTo>
                        <a:cubicBezTo>
                          <a:pt x="37487" y="151256"/>
                          <a:pt x="92846" y="146461"/>
                          <a:pt x="137307" y="115949"/>
                        </a:cubicBezTo>
                        <a:cubicBezTo>
                          <a:pt x="178282" y="88051"/>
                          <a:pt x="237564" y="46641"/>
                          <a:pt x="285513" y="10026"/>
                        </a:cubicBezTo>
                        <a:cubicBezTo>
                          <a:pt x="289436" y="6975"/>
                          <a:pt x="293359" y="3487"/>
                          <a:pt x="296410" y="0"/>
                        </a:cubicBezTo>
                        <a:close/>
                      </a:path>
                    </a:pathLst>
                  </a:custGeom>
                  <a:solidFill>
                    <a:srgbClr val="251B28"/>
                  </a:solidFill>
                  <a:ln w="43489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PPOSans R"/>
                      <a:ea typeface="OPPOSans R"/>
                      <a:cs typeface="+mn-cs"/>
                    </a:endParaRPr>
                  </a:p>
                </p:txBody>
              </p:sp>
              <p:sp>
                <p:nvSpPr>
                  <p:cNvPr id="157" name="任意多边形: 形状 88"/>
                  <p:cNvSpPr/>
                  <p:nvPr>
                    <p:custDataLst>
                      <p:tags r:id="rId170"/>
                    </p:custDataLst>
                  </p:nvPr>
                </p:nvSpPr>
                <p:spPr>
                  <a:xfrm>
                    <a:off x="8296058" y="5229001"/>
                    <a:ext cx="303384" cy="153208"/>
                  </a:xfrm>
                  <a:custGeom>
                    <a:avLst/>
                    <a:gdLst>
                      <a:gd name="connsiteX0" fmla="*/ 296410 w 303384"/>
                      <a:gd name="connsiteY0" fmla="*/ 0 h 153208"/>
                      <a:gd name="connsiteX1" fmla="*/ 303384 w 303384"/>
                      <a:gd name="connsiteY1" fmla="*/ 10462 h 153208"/>
                      <a:gd name="connsiteX2" fmla="*/ 292487 w 303384"/>
                      <a:gd name="connsiteY2" fmla="*/ 20487 h 153208"/>
                      <a:gd name="connsiteX3" fmla="*/ 144282 w 303384"/>
                      <a:gd name="connsiteY3" fmla="*/ 126410 h 153208"/>
                      <a:gd name="connsiteX4" fmla="*/ 6974 w 303384"/>
                      <a:gd name="connsiteY4" fmla="*/ 139051 h 153208"/>
                      <a:gd name="connsiteX5" fmla="*/ 0 w 303384"/>
                      <a:gd name="connsiteY5" fmla="*/ 128590 h 153208"/>
                      <a:gd name="connsiteX6" fmla="*/ 137307 w 303384"/>
                      <a:gd name="connsiteY6" fmla="*/ 115949 h 153208"/>
                      <a:gd name="connsiteX7" fmla="*/ 285513 w 303384"/>
                      <a:gd name="connsiteY7" fmla="*/ 10026 h 153208"/>
                      <a:gd name="connsiteX8" fmla="*/ 296410 w 303384"/>
                      <a:gd name="connsiteY8" fmla="*/ 0 h 153208"/>
                      <a:gd name="connsiteX9" fmla="*/ 296410 w 303384"/>
                      <a:gd name="connsiteY9" fmla="*/ 0 h 15320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303384" h="153208">
                        <a:moveTo>
                          <a:pt x="296410" y="0"/>
                        </a:moveTo>
                        <a:lnTo>
                          <a:pt x="303384" y="10462"/>
                        </a:lnTo>
                        <a:cubicBezTo>
                          <a:pt x="299897" y="13949"/>
                          <a:pt x="296410" y="17436"/>
                          <a:pt x="292487" y="20487"/>
                        </a:cubicBezTo>
                        <a:cubicBezTo>
                          <a:pt x="244538" y="57103"/>
                          <a:pt x="185256" y="98513"/>
                          <a:pt x="144282" y="126410"/>
                        </a:cubicBezTo>
                        <a:cubicBezTo>
                          <a:pt x="99820" y="156923"/>
                          <a:pt x="44897" y="161718"/>
                          <a:pt x="6974" y="139051"/>
                        </a:cubicBezTo>
                        <a:lnTo>
                          <a:pt x="0" y="128590"/>
                        </a:lnTo>
                        <a:cubicBezTo>
                          <a:pt x="37487" y="151256"/>
                          <a:pt x="92846" y="146461"/>
                          <a:pt x="137307" y="115949"/>
                        </a:cubicBezTo>
                        <a:cubicBezTo>
                          <a:pt x="178282" y="88051"/>
                          <a:pt x="237564" y="46641"/>
                          <a:pt x="285513" y="10026"/>
                        </a:cubicBezTo>
                        <a:cubicBezTo>
                          <a:pt x="289436" y="6975"/>
                          <a:pt x="293359" y="3487"/>
                          <a:pt x="296410" y="0"/>
                        </a:cubicBezTo>
                        <a:lnTo>
                          <a:pt x="296410" y="0"/>
                        </a:lnTo>
                        <a:close/>
                      </a:path>
                    </a:pathLst>
                  </a:custGeom>
                  <a:solidFill>
                    <a:srgbClr val="191924"/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PPOSans R"/>
                      <a:ea typeface="OPPOSans R"/>
                      <a:cs typeface="+mn-cs"/>
                    </a:endParaRPr>
                  </a:p>
                </p:txBody>
              </p:sp>
            </p:grpSp>
            <p:grpSp>
              <p:nvGrpSpPr>
                <p:cNvPr id="158" name="图形 37"/>
                <p:cNvGrpSpPr/>
                <p:nvPr/>
              </p:nvGrpSpPr>
              <p:grpSpPr>
                <a:xfrm>
                  <a:off x="8592032" y="5229437"/>
                  <a:ext cx="53179" cy="38358"/>
                  <a:chOff x="8592032" y="5229437"/>
                  <a:chExt cx="53179" cy="38358"/>
                </a:xfrm>
              </p:grpSpPr>
              <p:sp>
                <p:nvSpPr>
                  <p:cNvPr id="159" name="任意多边形: 形状 90"/>
                  <p:cNvSpPr/>
                  <p:nvPr>
                    <p:custDataLst>
                      <p:tags r:id="rId171"/>
                    </p:custDataLst>
                  </p:nvPr>
                </p:nvSpPr>
                <p:spPr>
                  <a:xfrm>
                    <a:off x="8592032" y="5229437"/>
                    <a:ext cx="53179" cy="38358"/>
                  </a:xfrm>
                  <a:custGeom>
                    <a:avLst/>
                    <a:gdLst>
                      <a:gd name="connsiteX0" fmla="*/ 46205 w 53179"/>
                      <a:gd name="connsiteY0" fmla="*/ 27897 h 38358"/>
                      <a:gd name="connsiteX1" fmla="*/ 53179 w 53179"/>
                      <a:gd name="connsiteY1" fmla="*/ 38359 h 38358"/>
                      <a:gd name="connsiteX2" fmla="*/ 32692 w 53179"/>
                      <a:gd name="connsiteY2" fmla="*/ 20923 h 38358"/>
                      <a:gd name="connsiteX3" fmla="*/ 6974 w 53179"/>
                      <a:gd name="connsiteY3" fmla="*/ 10461 h 38358"/>
                      <a:gd name="connsiteX4" fmla="*/ 0 w 53179"/>
                      <a:gd name="connsiteY4" fmla="*/ 0 h 38358"/>
                      <a:gd name="connsiteX5" fmla="*/ 25718 w 53179"/>
                      <a:gd name="connsiteY5" fmla="*/ 10461 h 38358"/>
                      <a:gd name="connsiteX6" fmla="*/ 46205 w 53179"/>
                      <a:gd name="connsiteY6" fmla="*/ 27897 h 3835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53179" h="38358">
                        <a:moveTo>
                          <a:pt x="46205" y="27897"/>
                        </a:moveTo>
                        <a:lnTo>
                          <a:pt x="53179" y="38359"/>
                        </a:lnTo>
                        <a:cubicBezTo>
                          <a:pt x="47513" y="31385"/>
                          <a:pt x="40538" y="25718"/>
                          <a:pt x="32692" y="20923"/>
                        </a:cubicBezTo>
                        <a:cubicBezTo>
                          <a:pt x="24846" y="16128"/>
                          <a:pt x="16128" y="12641"/>
                          <a:pt x="6974" y="10461"/>
                        </a:cubicBezTo>
                        <a:lnTo>
                          <a:pt x="0" y="0"/>
                        </a:lnTo>
                        <a:cubicBezTo>
                          <a:pt x="9590" y="2180"/>
                          <a:pt x="17872" y="6103"/>
                          <a:pt x="25718" y="10461"/>
                        </a:cubicBezTo>
                        <a:cubicBezTo>
                          <a:pt x="33564" y="15256"/>
                          <a:pt x="40538" y="20923"/>
                          <a:pt x="46205" y="27897"/>
                        </a:cubicBezTo>
                        <a:close/>
                      </a:path>
                    </a:pathLst>
                  </a:custGeom>
                  <a:solidFill>
                    <a:srgbClr val="251B28"/>
                  </a:solidFill>
                  <a:ln w="43489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PPOSans R"/>
                      <a:ea typeface="OPPOSans R"/>
                      <a:cs typeface="+mn-cs"/>
                    </a:endParaRPr>
                  </a:p>
                </p:txBody>
              </p:sp>
              <p:sp>
                <p:nvSpPr>
                  <p:cNvPr id="160" name="任意多边形: 形状 91"/>
                  <p:cNvSpPr/>
                  <p:nvPr>
                    <p:custDataLst>
                      <p:tags r:id="rId172"/>
                    </p:custDataLst>
                  </p:nvPr>
                </p:nvSpPr>
                <p:spPr>
                  <a:xfrm>
                    <a:off x="8592032" y="5229437"/>
                    <a:ext cx="53179" cy="38358"/>
                  </a:xfrm>
                  <a:custGeom>
                    <a:avLst/>
                    <a:gdLst>
                      <a:gd name="connsiteX0" fmla="*/ 46205 w 53179"/>
                      <a:gd name="connsiteY0" fmla="*/ 27897 h 38358"/>
                      <a:gd name="connsiteX1" fmla="*/ 53179 w 53179"/>
                      <a:gd name="connsiteY1" fmla="*/ 38359 h 38358"/>
                      <a:gd name="connsiteX2" fmla="*/ 32692 w 53179"/>
                      <a:gd name="connsiteY2" fmla="*/ 20923 h 38358"/>
                      <a:gd name="connsiteX3" fmla="*/ 6974 w 53179"/>
                      <a:gd name="connsiteY3" fmla="*/ 10461 h 38358"/>
                      <a:gd name="connsiteX4" fmla="*/ 0 w 53179"/>
                      <a:gd name="connsiteY4" fmla="*/ 0 h 38358"/>
                      <a:gd name="connsiteX5" fmla="*/ 25718 w 53179"/>
                      <a:gd name="connsiteY5" fmla="*/ 10461 h 38358"/>
                      <a:gd name="connsiteX6" fmla="*/ 46205 w 53179"/>
                      <a:gd name="connsiteY6" fmla="*/ 27897 h 38358"/>
                      <a:gd name="connsiteX7" fmla="*/ 46205 w 53179"/>
                      <a:gd name="connsiteY7" fmla="*/ 27897 h 3835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53179" h="38358">
                        <a:moveTo>
                          <a:pt x="46205" y="27897"/>
                        </a:moveTo>
                        <a:lnTo>
                          <a:pt x="53179" y="38359"/>
                        </a:lnTo>
                        <a:cubicBezTo>
                          <a:pt x="47513" y="31385"/>
                          <a:pt x="40538" y="25718"/>
                          <a:pt x="32692" y="20923"/>
                        </a:cubicBezTo>
                        <a:cubicBezTo>
                          <a:pt x="24846" y="16128"/>
                          <a:pt x="16128" y="12641"/>
                          <a:pt x="6974" y="10461"/>
                        </a:cubicBezTo>
                        <a:lnTo>
                          <a:pt x="0" y="0"/>
                        </a:lnTo>
                        <a:cubicBezTo>
                          <a:pt x="9590" y="2180"/>
                          <a:pt x="17872" y="6103"/>
                          <a:pt x="25718" y="10461"/>
                        </a:cubicBezTo>
                        <a:cubicBezTo>
                          <a:pt x="33564" y="15256"/>
                          <a:pt x="40538" y="20923"/>
                          <a:pt x="46205" y="27897"/>
                        </a:cubicBezTo>
                        <a:lnTo>
                          <a:pt x="46205" y="27897"/>
                        </a:lnTo>
                        <a:close/>
                      </a:path>
                    </a:pathLst>
                  </a:custGeom>
                  <a:solidFill>
                    <a:srgbClr val="191924"/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PPOSans R"/>
                      <a:ea typeface="OPPOSans R"/>
                      <a:cs typeface="+mn-cs"/>
                    </a:endParaRPr>
                  </a:p>
                </p:txBody>
              </p:sp>
            </p:grpSp>
            <p:grpSp>
              <p:nvGrpSpPr>
                <p:cNvPr id="161" name="图形 37"/>
                <p:cNvGrpSpPr/>
                <p:nvPr/>
              </p:nvGrpSpPr>
              <p:grpSpPr>
                <a:xfrm>
                  <a:off x="8692289" y="5206770"/>
                  <a:ext cx="13512" cy="22230"/>
                  <a:chOff x="8692289" y="5206770"/>
                  <a:chExt cx="13512" cy="22230"/>
                </a:xfrm>
              </p:grpSpPr>
              <p:sp>
                <p:nvSpPr>
                  <p:cNvPr id="162" name="任意多边形: 形状 93"/>
                  <p:cNvSpPr/>
                  <p:nvPr>
                    <p:custDataLst>
                      <p:tags r:id="rId173"/>
                    </p:custDataLst>
                  </p:nvPr>
                </p:nvSpPr>
                <p:spPr>
                  <a:xfrm>
                    <a:off x="8692289" y="5206770"/>
                    <a:ext cx="13512" cy="22230"/>
                  </a:xfrm>
                  <a:custGeom>
                    <a:avLst/>
                    <a:gdLst>
                      <a:gd name="connsiteX0" fmla="*/ 0 w 13512"/>
                      <a:gd name="connsiteY0" fmla="*/ 0 h 22230"/>
                      <a:gd name="connsiteX1" fmla="*/ 6974 w 13512"/>
                      <a:gd name="connsiteY1" fmla="*/ 10461 h 22230"/>
                      <a:gd name="connsiteX2" fmla="*/ 13513 w 13512"/>
                      <a:gd name="connsiteY2" fmla="*/ 22231 h 22230"/>
                      <a:gd name="connsiteX3" fmla="*/ 6538 w 13512"/>
                      <a:gd name="connsiteY3" fmla="*/ 11769 h 22230"/>
                      <a:gd name="connsiteX4" fmla="*/ 0 w 13512"/>
                      <a:gd name="connsiteY4" fmla="*/ 0 h 2223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512" h="22230">
                        <a:moveTo>
                          <a:pt x="0" y="0"/>
                        </a:moveTo>
                        <a:lnTo>
                          <a:pt x="6974" y="10461"/>
                        </a:lnTo>
                        <a:cubicBezTo>
                          <a:pt x="9590" y="14384"/>
                          <a:pt x="11769" y="18308"/>
                          <a:pt x="13513" y="22231"/>
                        </a:cubicBezTo>
                        <a:lnTo>
                          <a:pt x="6538" y="11769"/>
                        </a:lnTo>
                        <a:cubicBezTo>
                          <a:pt x="4795" y="7410"/>
                          <a:pt x="2615" y="348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251B28"/>
                  </a:solidFill>
                  <a:ln w="43489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PPOSans R"/>
                      <a:ea typeface="OPPOSans R"/>
                      <a:cs typeface="+mn-cs"/>
                    </a:endParaRPr>
                  </a:p>
                </p:txBody>
              </p:sp>
              <p:sp>
                <p:nvSpPr>
                  <p:cNvPr id="163" name="任意多边形: 形状 94"/>
                  <p:cNvSpPr/>
                  <p:nvPr>
                    <p:custDataLst>
                      <p:tags r:id="rId174"/>
                    </p:custDataLst>
                  </p:nvPr>
                </p:nvSpPr>
                <p:spPr>
                  <a:xfrm>
                    <a:off x="8692289" y="5206770"/>
                    <a:ext cx="13512" cy="22230"/>
                  </a:xfrm>
                  <a:custGeom>
                    <a:avLst/>
                    <a:gdLst>
                      <a:gd name="connsiteX0" fmla="*/ 0 w 13512"/>
                      <a:gd name="connsiteY0" fmla="*/ 0 h 22230"/>
                      <a:gd name="connsiteX1" fmla="*/ 6974 w 13512"/>
                      <a:gd name="connsiteY1" fmla="*/ 10461 h 22230"/>
                      <a:gd name="connsiteX2" fmla="*/ 13513 w 13512"/>
                      <a:gd name="connsiteY2" fmla="*/ 22231 h 22230"/>
                      <a:gd name="connsiteX3" fmla="*/ 6538 w 13512"/>
                      <a:gd name="connsiteY3" fmla="*/ 11769 h 22230"/>
                      <a:gd name="connsiteX4" fmla="*/ 0 w 13512"/>
                      <a:gd name="connsiteY4" fmla="*/ 0 h 22230"/>
                      <a:gd name="connsiteX5" fmla="*/ 0 w 13512"/>
                      <a:gd name="connsiteY5" fmla="*/ 0 h 2223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3512" h="22230">
                        <a:moveTo>
                          <a:pt x="0" y="0"/>
                        </a:moveTo>
                        <a:lnTo>
                          <a:pt x="6974" y="10461"/>
                        </a:lnTo>
                        <a:cubicBezTo>
                          <a:pt x="9590" y="14384"/>
                          <a:pt x="11769" y="18308"/>
                          <a:pt x="13513" y="22231"/>
                        </a:cubicBezTo>
                        <a:lnTo>
                          <a:pt x="6538" y="11769"/>
                        </a:lnTo>
                        <a:cubicBezTo>
                          <a:pt x="4795" y="7410"/>
                          <a:pt x="2615" y="3487"/>
                          <a:pt x="0" y="0"/>
                        </a:cubicBez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191924"/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PPOSans R"/>
                      <a:ea typeface="OPPOSans R"/>
                      <a:cs typeface="+mn-cs"/>
                    </a:endParaRPr>
                  </a:p>
                </p:txBody>
              </p:sp>
            </p:grpSp>
            <p:grpSp>
              <p:nvGrpSpPr>
                <p:cNvPr id="164" name="图形 37"/>
                <p:cNvGrpSpPr/>
                <p:nvPr/>
              </p:nvGrpSpPr>
              <p:grpSpPr>
                <a:xfrm>
                  <a:off x="8565878" y="5512770"/>
                  <a:ext cx="33128" cy="35307"/>
                  <a:chOff x="8565878" y="5512770"/>
                  <a:chExt cx="33128" cy="35307"/>
                </a:xfrm>
              </p:grpSpPr>
              <p:sp>
                <p:nvSpPr>
                  <p:cNvPr id="165" name="任意多边形: 形状 96"/>
                  <p:cNvSpPr/>
                  <p:nvPr>
                    <p:custDataLst>
                      <p:tags r:id="rId175"/>
                    </p:custDataLst>
                  </p:nvPr>
                </p:nvSpPr>
                <p:spPr>
                  <a:xfrm>
                    <a:off x="8565878" y="5512770"/>
                    <a:ext cx="32692" cy="34871"/>
                  </a:xfrm>
                  <a:custGeom>
                    <a:avLst/>
                    <a:gdLst>
                      <a:gd name="connsiteX0" fmla="*/ 6974 w 32692"/>
                      <a:gd name="connsiteY0" fmla="*/ 10461 h 34871"/>
                      <a:gd name="connsiteX1" fmla="*/ 0 w 32692"/>
                      <a:gd name="connsiteY1" fmla="*/ 0 h 34871"/>
                      <a:gd name="connsiteX2" fmla="*/ 25718 w 32692"/>
                      <a:gd name="connsiteY2" fmla="*/ 24410 h 34871"/>
                      <a:gd name="connsiteX3" fmla="*/ 32692 w 32692"/>
                      <a:gd name="connsiteY3" fmla="*/ 34872 h 34871"/>
                      <a:gd name="connsiteX4" fmla="*/ 6974 w 32692"/>
                      <a:gd name="connsiteY4" fmla="*/ 10461 h 3487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32692" h="34871">
                        <a:moveTo>
                          <a:pt x="6974" y="10461"/>
                        </a:moveTo>
                        <a:lnTo>
                          <a:pt x="0" y="0"/>
                        </a:lnTo>
                        <a:cubicBezTo>
                          <a:pt x="6539" y="9590"/>
                          <a:pt x="15256" y="17872"/>
                          <a:pt x="25718" y="24410"/>
                        </a:cubicBezTo>
                        <a:lnTo>
                          <a:pt x="32692" y="34872"/>
                        </a:lnTo>
                        <a:cubicBezTo>
                          <a:pt x="21795" y="28333"/>
                          <a:pt x="13513" y="20051"/>
                          <a:pt x="6974" y="10461"/>
                        </a:cubicBezTo>
                        <a:close/>
                      </a:path>
                    </a:pathLst>
                  </a:custGeom>
                  <a:solidFill>
                    <a:srgbClr val="251B28"/>
                  </a:solidFill>
                  <a:ln w="43489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PPOSans R"/>
                      <a:ea typeface="OPPOSans R"/>
                      <a:cs typeface="+mn-cs"/>
                    </a:endParaRPr>
                  </a:p>
                </p:txBody>
              </p:sp>
              <p:sp>
                <p:nvSpPr>
                  <p:cNvPr id="166" name="任意多边形: 形状 97"/>
                  <p:cNvSpPr/>
                  <p:nvPr>
                    <p:custDataLst>
                      <p:tags r:id="rId176"/>
                    </p:custDataLst>
                  </p:nvPr>
                </p:nvSpPr>
                <p:spPr>
                  <a:xfrm>
                    <a:off x="8566314" y="5513206"/>
                    <a:ext cx="32692" cy="34871"/>
                  </a:xfrm>
                  <a:custGeom>
                    <a:avLst/>
                    <a:gdLst>
                      <a:gd name="connsiteX0" fmla="*/ 25718 w 32692"/>
                      <a:gd name="connsiteY0" fmla="*/ 24410 h 34871"/>
                      <a:gd name="connsiteX1" fmla="*/ 32692 w 32692"/>
                      <a:gd name="connsiteY1" fmla="*/ 34872 h 34871"/>
                      <a:gd name="connsiteX2" fmla="*/ 6974 w 32692"/>
                      <a:gd name="connsiteY2" fmla="*/ 10461 h 34871"/>
                      <a:gd name="connsiteX3" fmla="*/ 0 w 32692"/>
                      <a:gd name="connsiteY3" fmla="*/ 0 h 34871"/>
                      <a:gd name="connsiteX4" fmla="*/ 25718 w 32692"/>
                      <a:gd name="connsiteY4" fmla="*/ 24410 h 34871"/>
                      <a:gd name="connsiteX5" fmla="*/ 25718 w 32692"/>
                      <a:gd name="connsiteY5" fmla="*/ 24410 h 3487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32692" h="34871">
                        <a:moveTo>
                          <a:pt x="25718" y="24410"/>
                        </a:moveTo>
                        <a:lnTo>
                          <a:pt x="32692" y="34872"/>
                        </a:lnTo>
                        <a:cubicBezTo>
                          <a:pt x="21795" y="28333"/>
                          <a:pt x="13513" y="20051"/>
                          <a:pt x="6974" y="10461"/>
                        </a:cubicBezTo>
                        <a:lnTo>
                          <a:pt x="0" y="0"/>
                        </a:lnTo>
                        <a:cubicBezTo>
                          <a:pt x="6538" y="9590"/>
                          <a:pt x="15256" y="17872"/>
                          <a:pt x="25718" y="24410"/>
                        </a:cubicBezTo>
                        <a:lnTo>
                          <a:pt x="25718" y="24410"/>
                        </a:lnTo>
                        <a:close/>
                      </a:path>
                    </a:pathLst>
                  </a:custGeom>
                  <a:solidFill>
                    <a:srgbClr val="191924"/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PPOSans R"/>
                      <a:ea typeface="OPPOSans R"/>
                      <a:cs typeface="+mn-cs"/>
                    </a:endParaRPr>
                  </a:p>
                </p:txBody>
              </p:sp>
            </p:grpSp>
            <p:grpSp>
              <p:nvGrpSpPr>
                <p:cNvPr id="167" name="图形 37"/>
                <p:cNvGrpSpPr/>
                <p:nvPr/>
              </p:nvGrpSpPr>
              <p:grpSpPr>
                <a:xfrm>
                  <a:off x="8575288" y="5237899"/>
                  <a:ext cx="466589" cy="271819"/>
                  <a:chOff x="8575288" y="5237899"/>
                  <a:chExt cx="466589" cy="271819"/>
                </a:xfrm>
              </p:grpSpPr>
              <p:sp>
                <p:nvSpPr>
                  <p:cNvPr id="168" name="任意多边形: 形状 99"/>
                  <p:cNvSpPr/>
                  <p:nvPr>
                    <p:custDataLst>
                      <p:tags r:id="rId177"/>
                    </p:custDataLst>
                  </p:nvPr>
                </p:nvSpPr>
                <p:spPr>
                  <a:xfrm>
                    <a:off x="8575288" y="5237899"/>
                    <a:ext cx="466589" cy="271819"/>
                  </a:xfrm>
                  <a:custGeom>
                    <a:avLst/>
                    <a:gdLst>
                      <a:gd name="connsiteX0" fmla="*/ 459615 w 466589"/>
                      <a:gd name="connsiteY0" fmla="*/ 194666 h 271819"/>
                      <a:gd name="connsiteX1" fmla="*/ 466590 w 466589"/>
                      <a:gd name="connsiteY1" fmla="*/ 205127 h 271819"/>
                      <a:gd name="connsiteX2" fmla="*/ 460487 w 466589"/>
                      <a:gd name="connsiteY2" fmla="*/ 198153 h 271819"/>
                      <a:gd name="connsiteX3" fmla="*/ 315333 w 466589"/>
                      <a:gd name="connsiteY3" fmla="*/ 91358 h 271819"/>
                      <a:gd name="connsiteX4" fmla="*/ 160154 w 466589"/>
                      <a:gd name="connsiteY4" fmla="*/ 13768 h 271819"/>
                      <a:gd name="connsiteX5" fmla="*/ 83436 w 466589"/>
                      <a:gd name="connsiteY5" fmla="*/ 46897 h 271819"/>
                      <a:gd name="connsiteX6" fmla="*/ 14128 w 466589"/>
                      <a:gd name="connsiteY6" fmla="*/ 199461 h 271819"/>
                      <a:gd name="connsiteX7" fmla="*/ 18052 w 466589"/>
                      <a:gd name="connsiteY7" fmla="*/ 271819 h 271819"/>
                      <a:gd name="connsiteX8" fmla="*/ 11077 w 466589"/>
                      <a:gd name="connsiteY8" fmla="*/ 261358 h 271819"/>
                      <a:gd name="connsiteX9" fmla="*/ 7154 w 466589"/>
                      <a:gd name="connsiteY9" fmla="*/ 188999 h 271819"/>
                      <a:gd name="connsiteX10" fmla="*/ 76462 w 466589"/>
                      <a:gd name="connsiteY10" fmla="*/ 36435 h 271819"/>
                      <a:gd name="connsiteX11" fmla="*/ 153180 w 466589"/>
                      <a:gd name="connsiteY11" fmla="*/ 3307 h 271819"/>
                      <a:gd name="connsiteX12" fmla="*/ 308359 w 466589"/>
                      <a:gd name="connsiteY12" fmla="*/ 80897 h 271819"/>
                      <a:gd name="connsiteX13" fmla="*/ 453513 w 466589"/>
                      <a:gd name="connsiteY13" fmla="*/ 187691 h 271819"/>
                      <a:gd name="connsiteX14" fmla="*/ 459615 w 466589"/>
                      <a:gd name="connsiteY14" fmla="*/ 194666 h 27181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466589" h="271819">
                        <a:moveTo>
                          <a:pt x="459615" y="194666"/>
                        </a:moveTo>
                        <a:lnTo>
                          <a:pt x="466590" y="205127"/>
                        </a:lnTo>
                        <a:cubicBezTo>
                          <a:pt x="464846" y="202512"/>
                          <a:pt x="462667" y="200332"/>
                          <a:pt x="460487" y="198153"/>
                        </a:cubicBezTo>
                        <a:cubicBezTo>
                          <a:pt x="415590" y="158486"/>
                          <a:pt x="367205" y="122743"/>
                          <a:pt x="315333" y="91358"/>
                        </a:cubicBezTo>
                        <a:cubicBezTo>
                          <a:pt x="266513" y="61717"/>
                          <a:pt x="215077" y="35999"/>
                          <a:pt x="160154" y="13768"/>
                        </a:cubicBezTo>
                        <a:cubicBezTo>
                          <a:pt x="133564" y="2871"/>
                          <a:pt x="97385" y="18563"/>
                          <a:pt x="83436" y="46897"/>
                        </a:cubicBezTo>
                        <a:cubicBezTo>
                          <a:pt x="58590" y="96153"/>
                          <a:pt x="32872" y="155435"/>
                          <a:pt x="14128" y="199461"/>
                        </a:cubicBezTo>
                        <a:cubicBezTo>
                          <a:pt x="2795" y="225614"/>
                          <a:pt x="4975" y="252204"/>
                          <a:pt x="18052" y="271819"/>
                        </a:cubicBezTo>
                        <a:lnTo>
                          <a:pt x="11077" y="261358"/>
                        </a:lnTo>
                        <a:cubicBezTo>
                          <a:pt x="-2000" y="241742"/>
                          <a:pt x="-3743" y="215153"/>
                          <a:pt x="7154" y="188999"/>
                        </a:cubicBezTo>
                        <a:cubicBezTo>
                          <a:pt x="25462" y="145409"/>
                          <a:pt x="51616" y="86127"/>
                          <a:pt x="76462" y="36435"/>
                        </a:cubicBezTo>
                        <a:cubicBezTo>
                          <a:pt x="90846" y="8102"/>
                          <a:pt x="127026" y="-7155"/>
                          <a:pt x="153180" y="3307"/>
                        </a:cubicBezTo>
                        <a:cubicBezTo>
                          <a:pt x="208103" y="25538"/>
                          <a:pt x="259539" y="51691"/>
                          <a:pt x="308359" y="80897"/>
                        </a:cubicBezTo>
                        <a:cubicBezTo>
                          <a:pt x="360231" y="112281"/>
                          <a:pt x="408615" y="148025"/>
                          <a:pt x="453513" y="187691"/>
                        </a:cubicBezTo>
                        <a:cubicBezTo>
                          <a:pt x="455692" y="189871"/>
                          <a:pt x="457872" y="192050"/>
                          <a:pt x="459615" y="194666"/>
                        </a:cubicBezTo>
                        <a:close/>
                      </a:path>
                    </a:pathLst>
                  </a:custGeom>
                  <a:solidFill>
                    <a:srgbClr val="251B28"/>
                  </a:solidFill>
                  <a:ln w="43489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PPOSans R"/>
                      <a:ea typeface="OPPOSans R"/>
                      <a:cs typeface="+mn-cs"/>
                    </a:endParaRPr>
                  </a:p>
                </p:txBody>
              </p:sp>
              <p:sp>
                <p:nvSpPr>
                  <p:cNvPr id="169" name="任意多边形: 形状 100"/>
                  <p:cNvSpPr/>
                  <p:nvPr>
                    <p:custDataLst>
                      <p:tags r:id="rId178"/>
                    </p:custDataLst>
                  </p:nvPr>
                </p:nvSpPr>
                <p:spPr>
                  <a:xfrm>
                    <a:off x="8575288" y="5237899"/>
                    <a:ext cx="466589" cy="271819"/>
                  </a:xfrm>
                  <a:custGeom>
                    <a:avLst/>
                    <a:gdLst>
                      <a:gd name="connsiteX0" fmla="*/ 459615 w 466589"/>
                      <a:gd name="connsiteY0" fmla="*/ 194666 h 271819"/>
                      <a:gd name="connsiteX1" fmla="*/ 466590 w 466589"/>
                      <a:gd name="connsiteY1" fmla="*/ 205127 h 271819"/>
                      <a:gd name="connsiteX2" fmla="*/ 460487 w 466589"/>
                      <a:gd name="connsiteY2" fmla="*/ 198153 h 271819"/>
                      <a:gd name="connsiteX3" fmla="*/ 315333 w 466589"/>
                      <a:gd name="connsiteY3" fmla="*/ 91358 h 271819"/>
                      <a:gd name="connsiteX4" fmla="*/ 160154 w 466589"/>
                      <a:gd name="connsiteY4" fmla="*/ 13768 h 271819"/>
                      <a:gd name="connsiteX5" fmla="*/ 83436 w 466589"/>
                      <a:gd name="connsiteY5" fmla="*/ 46897 h 271819"/>
                      <a:gd name="connsiteX6" fmla="*/ 14128 w 466589"/>
                      <a:gd name="connsiteY6" fmla="*/ 199461 h 271819"/>
                      <a:gd name="connsiteX7" fmla="*/ 18052 w 466589"/>
                      <a:gd name="connsiteY7" fmla="*/ 271819 h 271819"/>
                      <a:gd name="connsiteX8" fmla="*/ 11077 w 466589"/>
                      <a:gd name="connsiteY8" fmla="*/ 261358 h 271819"/>
                      <a:gd name="connsiteX9" fmla="*/ 7154 w 466589"/>
                      <a:gd name="connsiteY9" fmla="*/ 188999 h 271819"/>
                      <a:gd name="connsiteX10" fmla="*/ 76462 w 466589"/>
                      <a:gd name="connsiteY10" fmla="*/ 36435 h 271819"/>
                      <a:gd name="connsiteX11" fmla="*/ 153180 w 466589"/>
                      <a:gd name="connsiteY11" fmla="*/ 3307 h 271819"/>
                      <a:gd name="connsiteX12" fmla="*/ 308359 w 466589"/>
                      <a:gd name="connsiteY12" fmla="*/ 80897 h 271819"/>
                      <a:gd name="connsiteX13" fmla="*/ 453513 w 466589"/>
                      <a:gd name="connsiteY13" fmla="*/ 187691 h 271819"/>
                      <a:gd name="connsiteX14" fmla="*/ 459615 w 466589"/>
                      <a:gd name="connsiteY14" fmla="*/ 194666 h 271819"/>
                      <a:gd name="connsiteX15" fmla="*/ 459615 w 466589"/>
                      <a:gd name="connsiteY15" fmla="*/ 194666 h 27181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466589" h="271819">
                        <a:moveTo>
                          <a:pt x="459615" y="194666"/>
                        </a:moveTo>
                        <a:lnTo>
                          <a:pt x="466590" y="205127"/>
                        </a:lnTo>
                        <a:cubicBezTo>
                          <a:pt x="464846" y="202512"/>
                          <a:pt x="462667" y="200332"/>
                          <a:pt x="460487" y="198153"/>
                        </a:cubicBezTo>
                        <a:cubicBezTo>
                          <a:pt x="415590" y="158486"/>
                          <a:pt x="367205" y="122743"/>
                          <a:pt x="315333" y="91358"/>
                        </a:cubicBezTo>
                        <a:cubicBezTo>
                          <a:pt x="266513" y="61717"/>
                          <a:pt x="215077" y="35999"/>
                          <a:pt x="160154" y="13768"/>
                        </a:cubicBezTo>
                        <a:cubicBezTo>
                          <a:pt x="133564" y="2871"/>
                          <a:pt x="97385" y="18563"/>
                          <a:pt x="83436" y="46897"/>
                        </a:cubicBezTo>
                        <a:cubicBezTo>
                          <a:pt x="58590" y="96153"/>
                          <a:pt x="32872" y="155435"/>
                          <a:pt x="14128" y="199461"/>
                        </a:cubicBezTo>
                        <a:cubicBezTo>
                          <a:pt x="2795" y="225614"/>
                          <a:pt x="4975" y="252204"/>
                          <a:pt x="18052" y="271819"/>
                        </a:cubicBezTo>
                        <a:lnTo>
                          <a:pt x="11077" y="261358"/>
                        </a:lnTo>
                        <a:cubicBezTo>
                          <a:pt x="-2000" y="241742"/>
                          <a:pt x="-3743" y="215153"/>
                          <a:pt x="7154" y="188999"/>
                        </a:cubicBezTo>
                        <a:cubicBezTo>
                          <a:pt x="25462" y="145409"/>
                          <a:pt x="51616" y="86127"/>
                          <a:pt x="76462" y="36435"/>
                        </a:cubicBezTo>
                        <a:cubicBezTo>
                          <a:pt x="90846" y="8102"/>
                          <a:pt x="127026" y="-7155"/>
                          <a:pt x="153180" y="3307"/>
                        </a:cubicBezTo>
                        <a:cubicBezTo>
                          <a:pt x="208103" y="25538"/>
                          <a:pt x="259539" y="51691"/>
                          <a:pt x="308359" y="80897"/>
                        </a:cubicBezTo>
                        <a:cubicBezTo>
                          <a:pt x="360231" y="112281"/>
                          <a:pt x="408615" y="148025"/>
                          <a:pt x="453513" y="187691"/>
                        </a:cubicBezTo>
                        <a:cubicBezTo>
                          <a:pt x="455692" y="189871"/>
                          <a:pt x="457872" y="192050"/>
                          <a:pt x="459615" y="194666"/>
                        </a:cubicBezTo>
                        <a:lnTo>
                          <a:pt x="459615" y="194666"/>
                        </a:lnTo>
                        <a:close/>
                      </a:path>
                    </a:pathLst>
                  </a:custGeom>
                  <a:solidFill>
                    <a:srgbClr val="191924"/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PPOSans R"/>
                      <a:ea typeface="OPPOSans R"/>
                      <a:cs typeface="+mn-cs"/>
                    </a:endParaRPr>
                  </a:p>
                </p:txBody>
              </p:sp>
            </p:grpSp>
            <p:grpSp>
              <p:nvGrpSpPr>
                <p:cNvPr id="170" name="图形 37"/>
                <p:cNvGrpSpPr/>
                <p:nvPr/>
              </p:nvGrpSpPr>
              <p:grpSpPr>
                <a:xfrm>
                  <a:off x="9055391" y="5419052"/>
                  <a:ext cx="15733" cy="41846"/>
                  <a:chOff x="9055391" y="5419052"/>
                  <a:chExt cx="15733" cy="41846"/>
                </a:xfrm>
              </p:grpSpPr>
              <p:sp>
                <p:nvSpPr>
                  <p:cNvPr id="171" name="任意多边形: 形状 102"/>
                  <p:cNvSpPr/>
                  <p:nvPr>
                    <p:custDataLst>
                      <p:tags r:id="rId179"/>
                    </p:custDataLst>
                  </p:nvPr>
                </p:nvSpPr>
                <p:spPr>
                  <a:xfrm>
                    <a:off x="9055391" y="5419052"/>
                    <a:ext cx="15733" cy="41846"/>
                  </a:xfrm>
                  <a:custGeom>
                    <a:avLst/>
                    <a:gdLst>
                      <a:gd name="connsiteX0" fmla="*/ 0 w 15733"/>
                      <a:gd name="connsiteY0" fmla="*/ 0 h 41846"/>
                      <a:gd name="connsiteX1" fmla="*/ 6974 w 15733"/>
                      <a:gd name="connsiteY1" fmla="*/ 10462 h 41846"/>
                      <a:gd name="connsiteX2" fmla="*/ 15692 w 15733"/>
                      <a:gd name="connsiteY2" fmla="*/ 41846 h 41846"/>
                      <a:gd name="connsiteX3" fmla="*/ 8718 w 15733"/>
                      <a:gd name="connsiteY3" fmla="*/ 31385 h 41846"/>
                      <a:gd name="connsiteX4" fmla="*/ 0 w 15733"/>
                      <a:gd name="connsiteY4" fmla="*/ 0 h 4184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5733" h="41846">
                        <a:moveTo>
                          <a:pt x="0" y="0"/>
                        </a:moveTo>
                        <a:lnTo>
                          <a:pt x="6974" y="10462"/>
                        </a:lnTo>
                        <a:cubicBezTo>
                          <a:pt x="13077" y="19180"/>
                          <a:pt x="16128" y="30077"/>
                          <a:pt x="15692" y="41846"/>
                        </a:cubicBezTo>
                        <a:lnTo>
                          <a:pt x="8718" y="31385"/>
                        </a:lnTo>
                        <a:cubicBezTo>
                          <a:pt x="8718" y="19616"/>
                          <a:pt x="5667" y="9154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251B28"/>
                  </a:solidFill>
                  <a:ln w="43489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PPOSans R"/>
                      <a:ea typeface="OPPOSans R"/>
                      <a:cs typeface="+mn-cs"/>
                    </a:endParaRPr>
                  </a:p>
                </p:txBody>
              </p:sp>
              <p:sp>
                <p:nvSpPr>
                  <p:cNvPr id="172" name="任意多边形: 形状 103"/>
                  <p:cNvSpPr/>
                  <p:nvPr>
                    <p:custDataLst>
                      <p:tags r:id="rId180"/>
                    </p:custDataLst>
                  </p:nvPr>
                </p:nvSpPr>
                <p:spPr>
                  <a:xfrm>
                    <a:off x="9055391" y="5419052"/>
                    <a:ext cx="15733" cy="41846"/>
                  </a:xfrm>
                  <a:custGeom>
                    <a:avLst/>
                    <a:gdLst>
                      <a:gd name="connsiteX0" fmla="*/ 0 w 15733"/>
                      <a:gd name="connsiteY0" fmla="*/ 0 h 41846"/>
                      <a:gd name="connsiteX1" fmla="*/ 6974 w 15733"/>
                      <a:gd name="connsiteY1" fmla="*/ 10462 h 41846"/>
                      <a:gd name="connsiteX2" fmla="*/ 15692 w 15733"/>
                      <a:gd name="connsiteY2" fmla="*/ 41846 h 41846"/>
                      <a:gd name="connsiteX3" fmla="*/ 8718 w 15733"/>
                      <a:gd name="connsiteY3" fmla="*/ 31385 h 41846"/>
                      <a:gd name="connsiteX4" fmla="*/ 0 w 15733"/>
                      <a:gd name="connsiteY4" fmla="*/ 0 h 41846"/>
                      <a:gd name="connsiteX5" fmla="*/ 0 w 15733"/>
                      <a:gd name="connsiteY5" fmla="*/ 0 h 4184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5733" h="41846">
                        <a:moveTo>
                          <a:pt x="0" y="0"/>
                        </a:moveTo>
                        <a:lnTo>
                          <a:pt x="6974" y="10462"/>
                        </a:lnTo>
                        <a:cubicBezTo>
                          <a:pt x="13077" y="19180"/>
                          <a:pt x="16128" y="30077"/>
                          <a:pt x="15692" y="41846"/>
                        </a:cubicBezTo>
                        <a:lnTo>
                          <a:pt x="8718" y="31385"/>
                        </a:lnTo>
                        <a:cubicBezTo>
                          <a:pt x="8718" y="19616"/>
                          <a:pt x="5667" y="9154"/>
                          <a:pt x="0" y="0"/>
                        </a:cubicBez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191924"/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PPOSans R"/>
                      <a:ea typeface="OPPOSans R"/>
                      <a:cs typeface="+mn-cs"/>
                    </a:endParaRPr>
                  </a:p>
                </p:txBody>
              </p:sp>
            </p:grpSp>
            <p:sp>
              <p:nvSpPr>
                <p:cNvPr id="173" name="任意多边形: 形状 104"/>
                <p:cNvSpPr/>
                <p:nvPr>
                  <p:custDataLst>
                    <p:tags r:id="rId181"/>
                  </p:custDataLst>
                </p:nvPr>
              </p:nvSpPr>
              <p:spPr>
                <a:xfrm>
                  <a:off x="8592032" y="5537616"/>
                  <a:ext cx="195717" cy="125102"/>
                </a:xfrm>
                <a:custGeom>
                  <a:avLst/>
                  <a:gdLst>
                    <a:gd name="connsiteX0" fmla="*/ 188743 w 195717"/>
                    <a:gd name="connsiteY0" fmla="*/ 114641 h 125102"/>
                    <a:gd name="connsiteX1" fmla="*/ 195718 w 195717"/>
                    <a:gd name="connsiteY1" fmla="*/ 125103 h 125102"/>
                    <a:gd name="connsiteX2" fmla="*/ 6974 w 195717"/>
                    <a:gd name="connsiteY2" fmla="*/ 10026 h 125102"/>
                    <a:gd name="connsiteX3" fmla="*/ 0 w 195717"/>
                    <a:gd name="connsiteY3" fmla="*/ 0 h 125102"/>
                    <a:gd name="connsiteX4" fmla="*/ 188743 w 195717"/>
                    <a:gd name="connsiteY4" fmla="*/ 114641 h 1251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95717" h="125102">
                      <a:moveTo>
                        <a:pt x="188743" y="114641"/>
                      </a:moveTo>
                      <a:lnTo>
                        <a:pt x="195718" y="125103"/>
                      </a:lnTo>
                      <a:lnTo>
                        <a:pt x="6974" y="10026"/>
                      </a:lnTo>
                      <a:lnTo>
                        <a:pt x="0" y="0"/>
                      </a:lnTo>
                      <a:lnTo>
                        <a:pt x="188743" y="114641"/>
                      </a:lnTo>
                      <a:close/>
                    </a:path>
                  </a:pathLst>
                </a:custGeom>
                <a:solidFill>
                  <a:srgbClr val="251B28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  <p:grpSp>
              <p:nvGrpSpPr>
                <p:cNvPr id="174" name="图形 37"/>
                <p:cNvGrpSpPr/>
                <p:nvPr/>
              </p:nvGrpSpPr>
              <p:grpSpPr>
                <a:xfrm>
                  <a:off x="9044929" y="5450437"/>
                  <a:ext cx="26153" cy="58410"/>
                  <a:chOff x="9044929" y="5450437"/>
                  <a:chExt cx="26153" cy="58410"/>
                </a:xfrm>
              </p:grpSpPr>
              <p:sp>
                <p:nvSpPr>
                  <p:cNvPr id="175" name="任意多边形: 形状 106"/>
                  <p:cNvSpPr/>
                  <p:nvPr>
                    <p:custDataLst>
                      <p:tags r:id="rId182"/>
                    </p:custDataLst>
                  </p:nvPr>
                </p:nvSpPr>
                <p:spPr>
                  <a:xfrm>
                    <a:off x="9044929" y="5450437"/>
                    <a:ext cx="26153" cy="58410"/>
                  </a:xfrm>
                  <a:custGeom>
                    <a:avLst/>
                    <a:gdLst>
                      <a:gd name="connsiteX0" fmla="*/ 19179 w 26153"/>
                      <a:gd name="connsiteY0" fmla="*/ 0 h 58410"/>
                      <a:gd name="connsiteX1" fmla="*/ 26154 w 26153"/>
                      <a:gd name="connsiteY1" fmla="*/ 10461 h 58410"/>
                      <a:gd name="connsiteX2" fmla="*/ 6974 w 26153"/>
                      <a:gd name="connsiteY2" fmla="*/ 58410 h 58410"/>
                      <a:gd name="connsiteX3" fmla="*/ 0 w 26153"/>
                      <a:gd name="connsiteY3" fmla="*/ 47949 h 58410"/>
                      <a:gd name="connsiteX4" fmla="*/ 19179 w 26153"/>
                      <a:gd name="connsiteY4" fmla="*/ 0 h 5841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6153" h="58410">
                        <a:moveTo>
                          <a:pt x="19179" y="0"/>
                        </a:moveTo>
                        <a:lnTo>
                          <a:pt x="26154" y="10461"/>
                        </a:lnTo>
                        <a:cubicBezTo>
                          <a:pt x="26154" y="26590"/>
                          <a:pt x="19179" y="43590"/>
                          <a:pt x="6974" y="58410"/>
                        </a:cubicBezTo>
                        <a:lnTo>
                          <a:pt x="0" y="47949"/>
                        </a:lnTo>
                        <a:cubicBezTo>
                          <a:pt x="12205" y="33564"/>
                          <a:pt x="19179" y="16564"/>
                          <a:pt x="19179" y="0"/>
                        </a:cubicBezTo>
                        <a:close/>
                      </a:path>
                    </a:pathLst>
                  </a:custGeom>
                  <a:solidFill>
                    <a:srgbClr val="251B28"/>
                  </a:solidFill>
                  <a:ln w="43489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PPOSans R"/>
                      <a:ea typeface="OPPOSans R"/>
                      <a:cs typeface="+mn-cs"/>
                    </a:endParaRPr>
                  </a:p>
                </p:txBody>
              </p:sp>
              <p:sp>
                <p:nvSpPr>
                  <p:cNvPr id="176" name="任意多边形: 形状 107"/>
                  <p:cNvSpPr/>
                  <p:nvPr>
                    <p:custDataLst>
                      <p:tags r:id="rId183"/>
                    </p:custDataLst>
                  </p:nvPr>
                </p:nvSpPr>
                <p:spPr>
                  <a:xfrm>
                    <a:off x="9044929" y="5450437"/>
                    <a:ext cx="26153" cy="58410"/>
                  </a:xfrm>
                  <a:custGeom>
                    <a:avLst/>
                    <a:gdLst>
                      <a:gd name="connsiteX0" fmla="*/ 19179 w 26153"/>
                      <a:gd name="connsiteY0" fmla="*/ 0 h 58410"/>
                      <a:gd name="connsiteX1" fmla="*/ 26154 w 26153"/>
                      <a:gd name="connsiteY1" fmla="*/ 10461 h 58410"/>
                      <a:gd name="connsiteX2" fmla="*/ 6974 w 26153"/>
                      <a:gd name="connsiteY2" fmla="*/ 58410 h 58410"/>
                      <a:gd name="connsiteX3" fmla="*/ 0 w 26153"/>
                      <a:gd name="connsiteY3" fmla="*/ 47949 h 58410"/>
                      <a:gd name="connsiteX4" fmla="*/ 19179 w 26153"/>
                      <a:gd name="connsiteY4" fmla="*/ 0 h 58410"/>
                      <a:gd name="connsiteX5" fmla="*/ 19179 w 26153"/>
                      <a:gd name="connsiteY5" fmla="*/ 0 h 5841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26153" h="58410">
                        <a:moveTo>
                          <a:pt x="19179" y="0"/>
                        </a:moveTo>
                        <a:lnTo>
                          <a:pt x="26154" y="10461"/>
                        </a:lnTo>
                        <a:cubicBezTo>
                          <a:pt x="26154" y="26590"/>
                          <a:pt x="19179" y="43590"/>
                          <a:pt x="6974" y="58410"/>
                        </a:cubicBezTo>
                        <a:lnTo>
                          <a:pt x="0" y="47949"/>
                        </a:lnTo>
                        <a:cubicBezTo>
                          <a:pt x="12205" y="33564"/>
                          <a:pt x="19179" y="16564"/>
                          <a:pt x="19179" y="0"/>
                        </a:cubicBezTo>
                        <a:lnTo>
                          <a:pt x="19179" y="0"/>
                        </a:lnTo>
                        <a:close/>
                      </a:path>
                    </a:pathLst>
                  </a:custGeom>
                  <a:solidFill>
                    <a:srgbClr val="191924"/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PPOSans R"/>
                      <a:ea typeface="OPPOSans R"/>
                      <a:cs typeface="+mn-cs"/>
                    </a:endParaRPr>
                  </a:p>
                </p:txBody>
              </p:sp>
            </p:grpSp>
            <p:sp>
              <p:nvSpPr>
                <p:cNvPr id="177" name="任意多边形: 形状 108"/>
                <p:cNvSpPr/>
                <p:nvPr>
                  <p:custDataLst>
                    <p:tags r:id="rId184"/>
                  </p:custDataLst>
                </p:nvPr>
              </p:nvSpPr>
              <p:spPr>
                <a:xfrm>
                  <a:off x="8949904" y="5497950"/>
                  <a:ext cx="101563" cy="123358"/>
                </a:xfrm>
                <a:custGeom>
                  <a:avLst/>
                  <a:gdLst>
                    <a:gd name="connsiteX0" fmla="*/ 94590 w 101563"/>
                    <a:gd name="connsiteY0" fmla="*/ 0 h 123358"/>
                    <a:gd name="connsiteX1" fmla="*/ 101564 w 101563"/>
                    <a:gd name="connsiteY1" fmla="*/ 10461 h 123358"/>
                    <a:gd name="connsiteX2" fmla="*/ 6974 w 101563"/>
                    <a:gd name="connsiteY2" fmla="*/ 123359 h 123358"/>
                    <a:gd name="connsiteX3" fmla="*/ 0 w 101563"/>
                    <a:gd name="connsiteY3" fmla="*/ 113333 h 123358"/>
                    <a:gd name="connsiteX4" fmla="*/ 94590 w 101563"/>
                    <a:gd name="connsiteY4" fmla="*/ 0 h 1233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1563" h="123358">
                      <a:moveTo>
                        <a:pt x="94590" y="0"/>
                      </a:moveTo>
                      <a:lnTo>
                        <a:pt x="101564" y="10461"/>
                      </a:lnTo>
                      <a:lnTo>
                        <a:pt x="6974" y="123359"/>
                      </a:lnTo>
                      <a:lnTo>
                        <a:pt x="0" y="113333"/>
                      </a:lnTo>
                      <a:lnTo>
                        <a:pt x="94590" y="0"/>
                      </a:lnTo>
                      <a:close/>
                    </a:path>
                  </a:pathLst>
                </a:custGeom>
                <a:solidFill>
                  <a:srgbClr val="1B1B1F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  <p:sp>
              <p:nvSpPr>
                <p:cNvPr id="178" name="任意多边形: 形状 109"/>
                <p:cNvSpPr/>
                <p:nvPr>
                  <p:custDataLst>
                    <p:tags r:id="rId185"/>
                  </p:custDataLst>
                </p:nvPr>
              </p:nvSpPr>
              <p:spPr>
                <a:xfrm>
                  <a:off x="8067585" y="4946472"/>
                  <a:ext cx="996523" cy="720163"/>
                </a:xfrm>
                <a:custGeom>
                  <a:avLst/>
                  <a:gdLst>
                    <a:gd name="connsiteX0" fmla="*/ 996524 w 996523"/>
                    <a:gd name="connsiteY0" fmla="*/ 503965 h 720163"/>
                    <a:gd name="connsiteX1" fmla="*/ 977344 w 996523"/>
                    <a:gd name="connsiteY1" fmla="*/ 551914 h 720163"/>
                    <a:gd name="connsiteX2" fmla="*/ 882754 w 996523"/>
                    <a:gd name="connsiteY2" fmla="*/ 664811 h 720163"/>
                    <a:gd name="connsiteX3" fmla="*/ 714062 w 996523"/>
                    <a:gd name="connsiteY3" fmla="*/ 705785 h 720163"/>
                    <a:gd name="connsiteX4" fmla="*/ 524883 w 996523"/>
                    <a:gd name="connsiteY4" fmla="*/ 591144 h 720163"/>
                    <a:gd name="connsiteX5" fmla="*/ 494370 w 996523"/>
                    <a:gd name="connsiteY5" fmla="*/ 476939 h 720163"/>
                    <a:gd name="connsiteX6" fmla="*/ 564114 w 996523"/>
                    <a:gd name="connsiteY6" fmla="*/ 323068 h 720163"/>
                    <a:gd name="connsiteX7" fmla="*/ 571524 w 996523"/>
                    <a:gd name="connsiteY7" fmla="*/ 310863 h 720163"/>
                    <a:gd name="connsiteX8" fmla="*/ 551037 w 996523"/>
                    <a:gd name="connsiteY8" fmla="*/ 293427 h 720163"/>
                    <a:gd name="connsiteX9" fmla="*/ 525319 w 996523"/>
                    <a:gd name="connsiteY9" fmla="*/ 282965 h 720163"/>
                    <a:gd name="connsiteX10" fmla="*/ 514421 w 996523"/>
                    <a:gd name="connsiteY10" fmla="*/ 292991 h 720163"/>
                    <a:gd name="connsiteX11" fmla="*/ 366216 w 996523"/>
                    <a:gd name="connsiteY11" fmla="*/ 398914 h 720163"/>
                    <a:gd name="connsiteX12" fmla="*/ 228909 w 996523"/>
                    <a:gd name="connsiteY12" fmla="*/ 411555 h 720163"/>
                    <a:gd name="connsiteX13" fmla="*/ 39729 w 996523"/>
                    <a:gd name="connsiteY13" fmla="*/ 296914 h 720163"/>
                    <a:gd name="connsiteX14" fmla="*/ 30576 w 996523"/>
                    <a:gd name="connsiteY14" fmla="*/ 147837 h 720163"/>
                    <a:gd name="connsiteX15" fmla="*/ 125165 w 996523"/>
                    <a:gd name="connsiteY15" fmla="*/ 34940 h 720163"/>
                    <a:gd name="connsiteX16" fmla="*/ 171806 w 996523"/>
                    <a:gd name="connsiteY16" fmla="*/ 3991 h 720163"/>
                    <a:gd name="connsiteX17" fmla="*/ 223242 w 996523"/>
                    <a:gd name="connsiteY17" fmla="*/ 4863 h 720163"/>
                    <a:gd name="connsiteX18" fmla="*/ 391498 w 996523"/>
                    <a:gd name="connsiteY18" fmla="*/ 88119 h 720163"/>
                    <a:gd name="connsiteX19" fmla="*/ 530550 w 996523"/>
                    <a:gd name="connsiteY19" fmla="*/ 189247 h 720163"/>
                    <a:gd name="connsiteX20" fmla="*/ 547985 w 996523"/>
                    <a:gd name="connsiteY20" fmla="*/ 222812 h 720163"/>
                    <a:gd name="connsiteX21" fmla="*/ 598549 w 996523"/>
                    <a:gd name="connsiteY21" fmla="*/ 236760 h 720163"/>
                    <a:gd name="connsiteX22" fmla="*/ 630806 w 996523"/>
                    <a:gd name="connsiteY22" fmla="*/ 272940 h 720163"/>
                    <a:gd name="connsiteX23" fmla="*/ 673524 w 996523"/>
                    <a:gd name="connsiteY23" fmla="*/ 275991 h 720163"/>
                    <a:gd name="connsiteX24" fmla="*/ 831319 w 996523"/>
                    <a:gd name="connsiteY24" fmla="*/ 354888 h 720163"/>
                    <a:gd name="connsiteX25" fmla="*/ 978652 w 996523"/>
                    <a:gd name="connsiteY25" fmla="*/ 463427 h 720163"/>
                    <a:gd name="connsiteX26" fmla="*/ 996088 w 996523"/>
                    <a:gd name="connsiteY26" fmla="*/ 504401 h 720163"/>
                    <a:gd name="connsiteX27" fmla="*/ 501344 w 996523"/>
                    <a:gd name="connsiteY27" fmla="*/ 277734 h 720163"/>
                    <a:gd name="connsiteX28" fmla="*/ 513114 w 996523"/>
                    <a:gd name="connsiteY28" fmla="*/ 205376 h 720163"/>
                    <a:gd name="connsiteX29" fmla="*/ 376242 w 996523"/>
                    <a:gd name="connsiteY29" fmla="*/ 105991 h 720163"/>
                    <a:gd name="connsiteX30" fmla="*/ 210601 w 996523"/>
                    <a:gd name="connsiteY30" fmla="*/ 24042 h 720163"/>
                    <a:gd name="connsiteX31" fmla="*/ 142165 w 996523"/>
                    <a:gd name="connsiteY31" fmla="*/ 44965 h 720163"/>
                    <a:gd name="connsiteX32" fmla="*/ 47576 w 996523"/>
                    <a:gd name="connsiteY32" fmla="*/ 157863 h 720163"/>
                    <a:gd name="connsiteX33" fmla="*/ 54986 w 996523"/>
                    <a:gd name="connsiteY33" fmla="*/ 278170 h 720163"/>
                    <a:gd name="connsiteX34" fmla="*/ 244165 w 996523"/>
                    <a:gd name="connsiteY34" fmla="*/ 392811 h 720163"/>
                    <a:gd name="connsiteX35" fmla="*/ 354883 w 996523"/>
                    <a:gd name="connsiteY35" fmla="*/ 382786 h 720163"/>
                    <a:gd name="connsiteX36" fmla="*/ 501780 w 996523"/>
                    <a:gd name="connsiteY36" fmla="*/ 277734 h 720163"/>
                    <a:gd name="connsiteX37" fmla="*/ 501780 w 996523"/>
                    <a:gd name="connsiteY37" fmla="*/ 277734 h 720163"/>
                    <a:gd name="connsiteX38" fmla="*/ 865319 w 996523"/>
                    <a:gd name="connsiteY38" fmla="*/ 654350 h 720163"/>
                    <a:gd name="connsiteX39" fmla="*/ 959908 w 996523"/>
                    <a:gd name="connsiteY39" fmla="*/ 541452 h 720163"/>
                    <a:gd name="connsiteX40" fmla="*/ 961216 w 996523"/>
                    <a:gd name="connsiteY40" fmla="*/ 479555 h 720163"/>
                    <a:gd name="connsiteX41" fmla="*/ 816062 w 996523"/>
                    <a:gd name="connsiteY41" fmla="*/ 372760 h 720163"/>
                    <a:gd name="connsiteX42" fmla="*/ 660883 w 996523"/>
                    <a:gd name="connsiteY42" fmla="*/ 295170 h 720163"/>
                    <a:gd name="connsiteX43" fmla="*/ 584165 w 996523"/>
                    <a:gd name="connsiteY43" fmla="*/ 328299 h 720163"/>
                    <a:gd name="connsiteX44" fmla="*/ 514857 w 996523"/>
                    <a:gd name="connsiteY44" fmla="*/ 480862 h 720163"/>
                    <a:gd name="connsiteX45" fmla="*/ 539703 w 996523"/>
                    <a:gd name="connsiteY45" fmla="*/ 573273 h 720163"/>
                    <a:gd name="connsiteX46" fmla="*/ 728883 w 996523"/>
                    <a:gd name="connsiteY46" fmla="*/ 687914 h 720163"/>
                    <a:gd name="connsiteX47" fmla="*/ 865319 w 996523"/>
                    <a:gd name="connsiteY47" fmla="*/ 654785 h 720163"/>
                    <a:gd name="connsiteX48" fmla="*/ 865319 w 996523"/>
                    <a:gd name="connsiteY48" fmla="*/ 654785 h 7201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</a:cxnLst>
                  <a:rect l="l" t="t" r="r" b="b"/>
                  <a:pathLst>
                    <a:path w="996523" h="720163">
                      <a:moveTo>
                        <a:pt x="996524" y="503965"/>
                      </a:moveTo>
                      <a:cubicBezTo>
                        <a:pt x="996524" y="520093"/>
                        <a:pt x="989113" y="537093"/>
                        <a:pt x="977344" y="551914"/>
                      </a:cubicBezTo>
                      <a:lnTo>
                        <a:pt x="882754" y="664811"/>
                      </a:lnTo>
                      <a:cubicBezTo>
                        <a:pt x="838729" y="717119"/>
                        <a:pt x="762883" y="735862"/>
                        <a:pt x="714062" y="705785"/>
                      </a:cubicBezTo>
                      <a:lnTo>
                        <a:pt x="524883" y="591144"/>
                      </a:lnTo>
                      <a:cubicBezTo>
                        <a:pt x="487396" y="568478"/>
                        <a:pt x="474755" y="522273"/>
                        <a:pt x="494370" y="476939"/>
                      </a:cubicBezTo>
                      <a:cubicBezTo>
                        <a:pt x="512242" y="434658"/>
                        <a:pt x="538832" y="373632"/>
                        <a:pt x="564114" y="323068"/>
                      </a:cubicBezTo>
                      <a:cubicBezTo>
                        <a:pt x="566293" y="318709"/>
                        <a:pt x="568473" y="314786"/>
                        <a:pt x="571524" y="310863"/>
                      </a:cubicBezTo>
                      <a:cubicBezTo>
                        <a:pt x="565857" y="303888"/>
                        <a:pt x="558883" y="298222"/>
                        <a:pt x="551037" y="293427"/>
                      </a:cubicBezTo>
                      <a:cubicBezTo>
                        <a:pt x="543191" y="288632"/>
                        <a:pt x="534473" y="285145"/>
                        <a:pt x="525319" y="282965"/>
                      </a:cubicBezTo>
                      <a:cubicBezTo>
                        <a:pt x="521832" y="286452"/>
                        <a:pt x="518344" y="289940"/>
                        <a:pt x="514421" y="292991"/>
                      </a:cubicBezTo>
                      <a:cubicBezTo>
                        <a:pt x="466473" y="329606"/>
                        <a:pt x="407191" y="371017"/>
                        <a:pt x="366216" y="398914"/>
                      </a:cubicBezTo>
                      <a:cubicBezTo>
                        <a:pt x="321755" y="429427"/>
                        <a:pt x="266832" y="434222"/>
                        <a:pt x="228909" y="411555"/>
                      </a:cubicBezTo>
                      <a:lnTo>
                        <a:pt x="39729" y="296914"/>
                      </a:lnTo>
                      <a:cubicBezTo>
                        <a:pt x="-9527" y="267273"/>
                        <a:pt x="-13450" y="200145"/>
                        <a:pt x="30576" y="147837"/>
                      </a:cubicBezTo>
                      <a:lnTo>
                        <a:pt x="125165" y="34940"/>
                      </a:lnTo>
                      <a:cubicBezTo>
                        <a:pt x="137370" y="20555"/>
                        <a:pt x="153934" y="9222"/>
                        <a:pt x="171806" y="3991"/>
                      </a:cubicBezTo>
                      <a:cubicBezTo>
                        <a:pt x="189678" y="-1676"/>
                        <a:pt x="207986" y="-1240"/>
                        <a:pt x="223242" y="4863"/>
                      </a:cubicBezTo>
                      <a:cubicBezTo>
                        <a:pt x="282524" y="28401"/>
                        <a:pt x="339191" y="56299"/>
                        <a:pt x="391498" y="88119"/>
                      </a:cubicBezTo>
                      <a:cubicBezTo>
                        <a:pt x="440755" y="118196"/>
                        <a:pt x="487396" y="152196"/>
                        <a:pt x="530550" y="189247"/>
                      </a:cubicBezTo>
                      <a:cubicBezTo>
                        <a:pt x="540575" y="197965"/>
                        <a:pt x="546678" y="209298"/>
                        <a:pt x="547985" y="222812"/>
                      </a:cubicBezTo>
                      <a:cubicBezTo>
                        <a:pt x="567165" y="223247"/>
                        <a:pt x="584601" y="228478"/>
                        <a:pt x="598549" y="236760"/>
                      </a:cubicBezTo>
                      <a:cubicBezTo>
                        <a:pt x="612498" y="245478"/>
                        <a:pt x="623832" y="257683"/>
                        <a:pt x="630806" y="272940"/>
                      </a:cubicBezTo>
                      <a:cubicBezTo>
                        <a:pt x="646062" y="269888"/>
                        <a:pt x="660883" y="271196"/>
                        <a:pt x="673524" y="275991"/>
                      </a:cubicBezTo>
                      <a:cubicBezTo>
                        <a:pt x="728883" y="298658"/>
                        <a:pt x="782062" y="325247"/>
                        <a:pt x="831319" y="354888"/>
                      </a:cubicBezTo>
                      <a:cubicBezTo>
                        <a:pt x="883626" y="386709"/>
                        <a:pt x="933318" y="423324"/>
                        <a:pt x="978652" y="463427"/>
                      </a:cubicBezTo>
                      <a:cubicBezTo>
                        <a:pt x="990421" y="473452"/>
                        <a:pt x="996524" y="488273"/>
                        <a:pt x="996088" y="504401"/>
                      </a:cubicBezTo>
                      <a:close/>
                      <a:moveTo>
                        <a:pt x="501344" y="277734"/>
                      </a:moveTo>
                      <a:cubicBezTo>
                        <a:pt x="528370" y="257247"/>
                        <a:pt x="533601" y="222812"/>
                        <a:pt x="513114" y="205376"/>
                      </a:cubicBezTo>
                      <a:cubicBezTo>
                        <a:pt x="470396" y="168760"/>
                        <a:pt x="425062" y="135196"/>
                        <a:pt x="376242" y="105991"/>
                      </a:cubicBezTo>
                      <a:cubicBezTo>
                        <a:pt x="324370" y="74606"/>
                        <a:pt x="269011" y="47145"/>
                        <a:pt x="210601" y="24042"/>
                      </a:cubicBezTo>
                      <a:cubicBezTo>
                        <a:pt x="188806" y="15324"/>
                        <a:pt x="159601" y="24042"/>
                        <a:pt x="142165" y="44965"/>
                      </a:cubicBezTo>
                      <a:lnTo>
                        <a:pt x="47576" y="157863"/>
                      </a:lnTo>
                      <a:cubicBezTo>
                        <a:pt x="11832" y="200145"/>
                        <a:pt x="15319" y="254196"/>
                        <a:pt x="54986" y="278170"/>
                      </a:cubicBezTo>
                      <a:lnTo>
                        <a:pt x="244165" y="392811"/>
                      </a:lnTo>
                      <a:cubicBezTo>
                        <a:pt x="274678" y="411119"/>
                        <a:pt x="319139" y="407196"/>
                        <a:pt x="354883" y="382786"/>
                      </a:cubicBezTo>
                      <a:cubicBezTo>
                        <a:pt x="397601" y="353581"/>
                        <a:pt x="455139" y="313478"/>
                        <a:pt x="501780" y="277734"/>
                      </a:cubicBezTo>
                      <a:lnTo>
                        <a:pt x="501780" y="277734"/>
                      </a:lnTo>
                      <a:close/>
                      <a:moveTo>
                        <a:pt x="865319" y="654350"/>
                      </a:moveTo>
                      <a:lnTo>
                        <a:pt x="959908" y="541452"/>
                      </a:lnTo>
                      <a:cubicBezTo>
                        <a:pt x="977344" y="520529"/>
                        <a:pt x="977780" y="494375"/>
                        <a:pt x="961216" y="479555"/>
                      </a:cubicBezTo>
                      <a:cubicBezTo>
                        <a:pt x="916319" y="439888"/>
                        <a:pt x="867934" y="404145"/>
                        <a:pt x="816062" y="372760"/>
                      </a:cubicBezTo>
                      <a:cubicBezTo>
                        <a:pt x="767242" y="343119"/>
                        <a:pt x="715806" y="317401"/>
                        <a:pt x="660883" y="295170"/>
                      </a:cubicBezTo>
                      <a:cubicBezTo>
                        <a:pt x="634293" y="284273"/>
                        <a:pt x="598114" y="299965"/>
                        <a:pt x="584165" y="328299"/>
                      </a:cubicBezTo>
                      <a:cubicBezTo>
                        <a:pt x="559319" y="377555"/>
                        <a:pt x="533601" y="436837"/>
                        <a:pt x="514857" y="480862"/>
                      </a:cubicBezTo>
                      <a:cubicBezTo>
                        <a:pt x="499165" y="517914"/>
                        <a:pt x="509191" y="554529"/>
                        <a:pt x="539703" y="573273"/>
                      </a:cubicBezTo>
                      <a:lnTo>
                        <a:pt x="728883" y="687914"/>
                      </a:lnTo>
                      <a:cubicBezTo>
                        <a:pt x="768549" y="711888"/>
                        <a:pt x="829575" y="697067"/>
                        <a:pt x="865319" y="654785"/>
                      </a:cubicBezTo>
                      <a:lnTo>
                        <a:pt x="865319" y="654785"/>
                      </a:lnTo>
                      <a:close/>
                    </a:path>
                  </a:pathLst>
                </a:custGeom>
                <a:solidFill>
                  <a:srgbClr val="302534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  <p:grpSp>
              <p:nvGrpSpPr>
                <p:cNvPr id="179" name="图形 37"/>
                <p:cNvGrpSpPr/>
                <p:nvPr/>
              </p:nvGrpSpPr>
              <p:grpSpPr>
                <a:xfrm>
                  <a:off x="8781212" y="5611283"/>
                  <a:ext cx="175666" cy="65814"/>
                  <a:chOff x="8781212" y="5611283"/>
                  <a:chExt cx="175666" cy="65814"/>
                </a:xfrm>
              </p:grpSpPr>
              <p:sp>
                <p:nvSpPr>
                  <p:cNvPr id="180" name="任意多边形: 形状 111"/>
                  <p:cNvSpPr/>
                  <p:nvPr>
                    <p:custDataLst>
                      <p:tags r:id="rId186"/>
                    </p:custDataLst>
                  </p:nvPr>
                </p:nvSpPr>
                <p:spPr>
                  <a:xfrm>
                    <a:off x="8781212" y="5611283"/>
                    <a:ext cx="175666" cy="65814"/>
                  </a:xfrm>
                  <a:custGeom>
                    <a:avLst/>
                    <a:gdLst>
                      <a:gd name="connsiteX0" fmla="*/ 168692 w 175666"/>
                      <a:gd name="connsiteY0" fmla="*/ 0 h 65814"/>
                      <a:gd name="connsiteX1" fmla="*/ 175666 w 175666"/>
                      <a:gd name="connsiteY1" fmla="*/ 10461 h 65814"/>
                      <a:gd name="connsiteX2" fmla="*/ 6974 w 175666"/>
                      <a:gd name="connsiteY2" fmla="*/ 51436 h 65814"/>
                      <a:gd name="connsiteX3" fmla="*/ 0 w 175666"/>
                      <a:gd name="connsiteY3" fmla="*/ 40974 h 65814"/>
                      <a:gd name="connsiteX4" fmla="*/ 168692 w 175666"/>
                      <a:gd name="connsiteY4" fmla="*/ 0 h 6581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5666" h="65814">
                        <a:moveTo>
                          <a:pt x="168692" y="0"/>
                        </a:moveTo>
                        <a:lnTo>
                          <a:pt x="175666" y="10461"/>
                        </a:lnTo>
                        <a:cubicBezTo>
                          <a:pt x="131641" y="62769"/>
                          <a:pt x="55795" y="81513"/>
                          <a:pt x="6974" y="51436"/>
                        </a:cubicBezTo>
                        <a:lnTo>
                          <a:pt x="0" y="40974"/>
                        </a:lnTo>
                        <a:cubicBezTo>
                          <a:pt x="49256" y="70615"/>
                          <a:pt x="124666" y="52308"/>
                          <a:pt x="168692" y="0"/>
                        </a:cubicBezTo>
                        <a:close/>
                      </a:path>
                    </a:pathLst>
                  </a:custGeom>
                  <a:solidFill>
                    <a:srgbClr val="251B28"/>
                  </a:solidFill>
                  <a:ln w="43489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PPOSans R"/>
                      <a:ea typeface="OPPOSans R"/>
                      <a:cs typeface="+mn-cs"/>
                    </a:endParaRPr>
                  </a:p>
                </p:txBody>
              </p:sp>
              <p:sp>
                <p:nvSpPr>
                  <p:cNvPr id="181" name="任意多边形: 形状 112"/>
                  <p:cNvSpPr/>
                  <p:nvPr>
                    <p:custDataLst>
                      <p:tags r:id="rId187"/>
                    </p:custDataLst>
                  </p:nvPr>
                </p:nvSpPr>
                <p:spPr>
                  <a:xfrm>
                    <a:off x="8781212" y="5611283"/>
                    <a:ext cx="175666" cy="65814"/>
                  </a:xfrm>
                  <a:custGeom>
                    <a:avLst/>
                    <a:gdLst>
                      <a:gd name="connsiteX0" fmla="*/ 168692 w 175666"/>
                      <a:gd name="connsiteY0" fmla="*/ 0 h 65814"/>
                      <a:gd name="connsiteX1" fmla="*/ 175666 w 175666"/>
                      <a:gd name="connsiteY1" fmla="*/ 10461 h 65814"/>
                      <a:gd name="connsiteX2" fmla="*/ 6974 w 175666"/>
                      <a:gd name="connsiteY2" fmla="*/ 51436 h 65814"/>
                      <a:gd name="connsiteX3" fmla="*/ 0 w 175666"/>
                      <a:gd name="connsiteY3" fmla="*/ 40974 h 65814"/>
                      <a:gd name="connsiteX4" fmla="*/ 168692 w 175666"/>
                      <a:gd name="connsiteY4" fmla="*/ 0 h 65814"/>
                      <a:gd name="connsiteX5" fmla="*/ 168692 w 175666"/>
                      <a:gd name="connsiteY5" fmla="*/ 0 h 6581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75666" h="65814">
                        <a:moveTo>
                          <a:pt x="168692" y="0"/>
                        </a:moveTo>
                        <a:lnTo>
                          <a:pt x="175666" y="10461"/>
                        </a:lnTo>
                        <a:cubicBezTo>
                          <a:pt x="131641" y="62769"/>
                          <a:pt x="55795" y="81513"/>
                          <a:pt x="6974" y="51436"/>
                        </a:cubicBezTo>
                        <a:lnTo>
                          <a:pt x="0" y="40974"/>
                        </a:lnTo>
                        <a:cubicBezTo>
                          <a:pt x="49256" y="70615"/>
                          <a:pt x="124666" y="52308"/>
                          <a:pt x="168692" y="0"/>
                        </a:cubicBezTo>
                        <a:lnTo>
                          <a:pt x="168692" y="0"/>
                        </a:lnTo>
                        <a:close/>
                      </a:path>
                    </a:pathLst>
                  </a:custGeom>
                  <a:solidFill>
                    <a:srgbClr val="191924"/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PPOSans R"/>
                      <a:ea typeface="OPPOSans R"/>
                      <a:cs typeface="+mn-cs"/>
                    </a:endParaRPr>
                  </a:p>
                </p:txBody>
              </p:sp>
            </p:grpSp>
          </p:grpSp>
        </p:grpSp>
        <p:grpSp>
          <p:nvGrpSpPr>
            <p:cNvPr id="182" name="图形 37"/>
            <p:cNvGrpSpPr/>
            <p:nvPr/>
          </p:nvGrpSpPr>
          <p:grpSpPr>
            <a:xfrm>
              <a:off x="6976598" y="3267900"/>
              <a:ext cx="3321100" cy="1999023"/>
              <a:chOff x="6976598" y="3267900"/>
              <a:chExt cx="3321100" cy="1999023"/>
            </a:xfrm>
          </p:grpSpPr>
          <p:sp>
            <p:nvSpPr>
              <p:cNvPr id="183" name="任意多边形: 形状 114"/>
              <p:cNvSpPr/>
              <p:nvPr>
                <p:custDataLst>
                  <p:tags r:id="rId188"/>
                </p:custDataLst>
              </p:nvPr>
            </p:nvSpPr>
            <p:spPr>
              <a:xfrm>
                <a:off x="7921187" y="3268984"/>
                <a:ext cx="2312870" cy="1232940"/>
              </a:xfrm>
              <a:custGeom>
                <a:avLst/>
                <a:gdLst>
                  <a:gd name="connsiteX0" fmla="*/ 9590 w 2312870"/>
                  <a:gd name="connsiteY0" fmla="*/ 27249 h 1232940"/>
                  <a:gd name="connsiteX1" fmla="*/ 7410 w 2312870"/>
                  <a:gd name="connsiteY1" fmla="*/ 27249 h 1232940"/>
                  <a:gd name="connsiteX2" fmla="*/ 6103 w 2312870"/>
                  <a:gd name="connsiteY2" fmla="*/ 27249 h 1232940"/>
                  <a:gd name="connsiteX3" fmla="*/ 3923 w 2312870"/>
                  <a:gd name="connsiteY3" fmla="*/ 27249 h 1232940"/>
                  <a:gd name="connsiteX4" fmla="*/ 3051 w 2312870"/>
                  <a:gd name="connsiteY4" fmla="*/ 27249 h 1232940"/>
                  <a:gd name="connsiteX5" fmla="*/ 0 w 2312870"/>
                  <a:gd name="connsiteY5" fmla="*/ 28557 h 1232940"/>
                  <a:gd name="connsiteX6" fmla="*/ 3487 w 2312870"/>
                  <a:gd name="connsiteY6" fmla="*/ 26813 h 1232940"/>
                  <a:gd name="connsiteX7" fmla="*/ 7410 w 2312870"/>
                  <a:gd name="connsiteY7" fmla="*/ 24634 h 1232940"/>
                  <a:gd name="connsiteX8" fmla="*/ 11333 w 2312870"/>
                  <a:gd name="connsiteY8" fmla="*/ 22455 h 1232940"/>
                  <a:gd name="connsiteX9" fmla="*/ 21795 w 2312870"/>
                  <a:gd name="connsiteY9" fmla="*/ 17660 h 1232940"/>
                  <a:gd name="connsiteX10" fmla="*/ 33564 w 2312870"/>
                  <a:gd name="connsiteY10" fmla="*/ 13301 h 1232940"/>
                  <a:gd name="connsiteX11" fmla="*/ 44897 w 2312870"/>
                  <a:gd name="connsiteY11" fmla="*/ 9814 h 1232940"/>
                  <a:gd name="connsiteX12" fmla="*/ 57102 w 2312870"/>
                  <a:gd name="connsiteY12" fmla="*/ 6762 h 1232940"/>
                  <a:gd name="connsiteX13" fmla="*/ 61026 w 2312870"/>
                  <a:gd name="connsiteY13" fmla="*/ 5890 h 1232940"/>
                  <a:gd name="connsiteX14" fmla="*/ 67564 w 2312870"/>
                  <a:gd name="connsiteY14" fmla="*/ 4583 h 1232940"/>
                  <a:gd name="connsiteX15" fmla="*/ 69308 w 2312870"/>
                  <a:gd name="connsiteY15" fmla="*/ 4583 h 1232940"/>
                  <a:gd name="connsiteX16" fmla="*/ 69744 w 2312870"/>
                  <a:gd name="connsiteY16" fmla="*/ 4583 h 1232940"/>
                  <a:gd name="connsiteX17" fmla="*/ 166513 w 2312870"/>
                  <a:gd name="connsiteY17" fmla="*/ 4583 h 1232940"/>
                  <a:gd name="connsiteX18" fmla="*/ 169128 w 2312870"/>
                  <a:gd name="connsiteY18" fmla="*/ 4583 h 1232940"/>
                  <a:gd name="connsiteX19" fmla="*/ 181333 w 2312870"/>
                  <a:gd name="connsiteY19" fmla="*/ 7634 h 1232940"/>
                  <a:gd name="connsiteX20" fmla="*/ 193102 w 2312870"/>
                  <a:gd name="connsiteY20" fmla="*/ 10685 h 1232940"/>
                  <a:gd name="connsiteX21" fmla="*/ 205308 w 2312870"/>
                  <a:gd name="connsiteY21" fmla="*/ 14608 h 1232940"/>
                  <a:gd name="connsiteX22" fmla="*/ 216205 w 2312870"/>
                  <a:gd name="connsiteY22" fmla="*/ 18967 h 1232940"/>
                  <a:gd name="connsiteX23" fmla="*/ 238000 w 2312870"/>
                  <a:gd name="connsiteY23" fmla="*/ 29865 h 1232940"/>
                  <a:gd name="connsiteX24" fmla="*/ 238000 w 2312870"/>
                  <a:gd name="connsiteY24" fmla="*/ 29865 h 1232940"/>
                  <a:gd name="connsiteX25" fmla="*/ 341743 w 2312870"/>
                  <a:gd name="connsiteY25" fmla="*/ 90019 h 1232940"/>
                  <a:gd name="connsiteX26" fmla="*/ 445487 w 2312870"/>
                  <a:gd name="connsiteY26" fmla="*/ 150172 h 1232940"/>
                  <a:gd name="connsiteX27" fmla="*/ 549230 w 2312870"/>
                  <a:gd name="connsiteY27" fmla="*/ 210326 h 1232940"/>
                  <a:gd name="connsiteX28" fmla="*/ 652974 w 2312870"/>
                  <a:gd name="connsiteY28" fmla="*/ 270480 h 1232940"/>
                  <a:gd name="connsiteX29" fmla="*/ 756717 w 2312870"/>
                  <a:gd name="connsiteY29" fmla="*/ 330634 h 1232940"/>
                  <a:gd name="connsiteX30" fmla="*/ 860461 w 2312870"/>
                  <a:gd name="connsiteY30" fmla="*/ 390788 h 1232940"/>
                  <a:gd name="connsiteX31" fmla="*/ 964204 w 2312870"/>
                  <a:gd name="connsiteY31" fmla="*/ 450941 h 1232940"/>
                  <a:gd name="connsiteX32" fmla="*/ 1067948 w 2312870"/>
                  <a:gd name="connsiteY32" fmla="*/ 511095 h 1232940"/>
                  <a:gd name="connsiteX33" fmla="*/ 1171691 w 2312870"/>
                  <a:gd name="connsiteY33" fmla="*/ 571249 h 1232940"/>
                  <a:gd name="connsiteX34" fmla="*/ 1275435 w 2312870"/>
                  <a:gd name="connsiteY34" fmla="*/ 631403 h 1232940"/>
                  <a:gd name="connsiteX35" fmla="*/ 1379179 w 2312870"/>
                  <a:gd name="connsiteY35" fmla="*/ 691556 h 1232940"/>
                  <a:gd name="connsiteX36" fmla="*/ 1482922 w 2312870"/>
                  <a:gd name="connsiteY36" fmla="*/ 751710 h 1232940"/>
                  <a:gd name="connsiteX37" fmla="*/ 1586666 w 2312870"/>
                  <a:gd name="connsiteY37" fmla="*/ 811864 h 1232940"/>
                  <a:gd name="connsiteX38" fmla="*/ 1690409 w 2312870"/>
                  <a:gd name="connsiteY38" fmla="*/ 872018 h 1232940"/>
                  <a:gd name="connsiteX39" fmla="*/ 1794153 w 2312870"/>
                  <a:gd name="connsiteY39" fmla="*/ 932172 h 1232940"/>
                  <a:gd name="connsiteX40" fmla="*/ 1897896 w 2312870"/>
                  <a:gd name="connsiteY40" fmla="*/ 992325 h 1232940"/>
                  <a:gd name="connsiteX41" fmla="*/ 2001639 w 2312870"/>
                  <a:gd name="connsiteY41" fmla="*/ 1052479 h 1232940"/>
                  <a:gd name="connsiteX42" fmla="*/ 2105383 w 2312870"/>
                  <a:gd name="connsiteY42" fmla="*/ 1112633 h 1232940"/>
                  <a:gd name="connsiteX43" fmla="*/ 2209127 w 2312870"/>
                  <a:gd name="connsiteY43" fmla="*/ 1172787 h 1232940"/>
                  <a:gd name="connsiteX44" fmla="*/ 2312870 w 2312870"/>
                  <a:gd name="connsiteY44" fmla="*/ 1232940 h 1232940"/>
                  <a:gd name="connsiteX45" fmla="*/ 2310691 w 2312870"/>
                  <a:gd name="connsiteY45" fmla="*/ 1232069 h 1232940"/>
                  <a:gd name="connsiteX46" fmla="*/ 238872 w 2312870"/>
                  <a:gd name="connsiteY46" fmla="*/ 28121 h 1232940"/>
                  <a:gd name="connsiteX47" fmla="*/ 226667 w 2312870"/>
                  <a:gd name="connsiteY47" fmla="*/ 29429 h 1232940"/>
                  <a:gd name="connsiteX48" fmla="*/ 16128 w 2312870"/>
                  <a:gd name="connsiteY48" fmla="*/ 29429 h 1232940"/>
                  <a:gd name="connsiteX49" fmla="*/ 13077 w 2312870"/>
                  <a:gd name="connsiteY49" fmla="*/ 28121 h 1232940"/>
                  <a:gd name="connsiteX50" fmla="*/ 11769 w 2312870"/>
                  <a:gd name="connsiteY50" fmla="*/ 28121 h 1232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</a:cxnLst>
                <a:rect l="l" t="t" r="r" b="b"/>
                <a:pathLst>
                  <a:path w="2312870" h="1232940">
                    <a:moveTo>
                      <a:pt x="9590" y="27249"/>
                    </a:moveTo>
                    <a:cubicBezTo>
                      <a:pt x="9590" y="27249"/>
                      <a:pt x="8282" y="27249"/>
                      <a:pt x="7410" y="27249"/>
                    </a:cubicBezTo>
                    <a:cubicBezTo>
                      <a:pt x="7410" y="27249"/>
                      <a:pt x="6538" y="27249"/>
                      <a:pt x="6103" y="27249"/>
                    </a:cubicBezTo>
                    <a:cubicBezTo>
                      <a:pt x="5231" y="27249"/>
                      <a:pt x="4795" y="27249"/>
                      <a:pt x="3923" y="27249"/>
                    </a:cubicBezTo>
                    <a:cubicBezTo>
                      <a:pt x="3923" y="27249"/>
                      <a:pt x="3051" y="27249"/>
                      <a:pt x="3051" y="27249"/>
                    </a:cubicBezTo>
                    <a:cubicBezTo>
                      <a:pt x="2179" y="27249"/>
                      <a:pt x="1308" y="27685"/>
                      <a:pt x="0" y="28557"/>
                    </a:cubicBezTo>
                    <a:cubicBezTo>
                      <a:pt x="872" y="28121"/>
                      <a:pt x="2179" y="27249"/>
                      <a:pt x="3487" y="26813"/>
                    </a:cubicBezTo>
                    <a:cubicBezTo>
                      <a:pt x="4795" y="25942"/>
                      <a:pt x="6103" y="25506"/>
                      <a:pt x="7410" y="24634"/>
                    </a:cubicBezTo>
                    <a:cubicBezTo>
                      <a:pt x="8718" y="23762"/>
                      <a:pt x="10462" y="23326"/>
                      <a:pt x="11333" y="22455"/>
                    </a:cubicBezTo>
                    <a:lnTo>
                      <a:pt x="21795" y="17660"/>
                    </a:lnTo>
                    <a:cubicBezTo>
                      <a:pt x="25282" y="16352"/>
                      <a:pt x="30077" y="14608"/>
                      <a:pt x="33564" y="13301"/>
                    </a:cubicBezTo>
                    <a:lnTo>
                      <a:pt x="44897" y="9814"/>
                    </a:lnTo>
                    <a:cubicBezTo>
                      <a:pt x="48385" y="8942"/>
                      <a:pt x="53179" y="7634"/>
                      <a:pt x="57102" y="6762"/>
                    </a:cubicBezTo>
                    <a:lnTo>
                      <a:pt x="61026" y="5890"/>
                    </a:lnTo>
                    <a:cubicBezTo>
                      <a:pt x="61026" y="5890"/>
                      <a:pt x="65385" y="5019"/>
                      <a:pt x="67564" y="4583"/>
                    </a:cubicBezTo>
                    <a:lnTo>
                      <a:pt x="69308" y="4583"/>
                    </a:lnTo>
                    <a:cubicBezTo>
                      <a:pt x="69308" y="4583"/>
                      <a:pt x="69308" y="4583"/>
                      <a:pt x="69744" y="4583"/>
                    </a:cubicBezTo>
                    <a:cubicBezTo>
                      <a:pt x="99385" y="-1084"/>
                      <a:pt x="132949" y="-1956"/>
                      <a:pt x="166513" y="4583"/>
                    </a:cubicBezTo>
                    <a:lnTo>
                      <a:pt x="169128" y="4583"/>
                    </a:lnTo>
                    <a:cubicBezTo>
                      <a:pt x="173051" y="5890"/>
                      <a:pt x="177846" y="6762"/>
                      <a:pt x="181333" y="7634"/>
                    </a:cubicBezTo>
                    <a:lnTo>
                      <a:pt x="193102" y="10685"/>
                    </a:lnTo>
                    <a:cubicBezTo>
                      <a:pt x="196590" y="11557"/>
                      <a:pt x="201385" y="13301"/>
                      <a:pt x="205308" y="14608"/>
                    </a:cubicBezTo>
                    <a:lnTo>
                      <a:pt x="216205" y="18967"/>
                    </a:lnTo>
                    <a:cubicBezTo>
                      <a:pt x="224487" y="22455"/>
                      <a:pt x="224923" y="22890"/>
                      <a:pt x="238000" y="29865"/>
                    </a:cubicBezTo>
                    <a:lnTo>
                      <a:pt x="238000" y="29865"/>
                    </a:lnTo>
                    <a:cubicBezTo>
                      <a:pt x="238000" y="29865"/>
                      <a:pt x="341743" y="90019"/>
                      <a:pt x="341743" y="90019"/>
                    </a:cubicBezTo>
                    <a:lnTo>
                      <a:pt x="445487" y="150172"/>
                    </a:lnTo>
                    <a:lnTo>
                      <a:pt x="549230" y="210326"/>
                    </a:lnTo>
                    <a:lnTo>
                      <a:pt x="652974" y="270480"/>
                    </a:lnTo>
                    <a:lnTo>
                      <a:pt x="756717" y="330634"/>
                    </a:lnTo>
                    <a:lnTo>
                      <a:pt x="860461" y="390788"/>
                    </a:lnTo>
                    <a:lnTo>
                      <a:pt x="964204" y="450941"/>
                    </a:lnTo>
                    <a:lnTo>
                      <a:pt x="1067948" y="511095"/>
                    </a:lnTo>
                    <a:lnTo>
                      <a:pt x="1171691" y="571249"/>
                    </a:lnTo>
                    <a:lnTo>
                      <a:pt x="1275435" y="631403"/>
                    </a:lnTo>
                    <a:lnTo>
                      <a:pt x="1379179" y="691556"/>
                    </a:lnTo>
                    <a:lnTo>
                      <a:pt x="1482922" y="751710"/>
                    </a:lnTo>
                    <a:lnTo>
                      <a:pt x="1586666" y="811864"/>
                    </a:lnTo>
                    <a:lnTo>
                      <a:pt x="1690409" y="872018"/>
                    </a:lnTo>
                    <a:lnTo>
                      <a:pt x="1794153" y="932172"/>
                    </a:lnTo>
                    <a:lnTo>
                      <a:pt x="1897896" y="992325"/>
                    </a:lnTo>
                    <a:lnTo>
                      <a:pt x="2001639" y="1052479"/>
                    </a:lnTo>
                    <a:lnTo>
                      <a:pt x="2105383" y="1112633"/>
                    </a:lnTo>
                    <a:lnTo>
                      <a:pt x="2209127" y="1172787"/>
                    </a:lnTo>
                    <a:lnTo>
                      <a:pt x="2312870" y="1232940"/>
                    </a:lnTo>
                    <a:cubicBezTo>
                      <a:pt x="2312870" y="1232940"/>
                      <a:pt x="2311562" y="1232069"/>
                      <a:pt x="2310691" y="1232069"/>
                    </a:cubicBezTo>
                    <a:lnTo>
                      <a:pt x="238872" y="28121"/>
                    </a:lnTo>
                    <a:cubicBezTo>
                      <a:pt x="235384" y="26813"/>
                      <a:pt x="231025" y="26813"/>
                      <a:pt x="226667" y="29429"/>
                    </a:cubicBezTo>
                    <a:cubicBezTo>
                      <a:pt x="169128" y="-4135"/>
                      <a:pt x="74103" y="-4135"/>
                      <a:pt x="16128" y="29429"/>
                    </a:cubicBezTo>
                    <a:cubicBezTo>
                      <a:pt x="15256" y="28993"/>
                      <a:pt x="13949" y="28557"/>
                      <a:pt x="13077" y="28121"/>
                    </a:cubicBezTo>
                    <a:cubicBezTo>
                      <a:pt x="13077" y="28121"/>
                      <a:pt x="12205" y="28121"/>
                      <a:pt x="11769" y="28121"/>
                    </a:cubicBezTo>
                    <a:close/>
                  </a:path>
                </a:pathLst>
              </a:custGeom>
              <a:solidFill>
                <a:srgbClr val="F4F5FA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grpSp>
            <p:nvGrpSpPr>
              <p:cNvPr id="184" name="图形 37"/>
              <p:cNvGrpSpPr/>
              <p:nvPr/>
            </p:nvGrpSpPr>
            <p:grpSpPr>
              <a:xfrm>
                <a:off x="6976598" y="3267900"/>
                <a:ext cx="3321100" cy="1999023"/>
                <a:chOff x="6976598" y="3267900"/>
                <a:chExt cx="3321100" cy="1999023"/>
              </a:xfrm>
            </p:grpSpPr>
            <p:sp>
              <p:nvSpPr>
                <p:cNvPr id="185" name="任意多边形: 形状 116"/>
                <p:cNvSpPr/>
                <p:nvPr>
                  <p:custDataLst>
                    <p:tags r:id="rId189"/>
                  </p:custDataLst>
                </p:nvPr>
              </p:nvSpPr>
              <p:spPr>
                <a:xfrm>
                  <a:off x="7921622" y="3267900"/>
                  <a:ext cx="237999" cy="29641"/>
                </a:xfrm>
                <a:custGeom>
                  <a:avLst/>
                  <a:gdLst>
                    <a:gd name="connsiteX0" fmla="*/ 238000 w 237999"/>
                    <a:gd name="connsiteY0" fmla="*/ 29205 h 29641"/>
                    <a:gd name="connsiteX1" fmla="*/ 224051 w 237999"/>
                    <a:gd name="connsiteY1" fmla="*/ 29641 h 29641"/>
                    <a:gd name="connsiteX2" fmla="*/ 13513 w 237999"/>
                    <a:gd name="connsiteY2" fmla="*/ 29641 h 29641"/>
                    <a:gd name="connsiteX3" fmla="*/ 0 w 237999"/>
                    <a:gd name="connsiteY3" fmla="*/ 28769 h 29641"/>
                    <a:gd name="connsiteX4" fmla="*/ 57102 w 237999"/>
                    <a:gd name="connsiteY4" fmla="*/ 6974 h 29641"/>
                    <a:gd name="connsiteX5" fmla="*/ 119000 w 237999"/>
                    <a:gd name="connsiteY5" fmla="*/ 0 h 29641"/>
                    <a:gd name="connsiteX6" fmla="*/ 181333 w 237999"/>
                    <a:gd name="connsiteY6" fmla="*/ 6974 h 29641"/>
                    <a:gd name="connsiteX7" fmla="*/ 193974 w 237999"/>
                    <a:gd name="connsiteY7" fmla="*/ 10462 h 29641"/>
                    <a:gd name="connsiteX8" fmla="*/ 216205 w 237999"/>
                    <a:gd name="connsiteY8" fmla="*/ 18308 h 29641"/>
                    <a:gd name="connsiteX9" fmla="*/ 227974 w 237999"/>
                    <a:gd name="connsiteY9" fmla="*/ 23974 h 29641"/>
                    <a:gd name="connsiteX10" fmla="*/ 238000 w 237999"/>
                    <a:gd name="connsiteY10" fmla="*/ 29205 h 296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237999" h="29641">
                      <a:moveTo>
                        <a:pt x="238000" y="29205"/>
                      </a:moveTo>
                      <a:cubicBezTo>
                        <a:pt x="234077" y="27026"/>
                        <a:pt x="229282" y="27026"/>
                        <a:pt x="224051" y="29641"/>
                      </a:cubicBezTo>
                      <a:cubicBezTo>
                        <a:pt x="166513" y="-3923"/>
                        <a:pt x="71487" y="-3923"/>
                        <a:pt x="13513" y="29641"/>
                      </a:cubicBezTo>
                      <a:cubicBezTo>
                        <a:pt x="8718" y="26590"/>
                        <a:pt x="3923" y="26590"/>
                        <a:pt x="0" y="28769"/>
                      </a:cubicBezTo>
                      <a:cubicBezTo>
                        <a:pt x="24846" y="14821"/>
                        <a:pt x="47513" y="9154"/>
                        <a:pt x="57102" y="6974"/>
                      </a:cubicBezTo>
                      <a:cubicBezTo>
                        <a:pt x="65820" y="4795"/>
                        <a:pt x="88923" y="0"/>
                        <a:pt x="119000" y="0"/>
                      </a:cubicBezTo>
                      <a:cubicBezTo>
                        <a:pt x="149077" y="0"/>
                        <a:pt x="172615" y="4795"/>
                        <a:pt x="181333" y="6974"/>
                      </a:cubicBezTo>
                      <a:cubicBezTo>
                        <a:pt x="185256" y="7846"/>
                        <a:pt x="190051" y="9154"/>
                        <a:pt x="193974" y="10462"/>
                      </a:cubicBezTo>
                      <a:cubicBezTo>
                        <a:pt x="200949" y="12641"/>
                        <a:pt x="209666" y="15692"/>
                        <a:pt x="216205" y="18308"/>
                      </a:cubicBezTo>
                      <a:cubicBezTo>
                        <a:pt x="219692" y="19615"/>
                        <a:pt x="224487" y="22231"/>
                        <a:pt x="227974" y="23974"/>
                      </a:cubicBezTo>
                      <a:cubicBezTo>
                        <a:pt x="231025" y="25282"/>
                        <a:pt x="234949" y="27897"/>
                        <a:pt x="238000" y="29205"/>
                      </a:cubicBezTo>
                      <a:close/>
                    </a:path>
                  </a:pathLst>
                </a:custGeom>
                <a:solidFill>
                  <a:srgbClr val="F4F5FA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  <p:grpSp>
              <p:nvGrpSpPr>
                <p:cNvPr id="186" name="图形 37"/>
                <p:cNvGrpSpPr/>
                <p:nvPr/>
              </p:nvGrpSpPr>
              <p:grpSpPr>
                <a:xfrm>
                  <a:off x="7042854" y="3296670"/>
                  <a:ext cx="892281" cy="508691"/>
                  <a:chOff x="7042854" y="3296670"/>
                  <a:chExt cx="892281" cy="508691"/>
                </a:xfrm>
                <a:solidFill>
                  <a:srgbClr val="F4F5FA"/>
                </a:solidFill>
              </p:grpSpPr>
              <p:sp>
                <p:nvSpPr>
                  <p:cNvPr id="187" name="任意多边形: 形状 118"/>
                  <p:cNvSpPr/>
                  <p:nvPr>
                    <p:custDataLst>
                      <p:tags r:id="rId190"/>
                    </p:custDataLst>
                  </p:nvPr>
                </p:nvSpPr>
                <p:spPr>
                  <a:xfrm>
                    <a:off x="7052008" y="3296670"/>
                    <a:ext cx="883127" cy="508691"/>
                  </a:xfrm>
                  <a:custGeom>
                    <a:avLst/>
                    <a:gdLst>
                      <a:gd name="connsiteX0" fmla="*/ 4359 w 883127"/>
                      <a:gd name="connsiteY0" fmla="*/ 508692 h 508691"/>
                      <a:gd name="connsiteX1" fmla="*/ 883128 w 883127"/>
                      <a:gd name="connsiteY1" fmla="*/ 1308 h 508691"/>
                      <a:gd name="connsiteX2" fmla="*/ 880512 w 883127"/>
                      <a:gd name="connsiteY2" fmla="*/ 0 h 508691"/>
                      <a:gd name="connsiteX3" fmla="*/ 880512 w 883127"/>
                      <a:gd name="connsiteY3" fmla="*/ 0 h 508691"/>
                      <a:gd name="connsiteX4" fmla="*/ 836487 w 883127"/>
                      <a:gd name="connsiteY4" fmla="*/ 25282 h 508691"/>
                      <a:gd name="connsiteX5" fmla="*/ 792461 w 883127"/>
                      <a:gd name="connsiteY5" fmla="*/ 50564 h 508691"/>
                      <a:gd name="connsiteX6" fmla="*/ 748435 w 883127"/>
                      <a:gd name="connsiteY6" fmla="*/ 75846 h 508691"/>
                      <a:gd name="connsiteX7" fmla="*/ 704410 w 883127"/>
                      <a:gd name="connsiteY7" fmla="*/ 101128 h 508691"/>
                      <a:gd name="connsiteX8" fmla="*/ 660384 w 883127"/>
                      <a:gd name="connsiteY8" fmla="*/ 126410 h 508691"/>
                      <a:gd name="connsiteX9" fmla="*/ 616359 w 883127"/>
                      <a:gd name="connsiteY9" fmla="*/ 151692 h 508691"/>
                      <a:gd name="connsiteX10" fmla="*/ 572333 w 883127"/>
                      <a:gd name="connsiteY10" fmla="*/ 176974 h 508691"/>
                      <a:gd name="connsiteX11" fmla="*/ 528307 w 883127"/>
                      <a:gd name="connsiteY11" fmla="*/ 202256 h 508691"/>
                      <a:gd name="connsiteX12" fmla="*/ 484282 w 883127"/>
                      <a:gd name="connsiteY12" fmla="*/ 227538 h 508691"/>
                      <a:gd name="connsiteX13" fmla="*/ 440256 w 883127"/>
                      <a:gd name="connsiteY13" fmla="*/ 252820 h 508691"/>
                      <a:gd name="connsiteX14" fmla="*/ 396230 w 883127"/>
                      <a:gd name="connsiteY14" fmla="*/ 278102 h 508691"/>
                      <a:gd name="connsiteX15" fmla="*/ 352205 w 883127"/>
                      <a:gd name="connsiteY15" fmla="*/ 303384 h 508691"/>
                      <a:gd name="connsiteX16" fmla="*/ 308179 w 883127"/>
                      <a:gd name="connsiteY16" fmla="*/ 328666 h 508691"/>
                      <a:gd name="connsiteX17" fmla="*/ 264154 w 883127"/>
                      <a:gd name="connsiteY17" fmla="*/ 353948 h 508691"/>
                      <a:gd name="connsiteX18" fmla="*/ 220128 w 883127"/>
                      <a:gd name="connsiteY18" fmla="*/ 379230 h 508691"/>
                      <a:gd name="connsiteX19" fmla="*/ 176102 w 883127"/>
                      <a:gd name="connsiteY19" fmla="*/ 404513 h 508691"/>
                      <a:gd name="connsiteX20" fmla="*/ 132077 w 883127"/>
                      <a:gd name="connsiteY20" fmla="*/ 429794 h 508691"/>
                      <a:gd name="connsiteX21" fmla="*/ 88051 w 883127"/>
                      <a:gd name="connsiteY21" fmla="*/ 455077 h 508691"/>
                      <a:gd name="connsiteX22" fmla="*/ 44026 w 883127"/>
                      <a:gd name="connsiteY22" fmla="*/ 480359 h 508691"/>
                      <a:gd name="connsiteX23" fmla="*/ 0 w 883127"/>
                      <a:gd name="connsiteY23" fmla="*/ 505641 h 508691"/>
                      <a:gd name="connsiteX24" fmla="*/ 2615 w 883127"/>
                      <a:gd name="connsiteY24" fmla="*/ 506948 h 508691"/>
                      <a:gd name="connsiteX25" fmla="*/ 2615 w 883127"/>
                      <a:gd name="connsiteY25" fmla="*/ 506948 h 5086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</a:cxnLst>
                    <a:rect l="l" t="t" r="r" b="b"/>
                    <a:pathLst>
                      <a:path w="883127" h="508691">
                        <a:moveTo>
                          <a:pt x="4359" y="508692"/>
                        </a:moveTo>
                        <a:lnTo>
                          <a:pt x="883128" y="1308"/>
                        </a:lnTo>
                        <a:cubicBezTo>
                          <a:pt x="883128" y="1308"/>
                          <a:pt x="881384" y="436"/>
                          <a:pt x="880512" y="0"/>
                        </a:cubicBezTo>
                        <a:lnTo>
                          <a:pt x="880512" y="0"/>
                        </a:lnTo>
                        <a:lnTo>
                          <a:pt x="836487" y="25282"/>
                        </a:lnTo>
                        <a:lnTo>
                          <a:pt x="792461" y="50564"/>
                        </a:lnTo>
                        <a:lnTo>
                          <a:pt x="748435" y="75846"/>
                        </a:lnTo>
                        <a:lnTo>
                          <a:pt x="704410" y="101128"/>
                        </a:lnTo>
                        <a:lnTo>
                          <a:pt x="660384" y="126410"/>
                        </a:lnTo>
                        <a:lnTo>
                          <a:pt x="616359" y="151692"/>
                        </a:lnTo>
                        <a:lnTo>
                          <a:pt x="572333" y="176974"/>
                        </a:lnTo>
                        <a:lnTo>
                          <a:pt x="528307" y="202256"/>
                        </a:lnTo>
                        <a:lnTo>
                          <a:pt x="484282" y="227538"/>
                        </a:lnTo>
                        <a:lnTo>
                          <a:pt x="440256" y="252820"/>
                        </a:lnTo>
                        <a:lnTo>
                          <a:pt x="396230" y="278102"/>
                        </a:lnTo>
                        <a:lnTo>
                          <a:pt x="352205" y="303384"/>
                        </a:lnTo>
                        <a:lnTo>
                          <a:pt x="308179" y="328666"/>
                        </a:lnTo>
                        <a:lnTo>
                          <a:pt x="264154" y="353948"/>
                        </a:lnTo>
                        <a:lnTo>
                          <a:pt x="220128" y="379230"/>
                        </a:lnTo>
                        <a:lnTo>
                          <a:pt x="176102" y="404513"/>
                        </a:lnTo>
                        <a:lnTo>
                          <a:pt x="132077" y="429794"/>
                        </a:lnTo>
                        <a:lnTo>
                          <a:pt x="88051" y="455077"/>
                        </a:lnTo>
                        <a:lnTo>
                          <a:pt x="44026" y="480359"/>
                        </a:lnTo>
                        <a:lnTo>
                          <a:pt x="0" y="505641"/>
                        </a:lnTo>
                        <a:cubicBezTo>
                          <a:pt x="0" y="505641"/>
                          <a:pt x="1744" y="506512"/>
                          <a:pt x="2615" y="506948"/>
                        </a:cubicBezTo>
                        <a:lnTo>
                          <a:pt x="2615" y="506948"/>
                        </a:lnTo>
                        <a:close/>
                      </a:path>
                    </a:pathLst>
                  </a:custGeom>
                  <a:solidFill>
                    <a:srgbClr val="F4F5FA"/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PPOSans R"/>
                      <a:ea typeface="OPPOSans R"/>
                      <a:cs typeface="+mn-cs"/>
                    </a:endParaRPr>
                  </a:p>
                </p:txBody>
              </p:sp>
              <p:sp>
                <p:nvSpPr>
                  <p:cNvPr id="188" name="任意多边形: 形状 119"/>
                  <p:cNvSpPr/>
                  <p:nvPr>
                    <p:custDataLst>
                      <p:tags r:id="rId191"/>
                    </p:custDataLst>
                  </p:nvPr>
                </p:nvSpPr>
                <p:spPr>
                  <a:xfrm>
                    <a:off x="7042854" y="3297303"/>
                    <a:ext cx="891845" cy="507186"/>
                  </a:xfrm>
                  <a:custGeom>
                    <a:avLst/>
                    <a:gdLst>
                      <a:gd name="connsiteX0" fmla="*/ 11333 w 891845"/>
                      <a:gd name="connsiteY0" fmla="*/ 506750 h 507186"/>
                      <a:gd name="connsiteX1" fmla="*/ 11333 w 891845"/>
                      <a:gd name="connsiteY1" fmla="*/ 506750 h 507186"/>
                      <a:gd name="connsiteX2" fmla="*/ 55359 w 891845"/>
                      <a:gd name="connsiteY2" fmla="*/ 481469 h 507186"/>
                      <a:gd name="connsiteX3" fmla="*/ 99385 w 891845"/>
                      <a:gd name="connsiteY3" fmla="*/ 456186 h 507186"/>
                      <a:gd name="connsiteX4" fmla="*/ 143410 w 891845"/>
                      <a:gd name="connsiteY4" fmla="*/ 430904 h 507186"/>
                      <a:gd name="connsiteX5" fmla="*/ 187436 w 891845"/>
                      <a:gd name="connsiteY5" fmla="*/ 405622 h 507186"/>
                      <a:gd name="connsiteX6" fmla="*/ 231461 w 891845"/>
                      <a:gd name="connsiteY6" fmla="*/ 380340 h 507186"/>
                      <a:gd name="connsiteX7" fmla="*/ 275487 w 891845"/>
                      <a:gd name="connsiteY7" fmla="*/ 355058 h 507186"/>
                      <a:gd name="connsiteX8" fmla="*/ 319513 w 891845"/>
                      <a:gd name="connsiteY8" fmla="*/ 329776 h 507186"/>
                      <a:gd name="connsiteX9" fmla="*/ 363538 w 891845"/>
                      <a:gd name="connsiteY9" fmla="*/ 304494 h 507186"/>
                      <a:gd name="connsiteX10" fmla="*/ 407564 w 891845"/>
                      <a:gd name="connsiteY10" fmla="*/ 279212 h 507186"/>
                      <a:gd name="connsiteX11" fmla="*/ 451589 w 891845"/>
                      <a:gd name="connsiteY11" fmla="*/ 253930 h 507186"/>
                      <a:gd name="connsiteX12" fmla="*/ 495615 w 891845"/>
                      <a:gd name="connsiteY12" fmla="*/ 228648 h 507186"/>
                      <a:gd name="connsiteX13" fmla="*/ 539641 w 891845"/>
                      <a:gd name="connsiteY13" fmla="*/ 203366 h 507186"/>
                      <a:gd name="connsiteX14" fmla="*/ 583666 w 891845"/>
                      <a:gd name="connsiteY14" fmla="*/ 178084 h 507186"/>
                      <a:gd name="connsiteX15" fmla="*/ 627692 w 891845"/>
                      <a:gd name="connsiteY15" fmla="*/ 152802 h 507186"/>
                      <a:gd name="connsiteX16" fmla="*/ 671717 w 891845"/>
                      <a:gd name="connsiteY16" fmla="*/ 127520 h 507186"/>
                      <a:gd name="connsiteX17" fmla="*/ 715743 w 891845"/>
                      <a:gd name="connsiteY17" fmla="*/ 102238 h 507186"/>
                      <a:gd name="connsiteX18" fmla="*/ 759769 w 891845"/>
                      <a:gd name="connsiteY18" fmla="*/ 76956 h 507186"/>
                      <a:gd name="connsiteX19" fmla="*/ 803794 w 891845"/>
                      <a:gd name="connsiteY19" fmla="*/ 51674 h 507186"/>
                      <a:gd name="connsiteX20" fmla="*/ 847820 w 891845"/>
                      <a:gd name="connsiteY20" fmla="*/ 26392 h 507186"/>
                      <a:gd name="connsiteX21" fmla="*/ 891845 w 891845"/>
                      <a:gd name="connsiteY21" fmla="*/ 1110 h 507186"/>
                      <a:gd name="connsiteX22" fmla="*/ 880512 w 891845"/>
                      <a:gd name="connsiteY22" fmla="*/ 1546 h 507186"/>
                      <a:gd name="connsiteX23" fmla="*/ 792461 w 891845"/>
                      <a:gd name="connsiteY23" fmla="*/ 52110 h 507186"/>
                      <a:gd name="connsiteX24" fmla="*/ 704410 w 891845"/>
                      <a:gd name="connsiteY24" fmla="*/ 102674 h 507186"/>
                      <a:gd name="connsiteX25" fmla="*/ 616359 w 891845"/>
                      <a:gd name="connsiteY25" fmla="*/ 153238 h 507186"/>
                      <a:gd name="connsiteX26" fmla="*/ 528307 w 891845"/>
                      <a:gd name="connsiteY26" fmla="*/ 203802 h 507186"/>
                      <a:gd name="connsiteX27" fmla="*/ 440256 w 891845"/>
                      <a:gd name="connsiteY27" fmla="*/ 254366 h 507186"/>
                      <a:gd name="connsiteX28" fmla="*/ 352205 w 891845"/>
                      <a:gd name="connsiteY28" fmla="*/ 304930 h 507186"/>
                      <a:gd name="connsiteX29" fmla="*/ 264154 w 891845"/>
                      <a:gd name="connsiteY29" fmla="*/ 355494 h 507186"/>
                      <a:gd name="connsiteX30" fmla="*/ 176102 w 891845"/>
                      <a:gd name="connsiteY30" fmla="*/ 406058 h 507186"/>
                      <a:gd name="connsiteX31" fmla="*/ 88051 w 891845"/>
                      <a:gd name="connsiteY31" fmla="*/ 456622 h 507186"/>
                      <a:gd name="connsiteX32" fmla="*/ 88051 w 891845"/>
                      <a:gd name="connsiteY32" fmla="*/ 456622 h 507186"/>
                      <a:gd name="connsiteX33" fmla="*/ 44026 w 891845"/>
                      <a:gd name="connsiteY33" fmla="*/ 481904 h 507186"/>
                      <a:gd name="connsiteX34" fmla="*/ 0 w 891845"/>
                      <a:gd name="connsiteY34" fmla="*/ 507186 h 507186"/>
                      <a:gd name="connsiteX35" fmla="*/ 11333 w 891845"/>
                      <a:gd name="connsiteY35" fmla="*/ 506750 h 507186"/>
                      <a:gd name="connsiteX36" fmla="*/ 11333 w 891845"/>
                      <a:gd name="connsiteY36" fmla="*/ 506750 h 50718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</a:cxnLst>
                    <a:rect l="l" t="t" r="r" b="b"/>
                    <a:pathLst>
                      <a:path w="891845" h="507186">
                        <a:moveTo>
                          <a:pt x="11333" y="506750"/>
                        </a:moveTo>
                        <a:lnTo>
                          <a:pt x="11333" y="506750"/>
                        </a:lnTo>
                        <a:lnTo>
                          <a:pt x="55359" y="481469"/>
                        </a:lnTo>
                        <a:lnTo>
                          <a:pt x="99385" y="456186"/>
                        </a:lnTo>
                        <a:lnTo>
                          <a:pt x="143410" y="430904"/>
                        </a:lnTo>
                        <a:lnTo>
                          <a:pt x="187436" y="405622"/>
                        </a:lnTo>
                        <a:lnTo>
                          <a:pt x="231461" y="380340"/>
                        </a:lnTo>
                        <a:lnTo>
                          <a:pt x="275487" y="355058"/>
                        </a:lnTo>
                        <a:lnTo>
                          <a:pt x="319513" y="329776"/>
                        </a:lnTo>
                        <a:lnTo>
                          <a:pt x="363538" y="304494"/>
                        </a:lnTo>
                        <a:lnTo>
                          <a:pt x="407564" y="279212"/>
                        </a:lnTo>
                        <a:lnTo>
                          <a:pt x="451589" y="253930"/>
                        </a:lnTo>
                        <a:lnTo>
                          <a:pt x="495615" y="228648"/>
                        </a:lnTo>
                        <a:lnTo>
                          <a:pt x="539641" y="203366"/>
                        </a:lnTo>
                        <a:lnTo>
                          <a:pt x="583666" y="178084"/>
                        </a:lnTo>
                        <a:lnTo>
                          <a:pt x="627692" y="152802"/>
                        </a:lnTo>
                        <a:lnTo>
                          <a:pt x="671717" y="127520"/>
                        </a:lnTo>
                        <a:lnTo>
                          <a:pt x="715743" y="102238"/>
                        </a:lnTo>
                        <a:lnTo>
                          <a:pt x="759769" y="76956"/>
                        </a:lnTo>
                        <a:lnTo>
                          <a:pt x="803794" y="51674"/>
                        </a:lnTo>
                        <a:lnTo>
                          <a:pt x="847820" y="26392"/>
                        </a:lnTo>
                        <a:lnTo>
                          <a:pt x="891845" y="1110"/>
                        </a:lnTo>
                        <a:cubicBezTo>
                          <a:pt x="887922" y="-634"/>
                          <a:pt x="883999" y="-198"/>
                          <a:pt x="880512" y="1546"/>
                        </a:cubicBezTo>
                        <a:lnTo>
                          <a:pt x="792461" y="52110"/>
                        </a:lnTo>
                        <a:lnTo>
                          <a:pt x="704410" y="102674"/>
                        </a:lnTo>
                        <a:lnTo>
                          <a:pt x="616359" y="153238"/>
                        </a:lnTo>
                        <a:lnTo>
                          <a:pt x="528307" y="203802"/>
                        </a:lnTo>
                        <a:lnTo>
                          <a:pt x="440256" y="254366"/>
                        </a:lnTo>
                        <a:lnTo>
                          <a:pt x="352205" y="304930"/>
                        </a:lnTo>
                        <a:lnTo>
                          <a:pt x="264154" y="355494"/>
                        </a:lnTo>
                        <a:lnTo>
                          <a:pt x="176102" y="406058"/>
                        </a:lnTo>
                        <a:lnTo>
                          <a:pt x="88051" y="456622"/>
                        </a:lnTo>
                        <a:lnTo>
                          <a:pt x="88051" y="456622"/>
                        </a:lnTo>
                        <a:lnTo>
                          <a:pt x="44026" y="481904"/>
                        </a:lnTo>
                        <a:lnTo>
                          <a:pt x="0" y="507186"/>
                        </a:lnTo>
                        <a:cubicBezTo>
                          <a:pt x="3487" y="505443"/>
                          <a:pt x="6974" y="505007"/>
                          <a:pt x="11333" y="506750"/>
                        </a:cubicBezTo>
                        <a:lnTo>
                          <a:pt x="11333" y="506750"/>
                        </a:lnTo>
                        <a:close/>
                      </a:path>
                    </a:pathLst>
                  </a:custGeom>
                  <a:solidFill>
                    <a:srgbClr val="F4F5FA"/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PPOSans R"/>
                      <a:ea typeface="OPPOSans R"/>
                      <a:cs typeface="+mn-cs"/>
                    </a:endParaRPr>
                  </a:p>
                </p:txBody>
              </p:sp>
            </p:grpSp>
            <p:grpSp>
              <p:nvGrpSpPr>
                <p:cNvPr id="189" name="图形 37"/>
                <p:cNvGrpSpPr/>
                <p:nvPr/>
              </p:nvGrpSpPr>
              <p:grpSpPr>
                <a:xfrm>
                  <a:off x="6976598" y="3925233"/>
                  <a:ext cx="65820" cy="108102"/>
                  <a:chOff x="6976598" y="3925233"/>
                  <a:chExt cx="65820" cy="108102"/>
                </a:xfrm>
                <a:solidFill>
                  <a:srgbClr val="98A4E0"/>
                </a:solidFill>
              </p:grpSpPr>
              <p:sp>
                <p:nvSpPr>
                  <p:cNvPr id="190" name="任意多边形: 形状 121"/>
                  <p:cNvSpPr/>
                  <p:nvPr>
                    <p:custDataLst>
                      <p:tags r:id="rId192"/>
                    </p:custDataLst>
                  </p:nvPr>
                </p:nvSpPr>
                <p:spPr>
                  <a:xfrm>
                    <a:off x="6976598" y="3925233"/>
                    <a:ext cx="65820" cy="108102"/>
                  </a:xfrm>
                  <a:custGeom>
                    <a:avLst/>
                    <a:gdLst>
                      <a:gd name="connsiteX0" fmla="*/ 0 w 65820"/>
                      <a:gd name="connsiteY0" fmla="*/ 0 h 108102"/>
                      <a:gd name="connsiteX1" fmla="*/ 872 w 65820"/>
                      <a:gd name="connsiteY1" fmla="*/ 15692 h 108102"/>
                      <a:gd name="connsiteX2" fmla="*/ 3923 w 65820"/>
                      <a:gd name="connsiteY2" fmla="*/ 30949 h 108102"/>
                      <a:gd name="connsiteX3" fmla="*/ 17000 w 65820"/>
                      <a:gd name="connsiteY3" fmla="*/ 61897 h 108102"/>
                      <a:gd name="connsiteX4" fmla="*/ 35744 w 65820"/>
                      <a:gd name="connsiteY4" fmla="*/ 85436 h 108102"/>
                      <a:gd name="connsiteX5" fmla="*/ 50128 w 65820"/>
                      <a:gd name="connsiteY5" fmla="*/ 98077 h 108102"/>
                      <a:gd name="connsiteX6" fmla="*/ 65820 w 65820"/>
                      <a:gd name="connsiteY6" fmla="*/ 108102 h 108102"/>
                      <a:gd name="connsiteX7" fmla="*/ 53615 w 65820"/>
                      <a:gd name="connsiteY7" fmla="*/ 75410 h 108102"/>
                      <a:gd name="connsiteX8" fmla="*/ 0 w 65820"/>
                      <a:gd name="connsiteY8" fmla="*/ 0 h 10810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65820" h="108102">
                        <a:moveTo>
                          <a:pt x="0" y="0"/>
                        </a:moveTo>
                        <a:cubicBezTo>
                          <a:pt x="0" y="9154"/>
                          <a:pt x="0" y="10025"/>
                          <a:pt x="872" y="15692"/>
                        </a:cubicBezTo>
                        <a:cubicBezTo>
                          <a:pt x="2179" y="23974"/>
                          <a:pt x="3923" y="30949"/>
                          <a:pt x="3923" y="30949"/>
                        </a:cubicBezTo>
                        <a:cubicBezTo>
                          <a:pt x="6103" y="38795"/>
                          <a:pt x="9590" y="49692"/>
                          <a:pt x="17000" y="61897"/>
                        </a:cubicBezTo>
                        <a:cubicBezTo>
                          <a:pt x="24846" y="74974"/>
                          <a:pt x="33128" y="83256"/>
                          <a:pt x="35744" y="85436"/>
                        </a:cubicBezTo>
                        <a:cubicBezTo>
                          <a:pt x="40103" y="89359"/>
                          <a:pt x="45769" y="94590"/>
                          <a:pt x="50128" y="98077"/>
                        </a:cubicBezTo>
                        <a:cubicBezTo>
                          <a:pt x="54487" y="101564"/>
                          <a:pt x="61026" y="105487"/>
                          <a:pt x="65820" y="108102"/>
                        </a:cubicBezTo>
                        <a:cubicBezTo>
                          <a:pt x="58410" y="103743"/>
                          <a:pt x="53615" y="91974"/>
                          <a:pt x="53615" y="75410"/>
                        </a:cubicBezTo>
                        <a:cubicBezTo>
                          <a:pt x="17872" y="54923"/>
                          <a:pt x="0" y="27461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98A4E0"/>
                  </a:solidFill>
                  <a:ln w="43489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PPOSans R"/>
                      <a:ea typeface="OPPOSans R"/>
                      <a:cs typeface="+mn-cs"/>
                    </a:endParaRPr>
                  </a:p>
                </p:txBody>
              </p:sp>
              <p:sp>
                <p:nvSpPr>
                  <p:cNvPr id="191" name="任意多边形: 形状 122"/>
                  <p:cNvSpPr/>
                  <p:nvPr>
                    <p:custDataLst>
                      <p:tags r:id="rId193"/>
                    </p:custDataLst>
                  </p:nvPr>
                </p:nvSpPr>
                <p:spPr>
                  <a:xfrm>
                    <a:off x="6976598" y="3925233"/>
                    <a:ext cx="65820" cy="108102"/>
                  </a:xfrm>
                  <a:custGeom>
                    <a:avLst/>
                    <a:gdLst>
                      <a:gd name="connsiteX0" fmla="*/ 0 w 65820"/>
                      <a:gd name="connsiteY0" fmla="*/ 0 h 108102"/>
                      <a:gd name="connsiteX1" fmla="*/ 65820 w 65820"/>
                      <a:gd name="connsiteY1" fmla="*/ 108102 h 108102"/>
                      <a:gd name="connsiteX2" fmla="*/ 53615 w 65820"/>
                      <a:gd name="connsiteY2" fmla="*/ 75410 h 108102"/>
                      <a:gd name="connsiteX3" fmla="*/ 0 w 65820"/>
                      <a:gd name="connsiteY3" fmla="*/ 0 h 108102"/>
                      <a:gd name="connsiteX4" fmla="*/ 0 w 65820"/>
                      <a:gd name="connsiteY4" fmla="*/ 0 h 10810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65820" h="108102">
                        <a:moveTo>
                          <a:pt x="0" y="0"/>
                        </a:moveTo>
                        <a:cubicBezTo>
                          <a:pt x="1744" y="61026"/>
                          <a:pt x="36179" y="89795"/>
                          <a:pt x="65820" y="108102"/>
                        </a:cubicBezTo>
                        <a:cubicBezTo>
                          <a:pt x="58410" y="103743"/>
                          <a:pt x="53615" y="91974"/>
                          <a:pt x="53615" y="75410"/>
                        </a:cubicBezTo>
                        <a:cubicBezTo>
                          <a:pt x="17872" y="54923"/>
                          <a:pt x="0" y="27461"/>
                          <a:pt x="0" y="0"/>
                        </a:cubicBez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98A4E0"/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PPOSans R"/>
                      <a:ea typeface="OPPOSans R"/>
                      <a:cs typeface="+mn-cs"/>
                    </a:endParaRPr>
                  </a:p>
                </p:txBody>
              </p:sp>
            </p:grpSp>
            <p:sp>
              <p:nvSpPr>
                <p:cNvPr id="192" name="任意多边形: 形状 123"/>
                <p:cNvSpPr/>
                <p:nvPr>
                  <p:custDataLst>
                    <p:tags r:id="rId194"/>
                  </p:custDataLst>
                </p:nvPr>
              </p:nvSpPr>
              <p:spPr>
                <a:xfrm>
                  <a:off x="6976598" y="3913900"/>
                  <a:ext cx="53615" cy="87179"/>
                </a:xfrm>
                <a:custGeom>
                  <a:avLst/>
                  <a:gdLst>
                    <a:gd name="connsiteX0" fmla="*/ 0 w 53615"/>
                    <a:gd name="connsiteY0" fmla="*/ 0 h 87179"/>
                    <a:gd name="connsiteX1" fmla="*/ 0 w 53615"/>
                    <a:gd name="connsiteY1" fmla="*/ 11769 h 87179"/>
                    <a:gd name="connsiteX2" fmla="*/ 53615 w 53615"/>
                    <a:gd name="connsiteY2" fmla="*/ 87179 h 87179"/>
                    <a:gd name="connsiteX3" fmla="*/ 53615 w 53615"/>
                    <a:gd name="connsiteY3" fmla="*/ 75410 h 87179"/>
                    <a:gd name="connsiteX4" fmla="*/ 0 w 53615"/>
                    <a:gd name="connsiteY4" fmla="*/ 0 h 87179"/>
                    <a:gd name="connsiteX5" fmla="*/ 0 w 53615"/>
                    <a:gd name="connsiteY5" fmla="*/ 0 h 871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53615" h="87179">
                      <a:moveTo>
                        <a:pt x="0" y="0"/>
                      </a:moveTo>
                      <a:lnTo>
                        <a:pt x="0" y="11769"/>
                      </a:lnTo>
                      <a:cubicBezTo>
                        <a:pt x="0" y="39231"/>
                        <a:pt x="17872" y="66257"/>
                        <a:pt x="53615" y="87179"/>
                      </a:cubicBezTo>
                      <a:lnTo>
                        <a:pt x="53615" y="75410"/>
                      </a:lnTo>
                      <a:cubicBezTo>
                        <a:pt x="17872" y="54487"/>
                        <a:pt x="0" y="27461"/>
                        <a:pt x="0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BFC7ED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  <p:grpSp>
              <p:nvGrpSpPr>
                <p:cNvPr id="193" name="图形 37"/>
                <p:cNvGrpSpPr/>
                <p:nvPr/>
              </p:nvGrpSpPr>
              <p:grpSpPr>
                <a:xfrm>
                  <a:off x="8145674" y="3295520"/>
                  <a:ext cx="2086639" cy="1206841"/>
                  <a:chOff x="8145674" y="3295520"/>
                  <a:chExt cx="2086639" cy="1206841"/>
                </a:xfrm>
              </p:grpSpPr>
              <p:sp>
                <p:nvSpPr>
                  <p:cNvPr id="194" name="任意多边形: 形状 125"/>
                  <p:cNvSpPr/>
                  <p:nvPr>
                    <p:custDataLst>
                      <p:tags r:id="rId195"/>
                    </p:custDataLst>
                  </p:nvPr>
                </p:nvSpPr>
                <p:spPr>
                  <a:xfrm>
                    <a:off x="8146109" y="3295566"/>
                    <a:ext cx="2086203" cy="1206794"/>
                  </a:xfrm>
                  <a:custGeom>
                    <a:avLst/>
                    <a:gdLst>
                      <a:gd name="connsiteX0" fmla="*/ 2086204 w 2086203"/>
                      <a:gd name="connsiteY0" fmla="*/ 1205923 h 1206794"/>
                      <a:gd name="connsiteX1" fmla="*/ 13949 w 2086203"/>
                      <a:gd name="connsiteY1" fmla="*/ 1539 h 1206794"/>
                      <a:gd name="connsiteX2" fmla="*/ 0 w 2086203"/>
                      <a:gd name="connsiteY2" fmla="*/ 2411 h 1206794"/>
                      <a:gd name="connsiteX3" fmla="*/ 2072255 w 2086203"/>
                      <a:gd name="connsiteY3" fmla="*/ 1206795 h 1206794"/>
                      <a:gd name="connsiteX4" fmla="*/ 2086204 w 2086203"/>
                      <a:gd name="connsiteY4" fmla="*/ 1206359 h 120679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086203" h="1206794">
                        <a:moveTo>
                          <a:pt x="2086204" y="1205923"/>
                        </a:moveTo>
                        <a:cubicBezTo>
                          <a:pt x="1395307" y="804462"/>
                          <a:pt x="704410" y="403001"/>
                          <a:pt x="13949" y="1539"/>
                        </a:cubicBezTo>
                        <a:cubicBezTo>
                          <a:pt x="10026" y="-640"/>
                          <a:pt x="5231" y="-640"/>
                          <a:pt x="0" y="2411"/>
                        </a:cubicBezTo>
                        <a:lnTo>
                          <a:pt x="2072255" y="1206795"/>
                        </a:lnTo>
                        <a:cubicBezTo>
                          <a:pt x="2077486" y="1203743"/>
                          <a:pt x="2082280" y="1203743"/>
                          <a:pt x="2086204" y="1206359"/>
                        </a:cubicBezTo>
                        <a:close/>
                      </a:path>
                    </a:pathLst>
                  </a:custGeom>
                  <a:solidFill>
                    <a:srgbClr val="CBD4ED"/>
                  </a:solidFill>
                  <a:ln w="43489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PPOSans R"/>
                      <a:ea typeface="OPPOSans R"/>
                      <a:cs typeface="+mn-cs"/>
                    </a:endParaRPr>
                  </a:p>
                </p:txBody>
              </p:sp>
              <p:sp>
                <p:nvSpPr>
                  <p:cNvPr id="195" name="任意多边形: 形状 126"/>
                  <p:cNvSpPr/>
                  <p:nvPr>
                    <p:custDataLst>
                      <p:tags r:id="rId196"/>
                    </p:custDataLst>
                  </p:nvPr>
                </p:nvSpPr>
                <p:spPr>
                  <a:xfrm>
                    <a:off x="8145674" y="3295520"/>
                    <a:ext cx="2083588" cy="1206841"/>
                  </a:xfrm>
                  <a:custGeom>
                    <a:avLst/>
                    <a:gdLst>
                      <a:gd name="connsiteX0" fmla="*/ 0 w 2083588"/>
                      <a:gd name="connsiteY0" fmla="*/ 2458 h 1206841"/>
                      <a:gd name="connsiteX1" fmla="*/ 2072255 w 2083588"/>
                      <a:gd name="connsiteY1" fmla="*/ 1206841 h 1206841"/>
                      <a:gd name="connsiteX2" fmla="*/ 2083588 w 2083588"/>
                      <a:gd name="connsiteY2" fmla="*/ 1205098 h 1206841"/>
                      <a:gd name="connsiteX3" fmla="*/ 11333 w 2083588"/>
                      <a:gd name="connsiteY3" fmla="*/ 714 h 1206841"/>
                      <a:gd name="connsiteX4" fmla="*/ 0 w 2083588"/>
                      <a:gd name="connsiteY4" fmla="*/ 2458 h 1206841"/>
                      <a:gd name="connsiteX5" fmla="*/ 0 w 2083588"/>
                      <a:gd name="connsiteY5" fmla="*/ 2458 h 120684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2083588" h="1206841">
                        <a:moveTo>
                          <a:pt x="0" y="2458"/>
                        </a:moveTo>
                        <a:lnTo>
                          <a:pt x="2072255" y="1206841"/>
                        </a:lnTo>
                        <a:cubicBezTo>
                          <a:pt x="2076178" y="1204662"/>
                          <a:pt x="2080101" y="1203790"/>
                          <a:pt x="2083588" y="1205098"/>
                        </a:cubicBezTo>
                        <a:lnTo>
                          <a:pt x="11333" y="714"/>
                        </a:lnTo>
                        <a:cubicBezTo>
                          <a:pt x="7846" y="-594"/>
                          <a:pt x="3923" y="-158"/>
                          <a:pt x="0" y="2458"/>
                        </a:cubicBezTo>
                        <a:lnTo>
                          <a:pt x="0" y="2458"/>
                        </a:lnTo>
                        <a:close/>
                      </a:path>
                    </a:pathLst>
                  </a:custGeom>
                  <a:solidFill>
                    <a:srgbClr val="F4F5FA"/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PPOSans R"/>
                      <a:ea typeface="OPPOSans R"/>
                      <a:cs typeface="+mn-cs"/>
                    </a:endParaRPr>
                  </a:p>
                </p:txBody>
              </p:sp>
            </p:grpSp>
            <p:sp>
              <p:nvSpPr>
                <p:cNvPr id="196" name="任意多边形: 形状 127"/>
                <p:cNvSpPr/>
                <p:nvPr>
                  <p:custDataLst>
                    <p:tags r:id="rId197"/>
                  </p:custDataLst>
                </p:nvPr>
              </p:nvSpPr>
              <p:spPr>
                <a:xfrm>
                  <a:off x="10231441" y="4621361"/>
                  <a:ext cx="66256" cy="109409"/>
                </a:xfrm>
                <a:custGeom>
                  <a:avLst/>
                  <a:gdLst>
                    <a:gd name="connsiteX0" fmla="*/ 0 w 66256"/>
                    <a:gd name="connsiteY0" fmla="*/ 109410 h 109409"/>
                    <a:gd name="connsiteX1" fmla="*/ 66257 w 66256"/>
                    <a:gd name="connsiteY1" fmla="*/ 0 h 109409"/>
                    <a:gd name="connsiteX2" fmla="*/ 11769 w 66256"/>
                    <a:gd name="connsiteY2" fmla="*/ 76282 h 109409"/>
                    <a:gd name="connsiteX3" fmla="*/ 0 w 66256"/>
                    <a:gd name="connsiteY3" fmla="*/ 108974 h 109409"/>
                    <a:gd name="connsiteX4" fmla="*/ 0 w 66256"/>
                    <a:gd name="connsiteY4" fmla="*/ 108974 h 1094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6256" h="109409">
                      <a:moveTo>
                        <a:pt x="0" y="109410"/>
                      </a:moveTo>
                      <a:cubicBezTo>
                        <a:pt x="16128" y="99384"/>
                        <a:pt x="66257" y="68436"/>
                        <a:pt x="66257" y="0"/>
                      </a:cubicBezTo>
                      <a:cubicBezTo>
                        <a:pt x="66257" y="27461"/>
                        <a:pt x="48385" y="55359"/>
                        <a:pt x="11769" y="76282"/>
                      </a:cubicBezTo>
                      <a:cubicBezTo>
                        <a:pt x="11769" y="92846"/>
                        <a:pt x="6975" y="105051"/>
                        <a:pt x="0" y="108974"/>
                      </a:cubicBezTo>
                      <a:lnTo>
                        <a:pt x="0" y="108974"/>
                      </a:lnTo>
                      <a:close/>
                    </a:path>
                  </a:pathLst>
                </a:custGeom>
                <a:solidFill>
                  <a:srgbClr val="98A4E0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  <p:sp>
              <p:nvSpPr>
                <p:cNvPr id="197" name="任意多边形: 形状 128"/>
                <p:cNvSpPr/>
                <p:nvPr>
                  <p:custDataLst>
                    <p:tags r:id="rId198"/>
                  </p:custDataLst>
                </p:nvPr>
              </p:nvSpPr>
              <p:spPr>
                <a:xfrm>
                  <a:off x="10243211" y="4609591"/>
                  <a:ext cx="54487" cy="88051"/>
                </a:xfrm>
                <a:custGeom>
                  <a:avLst/>
                  <a:gdLst>
                    <a:gd name="connsiteX0" fmla="*/ 0 w 54487"/>
                    <a:gd name="connsiteY0" fmla="*/ 76282 h 88051"/>
                    <a:gd name="connsiteX1" fmla="*/ 0 w 54487"/>
                    <a:gd name="connsiteY1" fmla="*/ 88051 h 88051"/>
                    <a:gd name="connsiteX2" fmla="*/ 54487 w 54487"/>
                    <a:gd name="connsiteY2" fmla="*/ 11769 h 88051"/>
                    <a:gd name="connsiteX3" fmla="*/ 54487 w 54487"/>
                    <a:gd name="connsiteY3" fmla="*/ 0 h 88051"/>
                    <a:gd name="connsiteX4" fmla="*/ 0 w 54487"/>
                    <a:gd name="connsiteY4" fmla="*/ 76282 h 88051"/>
                    <a:gd name="connsiteX5" fmla="*/ 0 w 54487"/>
                    <a:gd name="connsiteY5" fmla="*/ 76282 h 880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54487" h="88051">
                      <a:moveTo>
                        <a:pt x="0" y="76282"/>
                      </a:moveTo>
                      <a:lnTo>
                        <a:pt x="0" y="88051"/>
                      </a:lnTo>
                      <a:cubicBezTo>
                        <a:pt x="36615" y="67128"/>
                        <a:pt x="54487" y="39231"/>
                        <a:pt x="54487" y="11769"/>
                      </a:cubicBezTo>
                      <a:lnTo>
                        <a:pt x="54487" y="0"/>
                      </a:lnTo>
                      <a:cubicBezTo>
                        <a:pt x="54487" y="27462"/>
                        <a:pt x="36179" y="55359"/>
                        <a:pt x="0" y="76282"/>
                      </a:cubicBezTo>
                      <a:lnTo>
                        <a:pt x="0" y="76282"/>
                      </a:lnTo>
                      <a:close/>
                    </a:path>
                  </a:pathLst>
                </a:custGeom>
                <a:solidFill>
                  <a:srgbClr val="BFC7ED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  <p:grpSp>
              <p:nvGrpSpPr>
                <p:cNvPr id="198" name="图形 37"/>
                <p:cNvGrpSpPr/>
                <p:nvPr/>
              </p:nvGrpSpPr>
              <p:grpSpPr>
                <a:xfrm>
                  <a:off x="10217056" y="4499950"/>
                  <a:ext cx="80641" cy="186359"/>
                  <a:chOff x="10217056" y="4499950"/>
                  <a:chExt cx="80641" cy="186359"/>
                </a:xfrm>
              </p:grpSpPr>
              <p:sp>
                <p:nvSpPr>
                  <p:cNvPr id="199" name="任意多边形: 形状 130"/>
                  <p:cNvSpPr/>
                  <p:nvPr>
                    <p:custDataLst>
                      <p:tags r:id="rId199"/>
                    </p:custDataLst>
                  </p:nvPr>
                </p:nvSpPr>
                <p:spPr>
                  <a:xfrm>
                    <a:off x="10217056" y="4499950"/>
                    <a:ext cx="80641" cy="186359"/>
                  </a:xfrm>
                  <a:custGeom>
                    <a:avLst/>
                    <a:gdLst>
                      <a:gd name="connsiteX0" fmla="*/ 80641 w 80641"/>
                      <a:gd name="connsiteY0" fmla="*/ 109642 h 186359"/>
                      <a:gd name="connsiteX1" fmla="*/ 14821 w 80641"/>
                      <a:gd name="connsiteY1" fmla="*/ 1539 h 186359"/>
                      <a:gd name="connsiteX2" fmla="*/ 872 w 80641"/>
                      <a:gd name="connsiteY2" fmla="*/ 2411 h 186359"/>
                      <a:gd name="connsiteX3" fmla="*/ 0 w 80641"/>
                      <a:gd name="connsiteY3" fmla="*/ 124462 h 186359"/>
                      <a:gd name="connsiteX4" fmla="*/ 25718 w 80641"/>
                      <a:gd name="connsiteY4" fmla="*/ 186360 h 186359"/>
                      <a:gd name="connsiteX5" fmla="*/ 80205 w 80641"/>
                      <a:gd name="connsiteY5" fmla="*/ 110078 h 186359"/>
                      <a:gd name="connsiteX6" fmla="*/ 80205 w 80641"/>
                      <a:gd name="connsiteY6" fmla="*/ 110078 h 1863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0641" h="186359">
                        <a:moveTo>
                          <a:pt x="80641" y="109642"/>
                        </a:moveTo>
                        <a:cubicBezTo>
                          <a:pt x="79334" y="62129"/>
                          <a:pt x="58410" y="27693"/>
                          <a:pt x="14821" y="1539"/>
                        </a:cubicBezTo>
                        <a:cubicBezTo>
                          <a:pt x="10897" y="-640"/>
                          <a:pt x="6103" y="-640"/>
                          <a:pt x="872" y="2411"/>
                        </a:cubicBezTo>
                        <a:cubicBezTo>
                          <a:pt x="58410" y="35975"/>
                          <a:pt x="58410" y="90898"/>
                          <a:pt x="0" y="124462"/>
                        </a:cubicBezTo>
                        <a:cubicBezTo>
                          <a:pt x="13949" y="132744"/>
                          <a:pt x="25718" y="160206"/>
                          <a:pt x="25718" y="186360"/>
                        </a:cubicBezTo>
                        <a:cubicBezTo>
                          <a:pt x="61898" y="165436"/>
                          <a:pt x="80205" y="137539"/>
                          <a:pt x="80205" y="110078"/>
                        </a:cubicBezTo>
                        <a:lnTo>
                          <a:pt x="80205" y="110078"/>
                        </a:lnTo>
                        <a:close/>
                      </a:path>
                    </a:pathLst>
                  </a:custGeom>
                  <a:solidFill>
                    <a:srgbClr val="F4F5FA"/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PPOSans R"/>
                      <a:ea typeface="OPPOSans R"/>
                      <a:cs typeface="+mn-cs"/>
                    </a:endParaRPr>
                  </a:p>
                </p:txBody>
              </p:sp>
              <p:sp>
                <p:nvSpPr>
                  <p:cNvPr id="200" name="任意多边形: 形状 131"/>
                  <p:cNvSpPr/>
                  <p:nvPr>
                    <p:custDataLst>
                      <p:tags r:id="rId200"/>
                    </p:custDataLst>
                  </p:nvPr>
                </p:nvSpPr>
                <p:spPr>
                  <a:xfrm>
                    <a:off x="10229697" y="4500617"/>
                    <a:ext cx="68000" cy="185692"/>
                  </a:xfrm>
                  <a:custGeom>
                    <a:avLst/>
                    <a:gdLst>
                      <a:gd name="connsiteX0" fmla="*/ 0 w 68000"/>
                      <a:gd name="connsiteY0" fmla="*/ 0 h 185692"/>
                      <a:gd name="connsiteX1" fmla="*/ 12641 w 68000"/>
                      <a:gd name="connsiteY1" fmla="*/ 173051 h 185692"/>
                      <a:gd name="connsiteX2" fmla="*/ 13513 w 68000"/>
                      <a:gd name="connsiteY2" fmla="*/ 185692 h 185692"/>
                      <a:gd name="connsiteX3" fmla="*/ 68000 w 68000"/>
                      <a:gd name="connsiteY3" fmla="*/ 109410 h 185692"/>
                      <a:gd name="connsiteX4" fmla="*/ 68000 w 68000"/>
                      <a:gd name="connsiteY4" fmla="*/ 102436 h 185692"/>
                      <a:gd name="connsiteX5" fmla="*/ 66257 w 68000"/>
                      <a:gd name="connsiteY5" fmla="*/ 87179 h 185692"/>
                      <a:gd name="connsiteX6" fmla="*/ 64949 w 68000"/>
                      <a:gd name="connsiteY6" fmla="*/ 80205 h 185692"/>
                      <a:gd name="connsiteX7" fmla="*/ 62333 w 68000"/>
                      <a:gd name="connsiteY7" fmla="*/ 71923 h 185692"/>
                      <a:gd name="connsiteX8" fmla="*/ 59718 w 68000"/>
                      <a:gd name="connsiteY8" fmla="*/ 64949 h 185692"/>
                      <a:gd name="connsiteX9" fmla="*/ 55795 w 68000"/>
                      <a:gd name="connsiteY9" fmla="*/ 56231 h 185692"/>
                      <a:gd name="connsiteX10" fmla="*/ 52308 w 68000"/>
                      <a:gd name="connsiteY10" fmla="*/ 49692 h 185692"/>
                      <a:gd name="connsiteX11" fmla="*/ 46205 w 68000"/>
                      <a:gd name="connsiteY11" fmla="*/ 40538 h 185692"/>
                      <a:gd name="connsiteX12" fmla="*/ 40974 w 68000"/>
                      <a:gd name="connsiteY12" fmla="*/ 34000 h 185692"/>
                      <a:gd name="connsiteX13" fmla="*/ 30949 w 68000"/>
                      <a:gd name="connsiteY13" fmla="*/ 23102 h 185692"/>
                      <a:gd name="connsiteX14" fmla="*/ 23974 w 68000"/>
                      <a:gd name="connsiteY14" fmla="*/ 16564 h 185692"/>
                      <a:gd name="connsiteX15" fmla="*/ 2180 w 68000"/>
                      <a:gd name="connsiteY15" fmla="*/ 1308 h 185692"/>
                      <a:gd name="connsiteX16" fmla="*/ 0 w 68000"/>
                      <a:gd name="connsiteY16" fmla="*/ 436 h 185692"/>
                      <a:gd name="connsiteX17" fmla="*/ 0 w 68000"/>
                      <a:gd name="connsiteY17" fmla="*/ 436 h 18569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</a:cxnLst>
                    <a:rect l="l" t="t" r="r" b="b"/>
                    <a:pathLst>
                      <a:path w="68000" h="185692">
                        <a:moveTo>
                          <a:pt x="0" y="0"/>
                        </a:moveTo>
                        <a:cubicBezTo>
                          <a:pt x="81513" y="47077"/>
                          <a:pt x="88051" y="134256"/>
                          <a:pt x="12641" y="173051"/>
                        </a:cubicBezTo>
                        <a:cubicBezTo>
                          <a:pt x="13077" y="176974"/>
                          <a:pt x="13513" y="181333"/>
                          <a:pt x="13513" y="185692"/>
                        </a:cubicBezTo>
                        <a:cubicBezTo>
                          <a:pt x="49692" y="164769"/>
                          <a:pt x="68000" y="136872"/>
                          <a:pt x="68000" y="109410"/>
                        </a:cubicBezTo>
                        <a:cubicBezTo>
                          <a:pt x="68000" y="107231"/>
                          <a:pt x="68000" y="104615"/>
                          <a:pt x="68000" y="102436"/>
                        </a:cubicBezTo>
                        <a:cubicBezTo>
                          <a:pt x="67128" y="93282"/>
                          <a:pt x="67128" y="92846"/>
                          <a:pt x="66257" y="87179"/>
                        </a:cubicBezTo>
                        <a:lnTo>
                          <a:pt x="64949" y="80205"/>
                        </a:lnTo>
                        <a:cubicBezTo>
                          <a:pt x="64077" y="77590"/>
                          <a:pt x="63205" y="74103"/>
                          <a:pt x="62333" y="71923"/>
                        </a:cubicBezTo>
                        <a:lnTo>
                          <a:pt x="59718" y="64949"/>
                        </a:lnTo>
                        <a:cubicBezTo>
                          <a:pt x="58410" y="62333"/>
                          <a:pt x="57103" y="58846"/>
                          <a:pt x="55795" y="56231"/>
                        </a:cubicBezTo>
                        <a:lnTo>
                          <a:pt x="52308" y="49692"/>
                        </a:lnTo>
                        <a:cubicBezTo>
                          <a:pt x="50564" y="47077"/>
                          <a:pt x="48385" y="43154"/>
                          <a:pt x="46205" y="40538"/>
                        </a:cubicBezTo>
                        <a:lnTo>
                          <a:pt x="40974" y="34000"/>
                        </a:lnTo>
                        <a:cubicBezTo>
                          <a:pt x="37923" y="30513"/>
                          <a:pt x="34000" y="26154"/>
                          <a:pt x="30949" y="23102"/>
                        </a:cubicBezTo>
                        <a:lnTo>
                          <a:pt x="23974" y="16564"/>
                        </a:lnTo>
                        <a:cubicBezTo>
                          <a:pt x="14821" y="9154"/>
                          <a:pt x="12641" y="7846"/>
                          <a:pt x="2180" y="1308"/>
                        </a:cubicBezTo>
                        <a:cubicBezTo>
                          <a:pt x="1308" y="1308"/>
                          <a:pt x="872" y="436"/>
                          <a:pt x="0" y="436"/>
                        </a:cubicBezTo>
                        <a:lnTo>
                          <a:pt x="0" y="436"/>
                        </a:lnTo>
                        <a:close/>
                      </a:path>
                    </a:pathLst>
                  </a:custGeom>
                  <a:solidFill>
                    <a:srgbClr val="BFC7ED"/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PPOSans R"/>
                      <a:ea typeface="OPPOSans R"/>
                      <a:cs typeface="+mn-cs"/>
                    </a:endParaRPr>
                  </a:p>
                </p:txBody>
              </p:sp>
            </p:grpSp>
            <p:grpSp>
              <p:nvGrpSpPr>
                <p:cNvPr id="201" name="图形 37"/>
                <p:cNvGrpSpPr/>
                <p:nvPr/>
              </p:nvGrpSpPr>
              <p:grpSpPr>
                <a:xfrm>
                  <a:off x="7030213" y="4000643"/>
                  <a:ext cx="2082716" cy="1235768"/>
                  <a:chOff x="7030213" y="4000643"/>
                  <a:chExt cx="2082716" cy="1235768"/>
                </a:xfrm>
                <a:solidFill>
                  <a:srgbClr val="98A4E0"/>
                </a:solidFill>
              </p:grpSpPr>
              <p:sp>
                <p:nvSpPr>
                  <p:cNvPr id="202" name="任意多边形: 形状 133"/>
                  <p:cNvSpPr/>
                  <p:nvPr>
                    <p:custDataLst>
                      <p:tags r:id="rId201"/>
                    </p:custDataLst>
                  </p:nvPr>
                </p:nvSpPr>
                <p:spPr>
                  <a:xfrm>
                    <a:off x="7030213" y="4000643"/>
                    <a:ext cx="2082716" cy="1235768"/>
                  </a:xfrm>
                  <a:custGeom>
                    <a:avLst/>
                    <a:gdLst>
                      <a:gd name="connsiteX0" fmla="*/ 12205 w 2082716"/>
                      <a:gd name="connsiteY0" fmla="*/ 32692 h 1235768"/>
                      <a:gd name="connsiteX1" fmla="*/ 219256 w 2082716"/>
                      <a:gd name="connsiteY1" fmla="*/ 153000 h 1235768"/>
                      <a:gd name="connsiteX2" fmla="*/ 426307 w 2082716"/>
                      <a:gd name="connsiteY2" fmla="*/ 273308 h 1235768"/>
                      <a:gd name="connsiteX3" fmla="*/ 633359 w 2082716"/>
                      <a:gd name="connsiteY3" fmla="*/ 393615 h 1235768"/>
                      <a:gd name="connsiteX4" fmla="*/ 840410 w 2082716"/>
                      <a:gd name="connsiteY4" fmla="*/ 513923 h 1235768"/>
                      <a:gd name="connsiteX5" fmla="*/ 1047461 w 2082716"/>
                      <a:gd name="connsiteY5" fmla="*/ 634230 h 1235768"/>
                      <a:gd name="connsiteX6" fmla="*/ 1254512 w 2082716"/>
                      <a:gd name="connsiteY6" fmla="*/ 754538 h 1235768"/>
                      <a:gd name="connsiteX7" fmla="*/ 1461563 w 2082716"/>
                      <a:gd name="connsiteY7" fmla="*/ 874845 h 1235768"/>
                      <a:gd name="connsiteX8" fmla="*/ 1668614 w 2082716"/>
                      <a:gd name="connsiteY8" fmla="*/ 995153 h 1235768"/>
                      <a:gd name="connsiteX9" fmla="*/ 1875665 w 2082716"/>
                      <a:gd name="connsiteY9" fmla="*/ 1115461 h 1235768"/>
                      <a:gd name="connsiteX10" fmla="*/ 2082716 w 2082716"/>
                      <a:gd name="connsiteY10" fmla="*/ 1235768 h 1235768"/>
                      <a:gd name="connsiteX11" fmla="*/ 2070511 w 2082716"/>
                      <a:gd name="connsiteY11" fmla="*/ 1203076 h 1235768"/>
                      <a:gd name="connsiteX12" fmla="*/ 0 w 2082716"/>
                      <a:gd name="connsiteY12" fmla="*/ 0 h 1235768"/>
                      <a:gd name="connsiteX13" fmla="*/ 12205 w 2082716"/>
                      <a:gd name="connsiteY13" fmla="*/ 32692 h 12357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</a:cxnLst>
                    <a:rect l="l" t="t" r="r" b="b"/>
                    <a:pathLst>
                      <a:path w="2082716" h="1235768">
                        <a:moveTo>
                          <a:pt x="12205" y="32692"/>
                        </a:moveTo>
                        <a:lnTo>
                          <a:pt x="219256" y="153000"/>
                        </a:lnTo>
                        <a:lnTo>
                          <a:pt x="426307" y="273308"/>
                        </a:lnTo>
                        <a:lnTo>
                          <a:pt x="633359" y="393615"/>
                        </a:lnTo>
                        <a:lnTo>
                          <a:pt x="840410" y="513923"/>
                        </a:lnTo>
                        <a:lnTo>
                          <a:pt x="1047461" y="634230"/>
                        </a:lnTo>
                        <a:lnTo>
                          <a:pt x="1254512" y="754538"/>
                        </a:lnTo>
                        <a:lnTo>
                          <a:pt x="1461563" y="874845"/>
                        </a:lnTo>
                        <a:lnTo>
                          <a:pt x="1668614" y="995153"/>
                        </a:lnTo>
                        <a:lnTo>
                          <a:pt x="1875665" y="1115461"/>
                        </a:lnTo>
                        <a:lnTo>
                          <a:pt x="2082716" y="1235768"/>
                        </a:lnTo>
                        <a:cubicBezTo>
                          <a:pt x="2075306" y="1231409"/>
                          <a:pt x="2070511" y="1219640"/>
                          <a:pt x="2070511" y="1203076"/>
                        </a:cubicBezTo>
                        <a:lnTo>
                          <a:pt x="0" y="0"/>
                        </a:lnTo>
                        <a:cubicBezTo>
                          <a:pt x="0" y="16564"/>
                          <a:pt x="4795" y="28769"/>
                          <a:pt x="12205" y="32692"/>
                        </a:cubicBezTo>
                        <a:close/>
                      </a:path>
                    </a:pathLst>
                  </a:custGeom>
                  <a:solidFill>
                    <a:srgbClr val="98A4E0"/>
                  </a:solidFill>
                  <a:ln w="43489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PPOSans R"/>
                      <a:ea typeface="OPPOSans R"/>
                      <a:cs typeface="+mn-cs"/>
                    </a:endParaRPr>
                  </a:p>
                </p:txBody>
              </p:sp>
              <p:sp>
                <p:nvSpPr>
                  <p:cNvPr id="203" name="任意多边形: 形状 134"/>
                  <p:cNvSpPr/>
                  <p:nvPr>
                    <p:custDataLst>
                      <p:tags r:id="rId202"/>
                    </p:custDataLst>
                  </p:nvPr>
                </p:nvSpPr>
                <p:spPr>
                  <a:xfrm>
                    <a:off x="7030213" y="4000643"/>
                    <a:ext cx="2082716" cy="1235768"/>
                  </a:xfrm>
                  <a:custGeom>
                    <a:avLst/>
                    <a:gdLst>
                      <a:gd name="connsiteX0" fmla="*/ 2072255 w 2082716"/>
                      <a:gd name="connsiteY0" fmla="*/ 1204384 h 1235768"/>
                      <a:gd name="connsiteX1" fmla="*/ 0 w 2082716"/>
                      <a:gd name="connsiteY1" fmla="*/ 0 h 1235768"/>
                      <a:gd name="connsiteX2" fmla="*/ 12205 w 2082716"/>
                      <a:gd name="connsiteY2" fmla="*/ 32692 h 1235768"/>
                      <a:gd name="connsiteX3" fmla="*/ 219256 w 2082716"/>
                      <a:gd name="connsiteY3" fmla="*/ 153000 h 1235768"/>
                      <a:gd name="connsiteX4" fmla="*/ 426307 w 2082716"/>
                      <a:gd name="connsiteY4" fmla="*/ 273308 h 1235768"/>
                      <a:gd name="connsiteX5" fmla="*/ 633359 w 2082716"/>
                      <a:gd name="connsiteY5" fmla="*/ 393615 h 1235768"/>
                      <a:gd name="connsiteX6" fmla="*/ 840410 w 2082716"/>
                      <a:gd name="connsiteY6" fmla="*/ 513923 h 1235768"/>
                      <a:gd name="connsiteX7" fmla="*/ 1047461 w 2082716"/>
                      <a:gd name="connsiteY7" fmla="*/ 634230 h 1235768"/>
                      <a:gd name="connsiteX8" fmla="*/ 1254512 w 2082716"/>
                      <a:gd name="connsiteY8" fmla="*/ 754538 h 1235768"/>
                      <a:gd name="connsiteX9" fmla="*/ 1461563 w 2082716"/>
                      <a:gd name="connsiteY9" fmla="*/ 874845 h 1235768"/>
                      <a:gd name="connsiteX10" fmla="*/ 1668614 w 2082716"/>
                      <a:gd name="connsiteY10" fmla="*/ 995153 h 1235768"/>
                      <a:gd name="connsiteX11" fmla="*/ 1875665 w 2082716"/>
                      <a:gd name="connsiteY11" fmla="*/ 1115461 h 1235768"/>
                      <a:gd name="connsiteX12" fmla="*/ 2082716 w 2082716"/>
                      <a:gd name="connsiteY12" fmla="*/ 1235768 h 1235768"/>
                      <a:gd name="connsiteX13" fmla="*/ 2070511 w 2082716"/>
                      <a:gd name="connsiteY13" fmla="*/ 1203076 h 1235768"/>
                      <a:gd name="connsiteX14" fmla="*/ 2070511 w 2082716"/>
                      <a:gd name="connsiteY14" fmla="*/ 1203076 h 12357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2082716" h="1235768">
                        <a:moveTo>
                          <a:pt x="2072255" y="1204384"/>
                        </a:moveTo>
                        <a:lnTo>
                          <a:pt x="0" y="0"/>
                        </a:lnTo>
                        <a:cubicBezTo>
                          <a:pt x="0" y="16564"/>
                          <a:pt x="4795" y="28769"/>
                          <a:pt x="12205" y="32692"/>
                        </a:cubicBezTo>
                        <a:lnTo>
                          <a:pt x="219256" y="153000"/>
                        </a:lnTo>
                        <a:lnTo>
                          <a:pt x="426307" y="273308"/>
                        </a:lnTo>
                        <a:lnTo>
                          <a:pt x="633359" y="393615"/>
                        </a:lnTo>
                        <a:lnTo>
                          <a:pt x="840410" y="513923"/>
                        </a:lnTo>
                        <a:lnTo>
                          <a:pt x="1047461" y="634230"/>
                        </a:lnTo>
                        <a:lnTo>
                          <a:pt x="1254512" y="754538"/>
                        </a:lnTo>
                        <a:lnTo>
                          <a:pt x="1461563" y="874845"/>
                        </a:lnTo>
                        <a:lnTo>
                          <a:pt x="1668614" y="995153"/>
                        </a:lnTo>
                        <a:lnTo>
                          <a:pt x="1875665" y="1115461"/>
                        </a:lnTo>
                        <a:lnTo>
                          <a:pt x="2082716" y="1235768"/>
                        </a:lnTo>
                        <a:cubicBezTo>
                          <a:pt x="2075306" y="1231409"/>
                          <a:pt x="2070511" y="1219640"/>
                          <a:pt x="2070511" y="1203076"/>
                        </a:cubicBezTo>
                        <a:lnTo>
                          <a:pt x="2070511" y="1203076"/>
                        </a:lnTo>
                        <a:close/>
                      </a:path>
                    </a:pathLst>
                  </a:custGeom>
                  <a:solidFill>
                    <a:srgbClr val="98A4E0"/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PPOSans R"/>
                      <a:ea typeface="OPPOSans R"/>
                      <a:cs typeface="+mn-cs"/>
                    </a:endParaRPr>
                  </a:p>
                </p:txBody>
              </p:sp>
            </p:grpSp>
            <p:grpSp>
              <p:nvGrpSpPr>
                <p:cNvPr id="204" name="图形 37"/>
                <p:cNvGrpSpPr/>
                <p:nvPr/>
              </p:nvGrpSpPr>
              <p:grpSpPr>
                <a:xfrm>
                  <a:off x="9352673" y="4697643"/>
                  <a:ext cx="892281" cy="541819"/>
                  <a:chOff x="9352673" y="4697643"/>
                  <a:chExt cx="892281" cy="541819"/>
                </a:xfrm>
                <a:solidFill>
                  <a:srgbClr val="98A4E0"/>
                </a:solidFill>
              </p:grpSpPr>
              <p:sp>
                <p:nvSpPr>
                  <p:cNvPr id="205" name="任意多边形: 形状 136"/>
                  <p:cNvSpPr/>
                  <p:nvPr>
                    <p:custDataLst>
                      <p:tags r:id="rId203"/>
                    </p:custDataLst>
                  </p:nvPr>
                </p:nvSpPr>
                <p:spPr>
                  <a:xfrm>
                    <a:off x="9352673" y="4699386"/>
                    <a:ext cx="892281" cy="540076"/>
                  </a:xfrm>
                  <a:custGeom>
                    <a:avLst/>
                    <a:gdLst>
                      <a:gd name="connsiteX0" fmla="*/ 0 w 892281"/>
                      <a:gd name="connsiteY0" fmla="*/ 538333 h 540076"/>
                      <a:gd name="connsiteX1" fmla="*/ 88051 w 892281"/>
                      <a:gd name="connsiteY1" fmla="*/ 487769 h 540076"/>
                      <a:gd name="connsiteX2" fmla="*/ 176102 w 892281"/>
                      <a:gd name="connsiteY2" fmla="*/ 437205 h 540076"/>
                      <a:gd name="connsiteX3" fmla="*/ 264154 w 892281"/>
                      <a:gd name="connsiteY3" fmla="*/ 386640 h 540076"/>
                      <a:gd name="connsiteX4" fmla="*/ 352205 w 892281"/>
                      <a:gd name="connsiteY4" fmla="*/ 336077 h 540076"/>
                      <a:gd name="connsiteX5" fmla="*/ 440256 w 892281"/>
                      <a:gd name="connsiteY5" fmla="*/ 285512 h 540076"/>
                      <a:gd name="connsiteX6" fmla="*/ 528307 w 892281"/>
                      <a:gd name="connsiteY6" fmla="*/ 234948 h 540076"/>
                      <a:gd name="connsiteX7" fmla="*/ 616359 w 892281"/>
                      <a:gd name="connsiteY7" fmla="*/ 184384 h 540076"/>
                      <a:gd name="connsiteX8" fmla="*/ 704410 w 892281"/>
                      <a:gd name="connsiteY8" fmla="*/ 133820 h 540076"/>
                      <a:gd name="connsiteX9" fmla="*/ 792461 w 892281"/>
                      <a:gd name="connsiteY9" fmla="*/ 83256 h 540076"/>
                      <a:gd name="connsiteX10" fmla="*/ 880512 w 892281"/>
                      <a:gd name="connsiteY10" fmla="*/ 32692 h 540076"/>
                      <a:gd name="connsiteX11" fmla="*/ 892282 w 892281"/>
                      <a:gd name="connsiteY11" fmla="*/ 0 h 540076"/>
                      <a:gd name="connsiteX12" fmla="*/ 13513 w 892281"/>
                      <a:gd name="connsiteY12" fmla="*/ 507384 h 540076"/>
                      <a:gd name="connsiteX13" fmla="*/ 1744 w 892281"/>
                      <a:gd name="connsiteY13" fmla="*/ 540076 h 54007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</a:cxnLst>
                    <a:rect l="l" t="t" r="r" b="b"/>
                    <a:pathLst>
                      <a:path w="892281" h="540076">
                        <a:moveTo>
                          <a:pt x="0" y="538333"/>
                        </a:moveTo>
                        <a:lnTo>
                          <a:pt x="88051" y="487769"/>
                        </a:lnTo>
                        <a:lnTo>
                          <a:pt x="176102" y="437205"/>
                        </a:lnTo>
                        <a:lnTo>
                          <a:pt x="264154" y="386640"/>
                        </a:lnTo>
                        <a:lnTo>
                          <a:pt x="352205" y="336077"/>
                        </a:lnTo>
                        <a:lnTo>
                          <a:pt x="440256" y="285512"/>
                        </a:lnTo>
                        <a:lnTo>
                          <a:pt x="528307" y="234948"/>
                        </a:lnTo>
                        <a:lnTo>
                          <a:pt x="616359" y="184384"/>
                        </a:lnTo>
                        <a:lnTo>
                          <a:pt x="704410" y="133820"/>
                        </a:lnTo>
                        <a:lnTo>
                          <a:pt x="792461" y="83256"/>
                        </a:lnTo>
                        <a:lnTo>
                          <a:pt x="880512" y="32692"/>
                        </a:lnTo>
                        <a:cubicBezTo>
                          <a:pt x="887487" y="28769"/>
                          <a:pt x="892282" y="16564"/>
                          <a:pt x="892282" y="0"/>
                        </a:cubicBezTo>
                        <a:lnTo>
                          <a:pt x="13513" y="507384"/>
                        </a:lnTo>
                        <a:cubicBezTo>
                          <a:pt x="13513" y="523948"/>
                          <a:pt x="8718" y="536153"/>
                          <a:pt x="1744" y="540076"/>
                        </a:cubicBezTo>
                        <a:close/>
                      </a:path>
                    </a:pathLst>
                  </a:custGeom>
                  <a:solidFill>
                    <a:srgbClr val="98A4E0"/>
                  </a:solidFill>
                  <a:ln w="43489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PPOSans R"/>
                      <a:ea typeface="OPPOSans R"/>
                      <a:cs typeface="+mn-cs"/>
                    </a:endParaRPr>
                  </a:p>
                </p:txBody>
              </p:sp>
              <p:sp>
                <p:nvSpPr>
                  <p:cNvPr id="206" name="任意多边形: 形状 137"/>
                  <p:cNvSpPr/>
                  <p:nvPr>
                    <p:custDataLst>
                      <p:tags r:id="rId204"/>
                    </p:custDataLst>
                  </p:nvPr>
                </p:nvSpPr>
                <p:spPr>
                  <a:xfrm>
                    <a:off x="9352673" y="4697643"/>
                    <a:ext cx="892281" cy="540076"/>
                  </a:xfrm>
                  <a:custGeom>
                    <a:avLst/>
                    <a:gdLst>
                      <a:gd name="connsiteX0" fmla="*/ 890538 w 892281"/>
                      <a:gd name="connsiteY0" fmla="*/ 0 h 540076"/>
                      <a:gd name="connsiteX1" fmla="*/ 11769 w 892281"/>
                      <a:gd name="connsiteY1" fmla="*/ 507384 h 540076"/>
                      <a:gd name="connsiteX2" fmla="*/ 0 w 892281"/>
                      <a:gd name="connsiteY2" fmla="*/ 540076 h 540076"/>
                      <a:gd name="connsiteX3" fmla="*/ 88051 w 892281"/>
                      <a:gd name="connsiteY3" fmla="*/ 489512 h 540076"/>
                      <a:gd name="connsiteX4" fmla="*/ 176102 w 892281"/>
                      <a:gd name="connsiteY4" fmla="*/ 438948 h 540076"/>
                      <a:gd name="connsiteX5" fmla="*/ 264154 w 892281"/>
                      <a:gd name="connsiteY5" fmla="*/ 388384 h 540076"/>
                      <a:gd name="connsiteX6" fmla="*/ 352205 w 892281"/>
                      <a:gd name="connsiteY6" fmla="*/ 337820 h 540076"/>
                      <a:gd name="connsiteX7" fmla="*/ 440256 w 892281"/>
                      <a:gd name="connsiteY7" fmla="*/ 287256 h 540076"/>
                      <a:gd name="connsiteX8" fmla="*/ 528307 w 892281"/>
                      <a:gd name="connsiteY8" fmla="*/ 236692 h 540076"/>
                      <a:gd name="connsiteX9" fmla="*/ 616359 w 892281"/>
                      <a:gd name="connsiteY9" fmla="*/ 186128 h 540076"/>
                      <a:gd name="connsiteX10" fmla="*/ 704410 w 892281"/>
                      <a:gd name="connsiteY10" fmla="*/ 135564 h 540076"/>
                      <a:gd name="connsiteX11" fmla="*/ 792461 w 892281"/>
                      <a:gd name="connsiteY11" fmla="*/ 85000 h 540076"/>
                      <a:gd name="connsiteX12" fmla="*/ 880512 w 892281"/>
                      <a:gd name="connsiteY12" fmla="*/ 34436 h 540076"/>
                      <a:gd name="connsiteX13" fmla="*/ 892282 w 892281"/>
                      <a:gd name="connsiteY13" fmla="*/ 1744 h 540076"/>
                      <a:gd name="connsiteX14" fmla="*/ 892282 w 892281"/>
                      <a:gd name="connsiteY14" fmla="*/ 1744 h 54007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892281" h="540076">
                        <a:moveTo>
                          <a:pt x="890538" y="0"/>
                        </a:moveTo>
                        <a:lnTo>
                          <a:pt x="11769" y="507384"/>
                        </a:lnTo>
                        <a:cubicBezTo>
                          <a:pt x="11769" y="523948"/>
                          <a:pt x="6974" y="536153"/>
                          <a:pt x="0" y="540076"/>
                        </a:cubicBezTo>
                        <a:lnTo>
                          <a:pt x="88051" y="489512"/>
                        </a:lnTo>
                        <a:lnTo>
                          <a:pt x="176102" y="438948"/>
                        </a:lnTo>
                        <a:lnTo>
                          <a:pt x="264154" y="388384"/>
                        </a:lnTo>
                        <a:lnTo>
                          <a:pt x="352205" y="337820"/>
                        </a:lnTo>
                        <a:lnTo>
                          <a:pt x="440256" y="287256"/>
                        </a:lnTo>
                        <a:lnTo>
                          <a:pt x="528307" y="236692"/>
                        </a:lnTo>
                        <a:lnTo>
                          <a:pt x="616359" y="186128"/>
                        </a:lnTo>
                        <a:lnTo>
                          <a:pt x="704410" y="135564"/>
                        </a:lnTo>
                        <a:lnTo>
                          <a:pt x="792461" y="85000"/>
                        </a:lnTo>
                        <a:lnTo>
                          <a:pt x="880512" y="34436"/>
                        </a:lnTo>
                        <a:cubicBezTo>
                          <a:pt x="887487" y="30513"/>
                          <a:pt x="892282" y="18308"/>
                          <a:pt x="892282" y="1744"/>
                        </a:cubicBezTo>
                        <a:lnTo>
                          <a:pt x="892282" y="1744"/>
                        </a:lnTo>
                        <a:close/>
                      </a:path>
                    </a:pathLst>
                  </a:custGeom>
                  <a:solidFill>
                    <a:srgbClr val="98A4E0"/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PPOSans R"/>
                      <a:ea typeface="OPPOSans R"/>
                      <a:cs typeface="+mn-cs"/>
                    </a:endParaRPr>
                  </a:p>
                </p:txBody>
              </p:sp>
            </p:grpSp>
            <p:sp>
              <p:nvSpPr>
                <p:cNvPr id="207" name="任意多边形: 形状 138"/>
                <p:cNvSpPr/>
                <p:nvPr>
                  <p:custDataLst>
                    <p:tags r:id="rId205"/>
                  </p:custDataLst>
                </p:nvPr>
              </p:nvSpPr>
              <p:spPr>
                <a:xfrm>
                  <a:off x="7030213" y="3988874"/>
                  <a:ext cx="2072254" cy="1216152"/>
                </a:xfrm>
                <a:custGeom>
                  <a:avLst/>
                  <a:gdLst>
                    <a:gd name="connsiteX0" fmla="*/ 0 w 2072254"/>
                    <a:gd name="connsiteY0" fmla="*/ 0 h 1216152"/>
                    <a:gd name="connsiteX1" fmla="*/ 0 w 2072254"/>
                    <a:gd name="connsiteY1" fmla="*/ 11769 h 1216152"/>
                    <a:gd name="connsiteX2" fmla="*/ 2072255 w 2072254"/>
                    <a:gd name="connsiteY2" fmla="*/ 1216153 h 1216152"/>
                    <a:gd name="connsiteX3" fmla="*/ 2072255 w 2072254"/>
                    <a:gd name="connsiteY3" fmla="*/ 1204383 h 1216152"/>
                    <a:gd name="connsiteX4" fmla="*/ 0 w 2072254"/>
                    <a:gd name="connsiteY4" fmla="*/ 0 h 12161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072254" h="1216152">
                      <a:moveTo>
                        <a:pt x="0" y="0"/>
                      </a:moveTo>
                      <a:lnTo>
                        <a:pt x="0" y="11769"/>
                      </a:lnTo>
                      <a:lnTo>
                        <a:pt x="2072255" y="1216153"/>
                      </a:lnTo>
                      <a:lnTo>
                        <a:pt x="2072255" y="120438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BFC7ED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  <p:sp>
              <p:nvSpPr>
                <p:cNvPr id="208" name="任意多边形: 形状 139"/>
                <p:cNvSpPr/>
                <p:nvPr>
                  <p:custDataLst>
                    <p:tags r:id="rId206"/>
                  </p:custDataLst>
                </p:nvPr>
              </p:nvSpPr>
              <p:spPr>
                <a:xfrm>
                  <a:off x="9364442" y="4685873"/>
                  <a:ext cx="878768" cy="519153"/>
                </a:xfrm>
                <a:custGeom>
                  <a:avLst/>
                  <a:gdLst>
                    <a:gd name="connsiteX0" fmla="*/ 0 w 878768"/>
                    <a:gd name="connsiteY0" fmla="*/ 507384 h 519153"/>
                    <a:gd name="connsiteX1" fmla="*/ 0 w 878768"/>
                    <a:gd name="connsiteY1" fmla="*/ 519154 h 519153"/>
                    <a:gd name="connsiteX2" fmla="*/ 878769 w 878768"/>
                    <a:gd name="connsiteY2" fmla="*/ 11769 h 519153"/>
                    <a:gd name="connsiteX3" fmla="*/ 878769 w 878768"/>
                    <a:gd name="connsiteY3" fmla="*/ 0 h 519153"/>
                    <a:gd name="connsiteX4" fmla="*/ 0 w 878768"/>
                    <a:gd name="connsiteY4" fmla="*/ 507384 h 5191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78768" h="519153">
                      <a:moveTo>
                        <a:pt x="0" y="507384"/>
                      </a:moveTo>
                      <a:lnTo>
                        <a:pt x="0" y="519154"/>
                      </a:lnTo>
                      <a:lnTo>
                        <a:pt x="878769" y="11769"/>
                      </a:lnTo>
                      <a:lnTo>
                        <a:pt x="878769" y="0"/>
                      </a:lnTo>
                      <a:lnTo>
                        <a:pt x="0" y="507384"/>
                      </a:lnTo>
                      <a:close/>
                    </a:path>
                  </a:pathLst>
                </a:custGeom>
                <a:solidFill>
                  <a:srgbClr val="BFC7ED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  <p:sp>
              <p:nvSpPr>
                <p:cNvPr id="209" name="任意多边形: 形状 140"/>
                <p:cNvSpPr/>
                <p:nvPr>
                  <p:custDataLst>
                    <p:tags r:id="rId207"/>
                  </p:custDataLst>
                </p:nvPr>
              </p:nvSpPr>
              <p:spPr>
                <a:xfrm>
                  <a:off x="7050700" y="3927412"/>
                  <a:ext cx="2078357" cy="1209178"/>
                </a:xfrm>
                <a:custGeom>
                  <a:avLst/>
                  <a:gdLst>
                    <a:gd name="connsiteX0" fmla="*/ 2078358 w 2078357"/>
                    <a:gd name="connsiteY0" fmla="*/ 1204384 h 1209178"/>
                    <a:gd name="connsiteX1" fmla="*/ 6103 w 2078357"/>
                    <a:gd name="connsiteY1" fmla="*/ 0 h 1209178"/>
                    <a:gd name="connsiteX2" fmla="*/ 0 w 2078357"/>
                    <a:gd name="connsiteY2" fmla="*/ 4795 h 1209178"/>
                    <a:gd name="connsiteX3" fmla="*/ 2072255 w 2078357"/>
                    <a:gd name="connsiteY3" fmla="*/ 1209179 h 1209178"/>
                    <a:gd name="connsiteX4" fmla="*/ 2078358 w 2078357"/>
                    <a:gd name="connsiteY4" fmla="*/ 1204384 h 1209178"/>
                    <a:gd name="connsiteX5" fmla="*/ 2078358 w 2078357"/>
                    <a:gd name="connsiteY5" fmla="*/ 1204384 h 12091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078357" h="1209178">
                      <a:moveTo>
                        <a:pt x="2078358" y="1204384"/>
                      </a:moveTo>
                      <a:lnTo>
                        <a:pt x="6103" y="0"/>
                      </a:lnTo>
                      <a:cubicBezTo>
                        <a:pt x="6103" y="0"/>
                        <a:pt x="2179" y="2616"/>
                        <a:pt x="0" y="4795"/>
                      </a:cubicBezTo>
                      <a:lnTo>
                        <a:pt x="2072255" y="1209179"/>
                      </a:lnTo>
                      <a:cubicBezTo>
                        <a:pt x="2072255" y="1209179"/>
                        <a:pt x="2076178" y="1205691"/>
                        <a:pt x="2078358" y="1204384"/>
                      </a:cubicBezTo>
                      <a:lnTo>
                        <a:pt x="2078358" y="1204384"/>
                      </a:lnTo>
                      <a:close/>
                    </a:path>
                  </a:pathLst>
                </a:custGeom>
                <a:solidFill>
                  <a:srgbClr val="F4F5FA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  <p:grpSp>
              <p:nvGrpSpPr>
                <p:cNvPr id="210" name="图形 37"/>
                <p:cNvGrpSpPr/>
                <p:nvPr/>
              </p:nvGrpSpPr>
              <p:grpSpPr>
                <a:xfrm>
                  <a:off x="9338724" y="4624412"/>
                  <a:ext cx="904486" cy="568845"/>
                  <a:chOff x="9338724" y="4624412"/>
                  <a:chExt cx="904486" cy="568845"/>
                </a:xfrm>
              </p:grpSpPr>
              <p:sp>
                <p:nvSpPr>
                  <p:cNvPr id="211" name="任意多边形: 形状 142"/>
                  <p:cNvSpPr/>
                  <p:nvPr>
                    <p:custDataLst>
                      <p:tags r:id="rId208"/>
                    </p:custDataLst>
                  </p:nvPr>
                </p:nvSpPr>
                <p:spPr>
                  <a:xfrm>
                    <a:off x="9338724" y="4624412"/>
                    <a:ext cx="884435" cy="511742"/>
                  </a:xfrm>
                  <a:custGeom>
                    <a:avLst/>
                    <a:gdLst>
                      <a:gd name="connsiteX0" fmla="*/ 878769 w 884435"/>
                      <a:gd name="connsiteY0" fmla="*/ 0 h 511742"/>
                      <a:gd name="connsiteX1" fmla="*/ 0 w 884435"/>
                      <a:gd name="connsiteY1" fmla="*/ 507384 h 511742"/>
                      <a:gd name="connsiteX2" fmla="*/ 5667 w 884435"/>
                      <a:gd name="connsiteY2" fmla="*/ 511743 h 511742"/>
                      <a:gd name="connsiteX3" fmla="*/ 884435 w 884435"/>
                      <a:gd name="connsiteY3" fmla="*/ 4359 h 511742"/>
                      <a:gd name="connsiteX4" fmla="*/ 878769 w 884435"/>
                      <a:gd name="connsiteY4" fmla="*/ 0 h 511742"/>
                      <a:gd name="connsiteX5" fmla="*/ 878769 w 884435"/>
                      <a:gd name="connsiteY5" fmla="*/ 0 h 51174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884435" h="511742">
                        <a:moveTo>
                          <a:pt x="878769" y="0"/>
                        </a:moveTo>
                        <a:lnTo>
                          <a:pt x="0" y="507384"/>
                        </a:lnTo>
                        <a:cubicBezTo>
                          <a:pt x="0" y="507384"/>
                          <a:pt x="3923" y="509999"/>
                          <a:pt x="5667" y="511743"/>
                        </a:cubicBezTo>
                        <a:lnTo>
                          <a:pt x="884435" y="4359"/>
                        </a:lnTo>
                        <a:cubicBezTo>
                          <a:pt x="884435" y="4359"/>
                          <a:pt x="880512" y="872"/>
                          <a:pt x="878769" y="0"/>
                        </a:cubicBezTo>
                        <a:lnTo>
                          <a:pt x="878769" y="0"/>
                        </a:lnTo>
                        <a:close/>
                      </a:path>
                    </a:pathLst>
                  </a:custGeom>
                  <a:solidFill>
                    <a:srgbClr val="F4F5FA"/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PPOSans R"/>
                      <a:ea typeface="OPPOSans R"/>
                      <a:cs typeface="+mn-cs"/>
                    </a:endParaRPr>
                  </a:p>
                </p:txBody>
              </p:sp>
              <p:sp>
                <p:nvSpPr>
                  <p:cNvPr id="212" name="任意多边形: 形状 143"/>
                  <p:cNvSpPr/>
                  <p:nvPr>
                    <p:custDataLst>
                      <p:tags r:id="rId209"/>
                    </p:custDataLst>
                  </p:nvPr>
                </p:nvSpPr>
                <p:spPr>
                  <a:xfrm>
                    <a:off x="9344391" y="4628771"/>
                    <a:ext cx="890973" cy="526563"/>
                  </a:xfrm>
                  <a:custGeom>
                    <a:avLst/>
                    <a:gdLst>
                      <a:gd name="connsiteX0" fmla="*/ 878769 w 890973"/>
                      <a:gd name="connsiteY0" fmla="*/ 0 h 526563"/>
                      <a:gd name="connsiteX1" fmla="*/ 0 w 890973"/>
                      <a:gd name="connsiteY1" fmla="*/ 507384 h 526563"/>
                      <a:gd name="connsiteX2" fmla="*/ 12205 w 890973"/>
                      <a:gd name="connsiteY2" fmla="*/ 526564 h 526563"/>
                      <a:gd name="connsiteX3" fmla="*/ 890974 w 890973"/>
                      <a:gd name="connsiteY3" fmla="*/ 19180 h 526563"/>
                      <a:gd name="connsiteX4" fmla="*/ 878769 w 890973"/>
                      <a:gd name="connsiteY4" fmla="*/ 0 h 526563"/>
                      <a:gd name="connsiteX5" fmla="*/ 878769 w 890973"/>
                      <a:gd name="connsiteY5" fmla="*/ 0 h 52656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890973" h="526563">
                        <a:moveTo>
                          <a:pt x="878769" y="0"/>
                        </a:moveTo>
                        <a:lnTo>
                          <a:pt x="0" y="507384"/>
                        </a:lnTo>
                        <a:cubicBezTo>
                          <a:pt x="4795" y="512179"/>
                          <a:pt x="8718" y="518718"/>
                          <a:pt x="12205" y="526564"/>
                        </a:cubicBezTo>
                        <a:lnTo>
                          <a:pt x="890974" y="19180"/>
                        </a:lnTo>
                        <a:cubicBezTo>
                          <a:pt x="887487" y="11333"/>
                          <a:pt x="883563" y="4795"/>
                          <a:pt x="878769" y="0"/>
                        </a:cubicBezTo>
                        <a:lnTo>
                          <a:pt x="878769" y="0"/>
                        </a:lnTo>
                        <a:close/>
                      </a:path>
                    </a:pathLst>
                  </a:custGeom>
                  <a:solidFill>
                    <a:srgbClr val="F4F5FA"/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PPOSans R"/>
                      <a:ea typeface="OPPOSans R"/>
                      <a:cs typeface="+mn-cs"/>
                    </a:endParaRPr>
                  </a:p>
                </p:txBody>
              </p:sp>
              <p:sp>
                <p:nvSpPr>
                  <p:cNvPr id="213" name="任意多边形: 形状 144"/>
                  <p:cNvSpPr/>
                  <p:nvPr>
                    <p:custDataLst>
                      <p:tags r:id="rId210"/>
                    </p:custDataLst>
                  </p:nvPr>
                </p:nvSpPr>
                <p:spPr>
                  <a:xfrm>
                    <a:off x="9356596" y="4647950"/>
                    <a:ext cx="885742" cy="533101"/>
                  </a:xfrm>
                  <a:custGeom>
                    <a:avLst/>
                    <a:gdLst>
                      <a:gd name="connsiteX0" fmla="*/ 878769 w 885742"/>
                      <a:gd name="connsiteY0" fmla="*/ 0 h 533101"/>
                      <a:gd name="connsiteX1" fmla="*/ 0 w 885742"/>
                      <a:gd name="connsiteY1" fmla="*/ 507384 h 533101"/>
                      <a:gd name="connsiteX2" fmla="*/ 6974 w 885742"/>
                      <a:gd name="connsiteY2" fmla="*/ 533102 h 533101"/>
                      <a:gd name="connsiteX3" fmla="*/ 885743 w 885742"/>
                      <a:gd name="connsiteY3" fmla="*/ 25718 h 533101"/>
                      <a:gd name="connsiteX4" fmla="*/ 878769 w 885742"/>
                      <a:gd name="connsiteY4" fmla="*/ 0 h 533101"/>
                      <a:gd name="connsiteX5" fmla="*/ 878769 w 885742"/>
                      <a:gd name="connsiteY5" fmla="*/ 0 h 53310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885742" h="533101">
                        <a:moveTo>
                          <a:pt x="878769" y="0"/>
                        </a:moveTo>
                        <a:lnTo>
                          <a:pt x="0" y="507384"/>
                        </a:lnTo>
                        <a:cubicBezTo>
                          <a:pt x="3487" y="515230"/>
                          <a:pt x="5667" y="523948"/>
                          <a:pt x="6974" y="533102"/>
                        </a:cubicBezTo>
                        <a:lnTo>
                          <a:pt x="885743" y="25718"/>
                        </a:lnTo>
                        <a:cubicBezTo>
                          <a:pt x="884435" y="16564"/>
                          <a:pt x="882256" y="7846"/>
                          <a:pt x="878769" y="0"/>
                        </a:cubicBezTo>
                        <a:lnTo>
                          <a:pt x="878769" y="0"/>
                        </a:lnTo>
                        <a:close/>
                      </a:path>
                    </a:pathLst>
                  </a:custGeom>
                  <a:solidFill>
                    <a:srgbClr val="F4F5FA"/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PPOSans R"/>
                      <a:ea typeface="OPPOSans R"/>
                      <a:cs typeface="+mn-cs"/>
                    </a:endParaRPr>
                  </a:p>
                </p:txBody>
              </p:sp>
              <p:sp>
                <p:nvSpPr>
                  <p:cNvPr id="214" name="任意多边形: 形状 145"/>
                  <p:cNvSpPr/>
                  <p:nvPr>
                    <p:custDataLst>
                      <p:tags r:id="rId211"/>
                    </p:custDataLst>
                  </p:nvPr>
                </p:nvSpPr>
                <p:spPr>
                  <a:xfrm>
                    <a:off x="9363570" y="4673668"/>
                    <a:ext cx="879640" cy="519589"/>
                  </a:xfrm>
                  <a:custGeom>
                    <a:avLst/>
                    <a:gdLst>
                      <a:gd name="connsiteX0" fmla="*/ 878769 w 879640"/>
                      <a:gd name="connsiteY0" fmla="*/ 0 h 519589"/>
                      <a:gd name="connsiteX1" fmla="*/ 0 w 879640"/>
                      <a:gd name="connsiteY1" fmla="*/ 507384 h 519589"/>
                      <a:gd name="connsiteX2" fmla="*/ 872 w 879640"/>
                      <a:gd name="connsiteY2" fmla="*/ 519589 h 519589"/>
                      <a:gd name="connsiteX3" fmla="*/ 879641 w 879640"/>
                      <a:gd name="connsiteY3" fmla="*/ 12205 h 519589"/>
                      <a:gd name="connsiteX4" fmla="*/ 878769 w 879640"/>
                      <a:gd name="connsiteY4" fmla="*/ 0 h 519589"/>
                      <a:gd name="connsiteX5" fmla="*/ 878769 w 879640"/>
                      <a:gd name="connsiteY5" fmla="*/ 0 h 5195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879640" h="519589">
                        <a:moveTo>
                          <a:pt x="878769" y="0"/>
                        </a:moveTo>
                        <a:lnTo>
                          <a:pt x="0" y="507384"/>
                        </a:lnTo>
                        <a:cubicBezTo>
                          <a:pt x="436" y="511307"/>
                          <a:pt x="872" y="515666"/>
                          <a:pt x="872" y="519589"/>
                        </a:cubicBezTo>
                        <a:lnTo>
                          <a:pt x="879641" y="12205"/>
                        </a:lnTo>
                        <a:cubicBezTo>
                          <a:pt x="879641" y="8282"/>
                          <a:pt x="879641" y="3923"/>
                          <a:pt x="878769" y="0"/>
                        </a:cubicBezTo>
                        <a:lnTo>
                          <a:pt x="878769" y="0"/>
                        </a:lnTo>
                        <a:close/>
                      </a:path>
                    </a:pathLst>
                  </a:custGeom>
                  <a:solidFill>
                    <a:srgbClr val="BFC7ED"/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PPOSans R"/>
                      <a:ea typeface="OPPOSans R"/>
                      <a:cs typeface="+mn-cs"/>
                    </a:endParaRPr>
                  </a:p>
                </p:txBody>
              </p:sp>
            </p:grpSp>
            <p:grpSp>
              <p:nvGrpSpPr>
                <p:cNvPr id="215" name="图形 37"/>
                <p:cNvGrpSpPr/>
                <p:nvPr/>
              </p:nvGrpSpPr>
              <p:grpSpPr>
                <a:xfrm>
                  <a:off x="9102468" y="5205027"/>
                  <a:ext cx="262410" cy="61897"/>
                  <a:chOff x="9102468" y="5205027"/>
                  <a:chExt cx="262410" cy="61897"/>
                </a:xfrm>
                <a:solidFill>
                  <a:srgbClr val="98A4E0"/>
                </a:solidFill>
              </p:grpSpPr>
              <p:sp>
                <p:nvSpPr>
                  <p:cNvPr id="216" name="任意多边形: 形状 147"/>
                  <p:cNvSpPr/>
                  <p:nvPr>
                    <p:custDataLst>
                      <p:tags r:id="rId212"/>
                    </p:custDataLst>
                  </p:nvPr>
                </p:nvSpPr>
                <p:spPr>
                  <a:xfrm>
                    <a:off x="9102904" y="5205462"/>
                    <a:ext cx="261974" cy="61461"/>
                  </a:xfrm>
                  <a:custGeom>
                    <a:avLst/>
                    <a:gdLst>
                      <a:gd name="connsiteX0" fmla="*/ 11769 w 261974"/>
                      <a:gd name="connsiteY0" fmla="*/ 32257 h 61461"/>
                      <a:gd name="connsiteX1" fmla="*/ 21795 w 261974"/>
                      <a:gd name="connsiteY1" fmla="*/ 37487 h 61461"/>
                      <a:gd name="connsiteX2" fmla="*/ 33564 w 261974"/>
                      <a:gd name="connsiteY2" fmla="*/ 43154 h 61461"/>
                      <a:gd name="connsiteX3" fmla="*/ 55795 w 261974"/>
                      <a:gd name="connsiteY3" fmla="*/ 51000 h 61461"/>
                      <a:gd name="connsiteX4" fmla="*/ 68436 w 261974"/>
                      <a:gd name="connsiteY4" fmla="*/ 54487 h 61461"/>
                      <a:gd name="connsiteX5" fmla="*/ 130769 w 261974"/>
                      <a:gd name="connsiteY5" fmla="*/ 61462 h 61461"/>
                      <a:gd name="connsiteX6" fmla="*/ 192667 w 261974"/>
                      <a:gd name="connsiteY6" fmla="*/ 54487 h 61461"/>
                      <a:gd name="connsiteX7" fmla="*/ 204872 w 261974"/>
                      <a:gd name="connsiteY7" fmla="*/ 51436 h 61461"/>
                      <a:gd name="connsiteX8" fmla="*/ 227538 w 261974"/>
                      <a:gd name="connsiteY8" fmla="*/ 43590 h 61461"/>
                      <a:gd name="connsiteX9" fmla="*/ 250205 w 261974"/>
                      <a:gd name="connsiteY9" fmla="*/ 32692 h 61461"/>
                      <a:gd name="connsiteX10" fmla="*/ 261974 w 261974"/>
                      <a:gd name="connsiteY10" fmla="*/ 0 h 61461"/>
                      <a:gd name="connsiteX11" fmla="*/ 0 w 261974"/>
                      <a:gd name="connsiteY11" fmla="*/ 0 h 61461"/>
                      <a:gd name="connsiteX12" fmla="*/ 12205 w 261974"/>
                      <a:gd name="connsiteY12" fmla="*/ 32692 h 6146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261974" h="61461">
                        <a:moveTo>
                          <a:pt x="11769" y="32257"/>
                        </a:moveTo>
                        <a:cubicBezTo>
                          <a:pt x="14821" y="34000"/>
                          <a:pt x="18744" y="36180"/>
                          <a:pt x="21795" y="37487"/>
                        </a:cubicBezTo>
                        <a:cubicBezTo>
                          <a:pt x="25282" y="39231"/>
                          <a:pt x="30077" y="41410"/>
                          <a:pt x="33564" y="43154"/>
                        </a:cubicBezTo>
                        <a:cubicBezTo>
                          <a:pt x="40103" y="45769"/>
                          <a:pt x="49256" y="48821"/>
                          <a:pt x="55795" y="51000"/>
                        </a:cubicBezTo>
                        <a:cubicBezTo>
                          <a:pt x="59282" y="52308"/>
                          <a:pt x="64513" y="53179"/>
                          <a:pt x="68436" y="54487"/>
                        </a:cubicBezTo>
                        <a:cubicBezTo>
                          <a:pt x="77154" y="56667"/>
                          <a:pt x="100256" y="61462"/>
                          <a:pt x="130769" y="61462"/>
                        </a:cubicBezTo>
                        <a:cubicBezTo>
                          <a:pt x="160846" y="61462"/>
                          <a:pt x="183949" y="56667"/>
                          <a:pt x="192667" y="54487"/>
                        </a:cubicBezTo>
                        <a:cubicBezTo>
                          <a:pt x="196154" y="53615"/>
                          <a:pt x="201385" y="52308"/>
                          <a:pt x="204872" y="51436"/>
                        </a:cubicBezTo>
                        <a:cubicBezTo>
                          <a:pt x="211846" y="49257"/>
                          <a:pt x="220564" y="46205"/>
                          <a:pt x="227538" y="43590"/>
                        </a:cubicBezTo>
                        <a:cubicBezTo>
                          <a:pt x="227538" y="43590"/>
                          <a:pt x="237564" y="39667"/>
                          <a:pt x="250205" y="32692"/>
                        </a:cubicBezTo>
                        <a:cubicBezTo>
                          <a:pt x="257179" y="28769"/>
                          <a:pt x="261974" y="16564"/>
                          <a:pt x="261974" y="0"/>
                        </a:cubicBezTo>
                        <a:cubicBezTo>
                          <a:pt x="189615" y="41846"/>
                          <a:pt x="71923" y="41846"/>
                          <a:pt x="0" y="0"/>
                        </a:cubicBezTo>
                        <a:cubicBezTo>
                          <a:pt x="0" y="16564"/>
                          <a:pt x="4795" y="28769"/>
                          <a:pt x="12205" y="32692"/>
                        </a:cubicBezTo>
                        <a:close/>
                      </a:path>
                    </a:pathLst>
                  </a:custGeom>
                  <a:solidFill>
                    <a:srgbClr val="98A4E0"/>
                  </a:solidFill>
                  <a:ln w="43489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PPOSans R"/>
                      <a:ea typeface="OPPOSans R"/>
                      <a:cs typeface="+mn-cs"/>
                    </a:endParaRPr>
                  </a:p>
                </p:txBody>
              </p:sp>
              <p:sp>
                <p:nvSpPr>
                  <p:cNvPr id="217" name="任意多边形: 形状 148"/>
                  <p:cNvSpPr/>
                  <p:nvPr>
                    <p:custDataLst>
                      <p:tags r:id="rId213"/>
                    </p:custDataLst>
                  </p:nvPr>
                </p:nvSpPr>
                <p:spPr>
                  <a:xfrm>
                    <a:off x="9102468" y="5205027"/>
                    <a:ext cx="261974" cy="61843"/>
                  </a:xfrm>
                  <a:custGeom>
                    <a:avLst/>
                    <a:gdLst>
                      <a:gd name="connsiteX0" fmla="*/ 12205 w 261974"/>
                      <a:gd name="connsiteY0" fmla="*/ 32692 h 61843"/>
                      <a:gd name="connsiteX1" fmla="*/ 250205 w 261974"/>
                      <a:gd name="connsiteY1" fmla="*/ 32692 h 61843"/>
                      <a:gd name="connsiteX2" fmla="*/ 261974 w 261974"/>
                      <a:gd name="connsiteY2" fmla="*/ 0 h 61843"/>
                      <a:gd name="connsiteX3" fmla="*/ 0 w 261974"/>
                      <a:gd name="connsiteY3" fmla="*/ 0 h 61843"/>
                      <a:gd name="connsiteX4" fmla="*/ 12205 w 261974"/>
                      <a:gd name="connsiteY4" fmla="*/ 32692 h 61843"/>
                      <a:gd name="connsiteX5" fmla="*/ 12205 w 261974"/>
                      <a:gd name="connsiteY5" fmla="*/ 32692 h 6184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261974" h="61843">
                        <a:moveTo>
                          <a:pt x="12205" y="32692"/>
                        </a:moveTo>
                        <a:cubicBezTo>
                          <a:pt x="96333" y="78026"/>
                          <a:pt x="194410" y="64513"/>
                          <a:pt x="250205" y="32692"/>
                        </a:cubicBezTo>
                        <a:cubicBezTo>
                          <a:pt x="257179" y="28769"/>
                          <a:pt x="261974" y="16564"/>
                          <a:pt x="261974" y="0"/>
                        </a:cubicBezTo>
                        <a:cubicBezTo>
                          <a:pt x="189615" y="41846"/>
                          <a:pt x="71923" y="41846"/>
                          <a:pt x="0" y="0"/>
                        </a:cubicBezTo>
                        <a:cubicBezTo>
                          <a:pt x="0" y="16564"/>
                          <a:pt x="4795" y="28769"/>
                          <a:pt x="12205" y="32692"/>
                        </a:cubicBezTo>
                        <a:lnTo>
                          <a:pt x="12205" y="32692"/>
                        </a:lnTo>
                        <a:close/>
                      </a:path>
                    </a:pathLst>
                  </a:custGeom>
                  <a:solidFill>
                    <a:srgbClr val="98A4E0"/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PPOSans R"/>
                      <a:ea typeface="OPPOSans R"/>
                      <a:cs typeface="+mn-cs"/>
                    </a:endParaRPr>
                  </a:p>
                </p:txBody>
              </p:sp>
            </p:grpSp>
            <p:sp>
              <p:nvSpPr>
                <p:cNvPr id="218" name="任意多边形: 形状 149"/>
                <p:cNvSpPr/>
                <p:nvPr>
                  <p:custDataLst>
                    <p:tags r:id="rId214"/>
                  </p:custDataLst>
                </p:nvPr>
              </p:nvSpPr>
              <p:spPr>
                <a:xfrm>
                  <a:off x="9102468" y="5193257"/>
                  <a:ext cx="261974" cy="43153"/>
                </a:xfrm>
                <a:custGeom>
                  <a:avLst/>
                  <a:gdLst>
                    <a:gd name="connsiteX0" fmla="*/ 0 w 261974"/>
                    <a:gd name="connsiteY0" fmla="*/ 0 h 43153"/>
                    <a:gd name="connsiteX1" fmla="*/ 0 w 261974"/>
                    <a:gd name="connsiteY1" fmla="*/ 11769 h 43153"/>
                    <a:gd name="connsiteX2" fmla="*/ 261974 w 261974"/>
                    <a:gd name="connsiteY2" fmla="*/ 11769 h 43153"/>
                    <a:gd name="connsiteX3" fmla="*/ 261974 w 261974"/>
                    <a:gd name="connsiteY3" fmla="*/ 0 h 43153"/>
                    <a:gd name="connsiteX4" fmla="*/ 0 w 261974"/>
                    <a:gd name="connsiteY4" fmla="*/ 0 h 43153"/>
                    <a:gd name="connsiteX5" fmla="*/ 0 w 261974"/>
                    <a:gd name="connsiteY5" fmla="*/ 0 h 431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61974" h="43153">
                      <a:moveTo>
                        <a:pt x="0" y="0"/>
                      </a:moveTo>
                      <a:lnTo>
                        <a:pt x="0" y="11769"/>
                      </a:lnTo>
                      <a:cubicBezTo>
                        <a:pt x="71923" y="53615"/>
                        <a:pt x="189615" y="53615"/>
                        <a:pt x="261974" y="11769"/>
                      </a:cubicBezTo>
                      <a:lnTo>
                        <a:pt x="261974" y="0"/>
                      </a:lnTo>
                      <a:cubicBezTo>
                        <a:pt x="189615" y="41846"/>
                        <a:pt x="71923" y="41846"/>
                        <a:pt x="0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BFC7ED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  <p:grpSp>
              <p:nvGrpSpPr>
                <p:cNvPr id="219" name="图形 37"/>
                <p:cNvGrpSpPr/>
                <p:nvPr/>
              </p:nvGrpSpPr>
              <p:grpSpPr>
                <a:xfrm>
                  <a:off x="9102468" y="5118719"/>
                  <a:ext cx="261974" cy="105922"/>
                  <a:chOff x="9102468" y="5118719"/>
                  <a:chExt cx="261974" cy="105922"/>
                </a:xfrm>
              </p:grpSpPr>
              <p:sp>
                <p:nvSpPr>
                  <p:cNvPr id="220" name="任意多边形: 形状 151"/>
                  <p:cNvSpPr/>
                  <p:nvPr>
                    <p:custDataLst>
                      <p:tags r:id="rId215"/>
                    </p:custDataLst>
                  </p:nvPr>
                </p:nvSpPr>
                <p:spPr>
                  <a:xfrm>
                    <a:off x="9103340" y="5131796"/>
                    <a:ext cx="260230" cy="79987"/>
                  </a:xfrm>
                  <a:custGeom>
                    <a:avLst/>
                    <a:gdLst>
                      <a:gd name="connsiteX0" fmla="*/ 0 w 260230"/>
                      <a:gd name="connsiteY0" fmla="*/ 49256 h 79987"/>
                      <a:gd name="connsiteX1" fmla="*/ 24846 w 260230"/>
                      <a:gd name="connsiteY1" fmla="*/ 0 h 79987"/>
                      <a:gd name="connsiteX2" fmla="*/ 235384 w 260230"/>
                      <a:gd name="connsiteY2" fmla="*/ 0 h 79987"/>
                      <a:gd name="connsiteX3" fmla="*/ 260230 w 260230"/>
                      <a:gd name="connsiteY3" fmla="*/ 49256 h 79987"/>
                      <a:gd name="connsiteX4" fmla="*/ 0 w 260230"/>
                      <a:gd name="connsiteY4" fmla="*/ 49256 h 7998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60230" h="79987">
                        <a:moveTo>
                          <a:pt x="0" y="49256"/>
                        </a:moveTo>
                        <a:cubicBezTo>
                          <a:pt x="3051" y="27461"/>
                          <a:pt x="12641" y="6974"/>
                          <a:pt x="24846" y="0"/>
                        </a:cubicBezTo>
                        <a:cubicBezTo>
                          <a:pt x="82385" y="33564"/>
                          <a:pt x="177410" y="33564"/>
                          <a:pt x="235384" y="0"/>
                        </a:cubicBezTo>
                        <a:cubicBezTo>
                          <a:pt x="247154" y="6974"/>
                          <a:pt x="257179" y="27461"/>
                          <a:pt x="260230" y="49256"/>
                        </a:cubicBezTo>
                        <a:cubicBezTo>
                          <a:pt x="188308" y="90231"/>
                          <a:pt x="71487" y="90231"/>
                          <a:pt x="0" y="49256"/>
                        </a:cubicBezTo>
                        <a:close/>
                      </a:path>
                    </a:pathLst>
                  </a:custGeom>
                  <a:solidFill>
                    <a:srgbClr val="F4F5FA"/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PPOSans R"/>
                      <a:ea typeface="OPPOSans R"/>
                      <a:cs typeface="+mn-cs"/>
                    </a:endParaRPr>
                  </a:p>
                </p:txBody>
              </p:sp>
              <p:sp>
                <p:nvSpPr>
                  <p:cNvPr id="221" name="任意多边形: 形状 152"/>
                  <p:cNvSpPr/>
                  <p:nvPr>
                    <p:custDataLst>
                      <p:tags r:id="rId216"/>
                    </p:custDataLst>
                  </p:nvPr>
                </p:nvSpPr>
                <p:spPr>
                  <a:xfrm>
                    <a:off x="9102468" y="5180616"/>
                    <a:ext cx="261974" cy="44025"/>
                  </a:xfrm>
                  <a:custGeom>
                    <a:avLst/>
                    <a:gdLst>
                      <a:gd name="connsiteX0" fmla="*/ 261102 w 261974"/>
                      <a:gd name="connsiteY0" fmla="*/ 436 h 44025"/>
                      <a:gd name="connsiteX1" fmla="*/ 261974 w 261974"/>
                      <a:gd name="connsiteY1" fmla="*/ 12641 h 44025"/>
                      <a:gd name="connsiteX2" fmla="*/ 0 w 261974"/>
                      <a:gd name="connsiteY2" fmla="*/ 12641 h 44025"/>
                      <a:gd name="connsiteX3" fmla="*/ 872 w 261974"/>
                      <a:gd name="connsiteY3" fmla="*/ 0 h 44025"/>
                      <a:gd name="connsiteX4" fmla="*/ 261102 w 261974"/>
                      <a:gd name="connsiteY4" fmla="*/ 0 h 440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61974" h="44025">
                        <a:moveTo>
                          <a:pt x="261102" y="436"/>
                        </a:moveTo>
                        <a:cubicBezTo>
                          <a:pt x="261538" y="4359"/>
                          <a:pt x="261974" y="8718"/>
                          <a:pt x="261974" y="12641"/>
                        </a:cubicBezTo>
                        <a:cubicBezTo>
                          <a:pt x="189615" y="54487"/>
                          <a:pt x="71923" y="54487"/>
                          <a:pt x="0" y="12641"/>
                        </a:cubicBezTo>
                        <a:cubicBezTo>
                          <a:pt x="0" y="8718"/>
                          <a:pt x="0" y="4359"/>
                          <a:pt x="872" y="0"/>
                        </a:cubicBezTo>
                        <a:cubicBezTo>
                          <a:pt x="72359" y="40974"/>
                          <a:pt x="189179" y="40974"/>
                          <a:pt x="261102" y="0"/>
                        </a:cubicBezTo>
                        <a:close/>
                      </a:path>
                    </a:pathLst>
                  </a:custGeom>
                  <a:solidFill>
                    <a:srgbClr val="BFC7ED"/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PPOSans R"/>
                      <a:ea typeface="OPPOSans R"/>
                      <a:cs typeface="+mn-cs"/>
                    </a:endParaRPr>
                  </a:p>
                </p:txBody>
              </p:sp>
              <p:sp>
                <p:nvSpPr>
                  <p:cNvPr id="222" name="任意多边形: 形状 153"/>
                  <p:cNvSpPr/>
                  <p:nvPr>
                    <p:custDataLst>
                      <p:tags r:id="rId217"/>
                    </p:custDataLst>
                  </p:nvPr>
                </p:nvSpPr>
                <p:spPr>
                  <a:xfrm>
                    <a:off x="9102468" y="5118719"/>
                    <a:ext cx="261974" cy="62333"/>
                  </a:xfrm>
                  <a:custGeom>
                    <a:avLst/>
                    <a:gdLst>
                      <a:gd name="connsiteX0" fmla="*/ 236256 w 261974"/>
                      <a:gd name="connsiteY0" fmla="*/ 13077 h 62333"/>
                      <a:gd name="connsiteX1" fmla="*/ 25718 w 261974"/>
                      <a:gd name="connsiteY1" fmla="*/ 13077 h 62333"/>
                      <a:gd name="connsiteX2" fmla="*/ 872 w 261974"/>
                      <a:gd name="connsiteY2" fmla="*/ 62333 h 62333"/>
                      <a:gd name="connsiteX3" fmla="*/ 0 w 261974"/>
                      <a:gd name="connsiteY3" fmla="*/ 61897 h 62333"/>
                      <a:gd name="connsiteX4" fmla="*/ 25718 w 261974"/>
                      <a:gd name="connsiteY4" fmla="*/ 0 h 62333"/>
                      <a:gd name="connsiteX5" fmla="*/ 236256 w 261974"/>
                      <a:gd name="connsiteY5" fmla="*/ 0 h 62333"/>
                      <a:gd name="connsiteX6" fmla="*/ 261974 w 261974"/>
                      <a:gd name="connsiteY6" fmla="*/ 61897 h 62333"/>
                      <a:gd name="connsiteX7" fmla="*/ 261102 w 261974"/>
                      <a:gd name="connsiteY7" fmla="*/ 62333 h 62333"/>
                      <a:gd name="connsiteX8" fmla="*/ 236256 w 261974"/>
                      <a:gd name="connsiteY8" fmla="*/ 13077 h 6233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261974" h="62333">
                        <a:moveTo>
                          <a:pt x="236256" y="13077"/>
                        </a:moveTo>
                        <a:cubicBezTo>
                          <a:pt x="178282" y="46641"/>
                          <a:pt x="83256" y="46641"/>
                          <a:pt x="25718" y="13077"/>
                        </a:cubicBezTo>
                        <a:cubicBezTo>
                          <a:pt x="13949" y="20051"/>
                          <a:pt x="3923" y="40538"/>
                          <a:pt x="872" y="62333"/>
                        </a:cubicBezTo>
                        <a:cubicBezTo>
                          <a:pt x="872" y="62333"/>
                          <a:pt x="436" y="62333"/>
                          <a:pt x="0" y="61897"/>
                        </a:cubicBezTo>
                        <a:cubicBezTo>
                          <a:pt x="0" y="36180"/>
                          <a:pt x="11333" y="8282"/>
                          <a:pt x="25718" y="0"/>
                        </a:cubicBezTo>
                        <a:cubicBezTo>
                          <a:pt x="83256" y="33564"/>
                          <a:pt x="178282" y="33564"/>
                          <a:pt x="236256" y="0"/>
                        </a:cubicBezTo>
                        <a:cubicBezTo>
                          <a:pt x="250205" y="8282"/>
                          <a:pt x="261974" y="35744"/>
                          <a:pt x="261974" y="61897"/>
                        </a:cubicBezTo>
                        <a:cubicBezTo>
                          <a:pt x="261974" y="61897"/>
                          <a:pt x="261538" y="61897"/>
                          <a:pt x="261102" y="62333"/>
                        </a:cubicBezTo>
                        <a:cubicBezTo>
                          <a:pt x="258051" y="40538"/>
                          <a:pt x="248025" y="20051"/>
                          <a:pt x="236256" y="13077"/>
                        </a:cubicBezTo>
                        <a:close/>
                      </a:path>
                    </a:pathLst>
                  </a:custGeom>
                  <a:solidFill>
                    <a:srgbClr val="F4F5FA"/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PPOSans R"/>
                      <a:ea typeface="OPPOSans R"/>
                      <a:cs typeface="+mn-cs"/>
                    </a:endParaRPr>
                  </a:p>
                </p:txBody>
              </p:sp>
            </p:grpSp>
            <p:grpSp>
              <p:nvGrpSpPr>
                <p:cNvPr id="223" name="图形 37"/>
                <p:cNvGrpSpPr/>
                <p:nvPr/>
              </p:nvGrpSpPr>
              <p:grpSpPr>
                <a:xfrm>
                  <a:off x="7012885" y="3272804"/>
                  <a:ext cx="3248524" cy="1883728"/>
                  <a:chOff x="7012885" y="3272804"/>
                  <a:chExt cx="3248524" cy="1883728"/>
                </a:xfrm>
              </p:grpSpPr>
              <p:sp>
                <p:nvSpPr>
                  <p:cNvPr id="224" name="任意多边形: 形状 155"/>
                  <p:cNvSpPr/>
                  <p:nvPr>
                    <p:custDataLst>
                      <p:tags r:id="rId218"/>
                    </p:custDataLst>
                  </p:nvPr>
                </p:nvSpPr>
                <p:spPr>
                  <a:xfrm>
                    <a:off x="7012885" y="3272804"/>
                    <a:ext cx="1160685" cy="670736"/>
                  </a:xfrm>
                  <a:custGeom>
                    <a:avLst/>
                    <a:gdLst>
                      <a:gd name="connsiteX0" fmla="*/ 43045 w 1160685"/>
                      <a:gd name="connsiteY0" fmla="*/ 654608 h 670736"/>
                      <a:gd name="connsiteX1" fmla="*/ 43917 w 1160685"/>
                      <a:gd name="connsiteY1" fmla="*/ 532557 h 670736"/>
                      <a:gd name="connsiteX2" fmla="*/ 922686 w 1160685"/>
                      <a:gd name="connsiteY2" fmla="*/ 25173 h 670736"/>
                      <a:gd name="connsiteX3" fmla="*/ 1133224 w 1160685"/>
                      <a:gd name="connsiteY3" fmla="*/ 25173 h 670736"/>
                      <a:gd name="connsiteX4" fmla="*/ 1160686 w 1160685"/>
                      <a:gd name="connsiteY4" fmla="*/ 41301 h 670736"/>
                      <a:gd name="connsiteX5" fmla="*/ 70507 w 1160685"/>
                      <a:gd name="connsiteY5" fmla="*/ 670736 h 670736"/>
                      <a:gd name="connsiteX6" fmla="*/ 43045 w 1160685"/>
                      <a:gd name="connsiteY6" fmla="*/ 654608 h 67073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160685" h="670736">
                        <a:moveTo>
                          <a:pt x="43045" y="654608"/>
                        </a:moveTo>
                        <a:cubicBezTo>
                          <a:pt x="-14493" y="621044"/>
                          <a:pt x="-14493" y="566121"/>
                          <a:pt x="43917" y="532557"/>
                        </a:cubicBezTo>
                        <a:cubicBezTo>
                          <a:pt x="336840" y="363429"/>
                          <a:pt x="629763" y="194301"/>
                          <a:pt x="922686" y="25173"/>
                        </a:cubicBezTo>
                        <a:cubicBezTo>
                          <a:pt x="980660" y="-8391"/>
                          <a:pt x="1075686" y="-8391"/>
                          <a:pt x="1133224" y="25173"/>
                        </a:cubicBezTo>
                        <a:cubicBezTo>
                          <a:pt x="1142378" y="30404"/>
                          <a:pt x="1151532" y="35635"/>
                          <a:pt x="1160686" y="41301"/>
                        </a:cubicBezTo>
                        <a:lnTo>
                          <a:pt x="70507" y="670736"/>
                        </a:lnTo>
                        <a:cubicBezTo>
                          <a:pt x="61353" y="665506"/>
                          <a:pt x="52199" y="660275"/>
                          <a:pt x="43045" y="654608"/>
                        </a:cubicBezTo>
                        <a:close/>
                      </a:path>
                    </a:pathLst>
                  </a:custGeom>
                  <a:solidFill>
                    <a:srgbClr val="F4F5FA"/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PPOSans R"/>
                      <a:ea typeface="OPPOSans R"/>
                      <a:cs typeface="+mn-cs"/>
                    </a:endParaRPr>
                  </a:p>
                </p:txBody>
              </p:sp>
              <p:sp>
                <p:nvSpPr>
                  <p:cNvPr id="225" name="任意多边形: 形状 156"/>
                  <p:cNvSpPr/>
                  <p:nvPr>
                    <p:custDataLst>
                      <p:tags r:id="rId219"/>
                    </p:custDataLst>
                  </p:nvPr>
                </p:nvSpPr>
                <p:spPr>
                  <a:xfrm>
                    <a:off x="7083392" y="3313670"/>
                    <a:ext cx="3178017" cy="1842863"/>
                  </a:xfrm>
                  <a:custGeom>
                    <a:avLst/>
                    <a:gdLst>
                      <a:gd name="connsiteX0" fmla="*/ 1090179 w 3178017"/>
                      <a:gd name="connsiteY0" fmla="*/ 0 h 1842863"/>
                      <a:gd name="connsiteX1" fmla="*/ 3134972 w 3178017"/>
                      <a:gd name="connsiteY1" fmla="*/ 1188255 h 1842863"/>
                      <a:gd name="connsiteX2" fmla="*/ 3134100 w 3178017"/>
                      <a:gd name="connsiteY2" fmla="*/ 1310307 h 1842863"/>
                      <a:gd name="connsiteX3" fmla="*/ 2255332 w 3178017"/>
                      <a:gd name="connsiteY3" fmla="*/ 1817691 h 1842863"/>
                      <a:gd name="connsiteX4" fmla="*/ 2044793 w 3178017"/>
                      <a:gd name="connsiteY4" fmla="*/ 1817691 h 1842863"/>
                      <a:gd name="connsiteX5" fmla="*/ 0 w 3178017"/>
                      <a:gd name="connsiteY5" fmla="*/ 629435 h 1842863"/>
                      <a:gd name="connsiteX6" fmla="*/ 1090179 w 3178017"/>
                      <a:gd name="connsiteY6" fmla="*/ 0 h 184286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3178017" h="1842863">
                        <a:moveTo>
                          <a:pt x="1090179" y="0"/>
                        </a:moveTo>
                        <a:cubicBezTo>
                          <a:pt x="1771922" y="396230"/>
                          <a:pt x="2453665" y="792461"/>
                          <a:pt x="3134972" y="1188255"/>
                        </a:cubicBezTo>
                        <a:cubicBezTo>
                          <a:pt x="3192511" y="1221819"/>
                          <a:pt x="3192511" y="1276743"/>
                          <a:pt x="3134100" y="1310307"/>
                        </a:cubicBezTo>
                        <a:cubicBezTo>
                          <a:pt x="2841177" y="1479434"/>
                          <a:pt x="2548255" y="1648563"/>
                          <a:pt x="2255332" y="1817691"/>
                        </a:cubicBezTo>
                        <a:cubicBezTo>
                          <a:pt x="2197357" y="1851255"/>
                          <a:pt x="2102332" y="1851255"/>
                          <a:pt x="2044793" y="1817691"/>
                        </a:cubicBezTo>
                        <a:cubicBezTo>
                          <a:pt x="1363050" y="1421460"/>
                          <a:pt x="681307" y="1025666"/>
                          <a:pt x="0" y="629435"/>
                        </a:cubicBezTo>
                        <a:lnTo>
                          <a:pt x="1090179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81000">
                        <a:schemeClr val="accent1"/>
                      </a:gs>
                    </a:gsLst>
                    <a:lin ang="12661094" scaled="1"/>
                  </a:gradFill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PPOSans R"/>
                      <a:ea typeface="OPPOSans R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226" name="图形 37"/>
              <p:cNvGrpSpPr/>
              <p:nvPr/>
            </p:nvGrpSpPr>
            <p:grpSpPr>
              <a:xfrm>
                <a:off x="7030213" y="3931772"/>
                <a:ext cx="2092742" cy="1261485"/>
                <a:chOff x="7030213" y="3931772"/>
                <a:chExt cx="2092742" cy="1261485"/>
              </a:xfrm>
            </p:grpSpPr>
            <p:sp>
              <p:nvSpPr>
                <p:cNvPr id="227" name="任意多边形: 形状 158"/>
                <p:cNvSpPr/>
                <p:nvPr>
                  <p:custDataLst>
                    <p:tags r:id="rId220"/>
                  </p:custDataLst>
                </p:nvPr>
              </p:nvSpPr>
              <p:spPr>
                <a:xfrm>
                  <a:off x="7030213" y="3931772"/>
                  <a:ext cx="2092742" cy="1248844"/>
                </a:xfrm>
                <a:custGeom>
                  <a:avLst/>
                  <a:gdLst>
                    <a:gd name="connsiteX0" fmla="*/ 20487 w 2092742"/>
                    <a:gd name="connsiteY0" fmla="*/ 0 h 1248844"/>
                    <a:gd name="connsiteX1" fmla="*/ 2092742 w 2092742"/>
                    <a:gd name="connsiteY1" fmla="*/ 1204383 h 1248844"/>
                    <a:gd name="connsiteX2" fmla="*/ 2072255 w 2092742"/>
                    <a:gd name="connsiteY2" fmla="*/ 1248845 h 1248844"/>
                    <a:gd name="connsiteX3" fmla="*/ 0 w 2092742"/>
                    <a:gd name="connsiteY3" fmla="*/ 52308 h 1248844"/>
                    <a:gd name="connsiteX4" fmla="*/ 20487 w 2092742"/>
                    <a:gd name="connsiteY4" fmla="*/ 0 h 12488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092742" h="1248844">
                      <a:moveTo>
                        <a:pt x="20487" y="0"/>
                      </a:moveTo>
                      <a:lnTo>
                        <a:pt x="2092742" y="1204383"/>
                      </a:lnTo>
                      <a:cubicBezTo>
                        <a:pt x="2083588" y="1213537"/>
                        <a:pt x="2074434" y="1230537"/>
                        <a:pt x="2072255" y="1248845"/>
                      </a:cubicBezTo>
                      <a:lnTo>
                        <a:pt x="0" y="52308"/>
                      </a:lnTo>
                      <a:cubicBezTo>
                        <a:pt x="872" y="31820"/>
                        <a:pt x="9590" y="10897"/>
                        <a:pt x="20487" y="0"/>
                      </a:cubicBezTo>
                      <a:close/>
                    </a:path>
                  </a:pathLst>
                </a:custGeom>
                <a:solidFill>
                  <a:srgbClr val="F4F5FA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  <p:sp>
              <p:nvSpPr>
                <p:cNvPr id="228" name="任意多边形: 形状 159"/>
                <p:cNvSpPr/>
                <p:nvPr>
                  <p:custDataLst>
                    <p:tags r:id="rId221"/>
                  </p:custDataLst>
                </p:nvPr>
              </p:nvSpPr>
              <p:spPr>
                <a:xfrm>
                  <a:off x="7030213" y="3984079"/>
                  <a:ext cx="2073126" cy="1209178"/>
                </a:xfrm>
                <a:custGeom>
                  <a:avLst/>
                  <a:gdLst>
                    <a:gd name="connsiteX0" fmla="*/ 2073127 w 2073126"/>
                    <a:gd name="connsiteY0" fmla="*/ 1196973 h 1209178"/>
                    <a:gd name="connsiteX1" fmla="*/ 2072255 w 2073126"/>
                    <a:gd name="connsiteY1" fmla="*/ 1209178 h 1209178"/>
                    <a:gd name="connsiteX2" fmla="*/ 0 w 2073126"/>
                    <a:gd name="connsiteY2" fmla="*/ 4795 h 1209178"/>
                    <a:gd name="connsiteX3" fmla="*/ 0 w 2073126"/>
                    <a:gd name="connsiteY3" fmla="*/ 0 h 1209178"/>
                    <a:gd name="connsiteX4" fmla="*/ 2073127 w 2073126"/>
                    <a:gd name="connsiteY4" fmla="*/ 1196973 h 12091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073126" h="1209178">
                      <a:moveTo>
                        <a:pt x="2073127" y="1196973"/>
                      </a:moveTo>
                      <a:cubicBezTo>
                        <a:pt x="2072691" y="1200896"/>
                        <a:pt x="2072255" y="1205255"/>
                        <a:pt x="2072255" y="1209178"/>
                      </a:cubicBezTo>
                      <a:lnTo>
                        <a:pt x="0" y="4795"/>
                      </a:lnTo>
                      <a:cubicBezTo>
                        <a:pt x="0" y="4795"/>
                        <a:pt x="0" y="1308"/>
                        <a:pt x="0" y="0"/>
                      </a:cubicBezTo>
                      <a:lnTo>
                        <a:pt x="2073127" y="1196973"/>
                      </a:lnTo>
                      <a:close/>
                    </a:path>
                  </a:pathLst>
                </a:custGeom>
                <a:solidFill>
                  <a:srgbClr val="BFC7ED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</p:grpSp>
          <p:sp>
            <p:nvSpPr>
              <p:cNvPr id="229" name="任意多边形: 形状 160"/>
              <p:cNvSpPr/>
              <p:nvPr>
                <p:custDataLst>
                  <p:tags r:id="rId222"/>
                </p:custDataLst>
              </p:nvPr>
            </p:nvSpPr>
            <p:spPr>
              <a:xfrm>
                <a:off x="6976598" y="3802950"/>
                <a:ext cx="80205" cy="186359"/>
              </a:xfrm>
              <a:custGeom>
                <a:avLst/>
                <a:gdLst>
                  <a:gd name="connsiteX0" fmla="*/ 66256 w 80205"/>
                  <a:gd name="connsiteY0" fmla="*/ 1539 h 186359"/>
                  <a:gd name="connsiteX1" fmla="*/ 0 w 80205"/>
                  <a:gd name="connsiteY1" fmla="*/ 110949 h 186359"/>
                  <a:gd name="connsiteX2" fmla="*/ 53615 w 80205"/>
                  <a:gd name="connsiteY2" fmla="*/ 186360 h 186359"/>
                  <a:gd name="connsiteX3" fmla="*/ 79333 w 80205"/>
                  <a:gd name="connsiteY3" fmla="*/ 124462 h 186359"/>
                  <a:gd name="connsiteX4" fmla="*/ 80205 w 80205"/>
                  <a:gd name="connsiteY4" fmla="*/ 2411 h 186359"/>
                  <a:gd name="connsiteX5" fmla="*/ 66692 w 80205"/>
                  <a:gd name="connsiteY5" fmla="*/ 1539 h 186359"/>
                  <a:gd name="connsiteX6" fmla="*/ 66692 w 80205"/>
                  <a:gd name="connsiteY6" fmla="*/ 1539 h 1863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0205" h="186359">
                    <a:moveTo>
                      <a:pt x="66256" y="1539"/>
                    </a:moveTo>
                    <a:cubicBezTo>
                      <a:pt x="50128" y="11565"/>
                      <a:pt x="436" y="42514"/>
                      <a:pt x="0" y="110949"/>
                    </a:cubicBezTo>
                    <a:cubicBezTo>
                      <a:pt x="0" y="138411"/>
                      <a:pt x="17872" y="165437"/>
                      <a:pt x="53615" y="186360"/>
                    </a:cubicBezTo>
                    <a:cubicBezTo>
                      <a:pt x="54051" y="161949"/>
                      <a:pt x="64949" y="132744"/>
                      <a:pt x="79333" y="124462"/>
                    </a:cubicBezTo>
                    <a:cubicBezTo>
                      <a:pt x="21795" y="90898"/>
                      <a:pt x="21795" y="35975"/>
                      <a:pt x="80205" y="2411"/>
                    </a:cubicBezTo>
                    <a:cubicBezTo>
                      <a:pt x="75410" y="-640"/>
                      <a:pt x="70615" y="-640"/>
                      <a:pt x="66692" y="1539"/>
                    </a:cubicBezTo>
                    <a:lnTo>
                      <a:pt x="66692" y="1539"/>
                    </a:lnTo>
                    <a:close/>
                  </a:path>
                </a:pathLst>
              </a:custGeom>
              <a:solidFill>
                <a:srgbClr val="F4F5FA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sp>
            <p:nvSpPr>
              <p:cNvPr id="230" name="任意多边形: 形状 161"/>
              <p:cNvSpPr/>
              <p:nvPr>
                <p:custDataLst>
                  <p:tags r:id="rId223"/>
                </p:custDataLst>
              </p:nvPr>
            </p:nvSpPr>
            <p:spPr>
              <a:xfrm>
                <a:off x="6977033" y="3901259"/>
                <a:ext cx="53615" cy="88051"/>
              </a:xfrm>
              <a:custGeom>
                <a:avLst/>
                <a:gdLst>
                  <a:gd name="connsiteX0" fmla="*/ 0 w 53615"/>
                  <a:gd name="connsiteY0" fmla="*/ 0 h 88051"/>
                  <a:gd name="connsiteX1" fmla="*/ 0 w 53615"/>
                  <a:gd name="connsiteY1" fmla="*/ 7846 h 88051"/>
                  <a:gd name="connsiteX2" fmla="*/ 53615 w 53615"/>
                  <a:gd name="connsiteY2" fmla="*/ 83256 h 88051"/>
                  <a:gd name="connsiteX3" fmla="*/ 53615 w 53615"/>
                  <a:gd name="connsiteY3" fmla="*/ 88051 h 88051"/>
                  <a:gd name="connsiteX4" fmla="*/ 0 w 53615"/>
                  <a:gd name="connsiteY4" fmla="*/ 12641 h 88051"/>
                  <a:gd name="connsiteX5" fmla="*/ 436 w 53615"/>
                  <a:gd name="connsiteY5" fmla="*/ 0 h 880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3615" h="88051">
                    <a:moveTo>
                      <a:pt x="0" y="0"/>
                    </a:moveTo>
                    <a:cubicBezTo>
                      <a:pt x="0" y="2616"/>
                      <a:pt x="0" y="5231"/>
                      <a:pt x="0" y="7846"/>
                    </a:cubicBezTo>
                    <a:cubicBezTo>
                      <a:pt x="0" y="35308"/>
                      <a:pt x="17872" y="62333"/>
                      <a:pt x="53615" y="83256"/>
                    </a:cubicBezTo>
                    <a:cubicBezTo>
                      <a:pt x="53615" y="85000"/>
                      <a:pt x="53615" y="86744"/>
                      <a:pt x="53615" y="88051"/>
                    </a:cubicBezTo>
                    <a:cubicBezTo>
                      <a:pt x="17872" y="67128"/>
                      <a:pt x="0" y="40102"/>
                      <a:pt x="0" y="12641"/>
                    </a:cubicBezTo>
                    <a:cubicBezTo>
                      <a:pt x="0" y="8282"/>
                      <a:pt x="0" y="3923"/>
                      <a:pt x="436" y="0"/>
                    </a:cubicBezTo>
                    <a:close/>
                  </a:path>
                </a:pathLst>
              </a:custGeom>
              <a:solidFill>
                <a:srgbClr val="BFC7ED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grpSp>
            <p:nvGrpSpPr>
              <p:cNvPr id="231" name="图形 37"/>
              <p:cNvGrpSpPr/>
              <p:nvPr/>
            </p:nvGrpSpPr>
            <p:grpSpPr>
              <a:xfrm>
                <a:off x="7544571" y="3320753"/>
                <a:ext cx="487224" cy="287256"/>
                <a:chOff x="7544571" y="3320753"/>
                <a:chExt cx="487224" cy="287256"/>
              </a:xfrm>
              <a:solidFill>
                <a:srgbClr val="0B1B38"/>
              </a:solidFill>
            </p:grpSpPr>
            <p:sp>
              <p:nvSpPr>
                <p:cNvPr id="232" name="任意多边形: 形状 163"/>
                <p:cNvSpPr/>
                <p:nvPr>
                  <p:custDataLst>
                    <p:tags r:id="rId224"/>
                  </p:custDataLst>
                </p:nvPr>
              </p:nvSpPr>
              <p:spPr>
                <a:xfrm>
                  <a:off x="7871276" y="3357041"/>
                  <a:ext cx="101999" cy="58410"/>
                </a:xfrm>
                <a:custGeom>
                  <a:avLst/>
                  <a:gdLst>
                    <a:gd name="connsiteX0" fmla="*/ 86961 w 101999"/>
                    <a:gd name="connsiteY0" fmla="*/ 8500 h 58410"/>
                    <a:gd name="connsiteX1" fmla="*/ 86961 w 101999"/>
                    <a:gd name="connsiteY1" fmla="*/ 49910 h 58410"/>
                    <a:gd name="connsiteX2" fmla="*/ 15038 w 101999"/>
                    <a:gd name="connsiteY2" fmla="*/ 49910 h 58410"/>
                    <a:gd name="connsiteX3" fmla="*/ 15038 w 101999"/>
                    <a:gd name="connsiteY3" fmla="*/ 8500 h 58410"/>
                    <a:gd name="connsiteX4" fmla="*/ 86961 w 101999"/>
                    <a:gd name="connsiteY4" fmla="*/ 8500 h 584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1999" h="58410">
                      <a:moveTo>
                        <a:pt x="86961" y="8500"/>
                      </a:moveTo>
                      <a:cubicBezTo>
                        <a:pt x="107013" y="19833"/>
                        <a:pt x="107013" y="38577"/>
                        <a:pt x="86961" y="49910"/>
                      </a:cubicBezTo>
                      <a:cubicBezTo>
                        <a:pt x="66910" y="61244"/>
                        <a:pt x="35090" y="61244"/>
                        <a:pt x="15038" y="49910"/>
                      </a:cubicBezTo>
                      <a:cubicBezTo>
                        <a:pt x="-5013" y="38577"/>
                        <a:pt x="-5013" y="19833"/>
                        <a:pt x="15038" y="8500"/>
                      </a:cubicBezTo>
                      <a:cubicBezTo>
                        <a:pt x="34654" y="-2833"/>
                        <a:pt x="66910" y="-2833"/>
                        <a:pt x="86961" y="8500"/>
                      </a:cubicBezTo>
                      <a:close/>
                    </a:path>
                  </a:pathLst>
                </a:custGeom>
                <a:solidFill>
                  <a:srgbClr val="0B1B38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  <p:sp>
              <p:nvSpPr>
                <p:cNvPr id="233" name="任意多边形: 形状 164"/>
                <p:cNvSpPr/>
                <p:nvPr>
                  <p:custDataLst>
                    <p:tags r:id="rId225"/>
                  </p:custDataLst>
                </p:nvPr>
              </p:nvSpPr>
              <p:spPr>
                <a:xfrm>
                  <a:off x="7967065" y="3320753"/>
                  <a:ext cx="64730" cy="37704"/>
                </a:xfrm>
                <a:custGeom>
                  <a:avLst/>
                  <a:gdLst>
                    <a:gd name="connsiteX0" fmla="*/ 55250 w 64730"/>
                    <a:gd name="connsiteY0" fmla="*/ 5558 h 37704"/>
                    <a:gd name="connsiteX1" fmla="*/ 55250 w 64730"/>
                    <a:gd name="connsiteY1" fmla="*/ 32147 h 37704"/>
                    <a:gd name="connsiteX2" fmla="*/ 9481 w 64730"/>
                    <a:gd name="connsiteY2" fmla="*/ 32147 h 37704"/>
                    <a:gd name="connsiteX3" fmla="*/ 9481 w 64730"/>
                    <a:gd name="connsiteY3" fmla="*/ 5558 h 37704"/>
                    <a:gd name="connsiteX4" fmla="*/ 55250 w 64730"/>
                    <a:gd name="connsiteY4" fmla="*/ 5558 h 377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4730" h="37704">
                      <a:moveTo>
                        <a:pt x="55250" y="5558"/>
                      </a:moveTo>
                      <a:cubicBezTo>
                        <a:pt x="67891" y="12968"/>
                        <a:pt x="67891" y="24737"/>
                        <a:pt x="55250" y="32147"/>
                      </a:cubicBezTo>
                      <a:cubicBezTo>
                        <a:pt x="42609" y="39558"/>
                        <a:pt x="22122" y="39558"/>
                        <a:pt x="9481" y="32147"/>
                      </a:cubicBezTo>
                      <a:cubicBezTo>
                        <a:pt x="-3160" y="24737"/>
                        <a:pt x="-3160" y="12968"/>
                        <a:pt x="9481" y="5558"/>
                      </a:cubicBezTo>
                      <a:cubicBezTo>
                        <a:pt x="22122" y="-1853"/>
                        <a:pt x="42609" y="-1853"/>
                        <a:pt x="55250" y="5558"/>
                      </a:cubicBezTo>
                      <a:close/>
                    </a:path>
                  </a:pathLst>
                </a:custGeom>
                <a:solidFill>
                  <a:srgbClr val="0B1B38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  <p:sp>
              <p:nvSpPr>
                <p:cNvPr id="234" name="任意多边形: 形状 165"/>
                <p:cNvSpPr/>
                <p:nvPr>
                  <p:custDataLst>
                    <p:tags r:id="rId226"/>
                  </p:custDataLst>
                </p:nvPr>
              </p:nvSpPr>
              <p:spPr>
                <a:xfrm>
                  <a:off x="7544571" y="3524535"/>
                  <a:ext cx="144281" cy="83474"/>
                </a:xfrm>
                <a:custGeom>
                  <a:avLst/>
                  <a:gdLst>
                    <a:gd name="connsiteX0" fmla="*/ 61897 w 144281"/>
                    <a:gd name="connsiteY0" fmla="*/ 77263 h 83474"/>
                    <a:gd name="connsiteX1" fmla="*/ 133820 w 144281"/>
                    <a:gd name="connsiteY1" fmla="*/ 35852 h 83474"/>
                    <a:gd name="connsiteX2" fmla="*/ 133820 w 144281"/>
                    <a:gd name="connsiteY2" fmla="*/ 6211 h 83474"/>
                    <a:gd name="connsiteX3" fmla="*/ 133820 w 144281"/>
                    <a:gd name="connsiteY3" fmla="*/ 6211 h 83474"/>
                    <a:gd name="connsiteX4" fmla="*/ 82385 w 144281"/>
                    <a:gd name="connsiteY4" fmla="*/ 6211 h 83474"/>
                    <a:gd name="connsiteX5" fmla="*/ 10462 w 144281"/>
                    <a:gd name="connsiteY5" fmla="*/ 47622 h 83474"/>
                    <a:gd name="connsiteX6" fmla="*/ 10462 w 144281"/>
                    <a:gd name="connsiteY6" fmla="*/ 77263 h 83474"/>
                    <a:gd name="connsiteX7" fmla="*/ 10462 w 144281"/>
                    <a:gd name="connsiteY7" fmla="*/ 77263 h 83474"/>
                    <a:gd name="connsiteX8" fmla="*/ 61897 w 144281"/>
                    <a:gd name="connsiteY8" fmla="*/ 77263 h 834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44281" h="83474">
                      <a:moveTo>
                        <a:pt x="61897" y="77263"/>
                      </a:moveTo>
                      <a:lnTo>
                        <a:pt x="133820" y="35852"/>
                      </a:lnTo>
                      <a:cubicBezTo>
                        <a:pt x="147769" y="27571"/>
                        <a:pt x="147769" y="14494"/>
                        <a:pt x="133820" y="6211"/>
                      </a:cubicBezTo>
                      <a:lnTo>
                        <a:pt x="133820" y="6211"/>
                      </a:lnTo>
                      <a:cubicBezTo>
                        <a:pt x="119436" y="-2070"/>
                        <a:pt x="96333" y="-2070"/>
                        <a:pt x="82385" y="6211"/>
                      </a:cubicBezTo>
                      <a:lnTo>
                        <a:pt x="10462" y="47622"/>
                      </a:lnTo>
                      <a:cubicBezTo>
                        <a:pt x="-3487" y="55904"/>
                        <a:pt x="-3487" y="68981"/>
                        <a:pt x="10462" y="77263"/>
                      </a:cubicBezTo>
                      <a:lnTo>
                        <a:pt x="10462" y="77263"/>
                      </a:lnTo>
                      <a:cubicBezTo>
                        <a:pt x="24410" y="85545"/>
                        <a:pt x="47949" y="85545"/>
                        <a:pt x="61897" y="77263"/>
                      </a:cubicBezTo>
                      <a:close/>
                    </a:path>
                  </a:pathLst>
                </a:custGeom>
                <a:solidFill>
                  <a:srgbClr val="0B1B38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</p:grpSp>
          <p:sp>
            <p:nvSpPr>
              <p:cNvPr id="235" name="任意多边形: 形状 166"/>
              <p:cNvSpPr/>
              <p:nvPr>
                <p:custDataLst>
                  <p:tags r:id="rId227"/>
                </p:custDataLst>
              </p:nvPr>
            </p:nvSpPr>
            <p:spPr>
              <a:xfrm>
                <a:off x="9394955" y="5162745"/>
                <a:ext cx="29641" cy="38174"/>
              </a:xfrm>
              <a:custGeom>
                <a:avLst/>
                <a:gdLst>
                  <a:gd name="connsiteX0" fmla="*/ 29641 w 29641"/>
                  <a:gd name="connsiteY0" fmla="*/ 10461 h 38174"/>
                  <a:gd name="connsiteX1" fmla="*/ 14821 w 29641"/>
                  <a:gd name="connsiteY1" fmla="*/ 36180 h 38174"/>
                  <a:gd name="connsiteX2" fmla="*/ 1308 w 29641"/>
                  <a:gd name="connsiteY2" fmla="*/ 34000 h 38174"/>
                  <a:gd name="connsiteX3" fmla="*/ 0 w 29641"/>
                  <a:gd name="connsiteY3" fmla="*/ 27461 h 38174"/>
                  <a:gd name="connsiteX4" fmla="*/ 14821 w 29641"/>
                  <a:gd name="connsiteY4" fmla="*/ 1744 h 38174"/>
                  <a:gd name="connsiteX5" fmla="*/ 20487 w 29641"/>
                  <a:gd name="connsiteY5" fmla="*/ 0 h 38174"/>
                  <a:gd name="connsiteX6" fmla="*/ 29641 w 29641"/>
                  <a:gd name="connsiteY6" fmla="*/ 10461 h 381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9641" h="38174">
                    <a:moveTo>
                      <a:pt x="29641" y="10461"/>
                    </a:moveTo>
                    <a:cubicBezTo>
                      <a:pt x="29641" y="20051"/>
                      <a:pt x="23102" y="31385"/>
                      <a:pt x="14821" y="36180"/>
                    </a:cubicBezTo>
                    <a:cubicBezTo>
                      <a:pt x="9154" y="39666"/>
                      <a:pt x="3923" y="38359"/>
                      <a:pt x="1308" y="34000"/>
                    </a:cubicBezTo>
                    <a:cubicBezTo>
                      <a:pt x="436" y="32256"/>
                      <a:pt x="0" y="30077"/>
                      <a:pt x="0" y="27461"/>
                    </a:cubicBezTo>
                    <a:cubicBezTo>
                      <a:pt x="0" y="17872"/>
                      <a:pt x="6539" y="6539"/>
                      <a:pt x="14821" y="1744"/>
                    </a:cubicBezTo>
                    <a:cubicBezTo>
                      <a:pt x="17000" y="436"/>
                      <a:pt x="18744" y="0"/>
                      <a:pt x="20487" y="0"/>
                    </a:cubicBezTo>
                    <a:cubicBezTo>
                      <a:pt x="25718" y="0"/>
                      <a:pt x="29641" y="3487"/>
                      <a:pt x="29641" y="10461"/>
                    </a:cubicBezTo>
                    <a:close/>
                  </a:path>
                </a:pathLst>
              </a:custGeom>
              <a:solidFill>
                <a:srgbClr val="E3E5FA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sp>
            <p:nvSpPr>
              <p:cNvPr id="236" name="任意多边形: 形状 167"/>
              <p:cNvSpPr/>
              <p:nvPr>
                <p:custDataLst>
                  <p:tags r:id="rId228"/>
                </p:custDataLst>
              </p:nvPr>
            </p:nvSpPr>
            <p:spPr>
              <a:xfrm>
                <a:off x="9395391" y="5162745"/>
                <a:ext cx="22230" cy="33999"/>
              </a:xfrm>
              <a:custGeom>
                <a:avLst/>
                <a:gdLst>
                  <a:gd name="connsiteX0" fmla="*/ 21795 w 22230"/>
                  <a:gd name="connsiteY0" fmla="*/ 6539 h 33999"/>
                  <a:gd name="connsiteX1" fmla="*/ 6974 w 22230"/>
                  <a:gd name="connsiteY1" fmla="*/ 32256 h 33999"/>
                  <a:gd name="connsiteX2" fmla="*/ 1308 w 22230"/>
                  <a:gd name="connsiteY2" fmla="*/ 34000 h 33999"/>
                  <a:gd name="connsiteX3" fmla="*/ 0 w 22230"/>
                  <a:gd name="connsiteY3" fmla="*/ 27461 h 33999"/>
                  <a:gd name="connsiteX4" fmla="*/ 14821 w 22230"/>
                  <a:gd name="connsiteY4" fmla="*/ 1744 h 33999"/>
                  <a:gd name="connsiteX5" fmla="*/ 20487 w 22230"/>
                  <a:gd name="connsiteY5" fmla="*/ 0 h 33999"/>
                  <a:gd name="connsiteX6" fmla="*/ 22231 w 22230"/>
                  <a:gd name="connsiteY6" fmla="*/ 6539 h 339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2230" h="33999">
                    <a:moveTo>
                      <a:pt x="21795" y="6539"/>
                    </a:moveTo>
                    <a:cubicBezTo>
                      <a:pt x="21795" y="16128"/>
                      <a:pt x="15256" y="27461"/>
                      <a:pt x="6974" y="32256"/>
                    </a:cubicBezTo>
                    <a:cubicBezTo>
                      <a:pt x="4795" y="33564"/>
                      <a:pt x="3051" y="34000"/>
                      <a:pt x="1308" y="34000"/>
                    </a:cubicBezTo>
                    <a:cubicBezTo>
                      <a:pt x="436" y="32256"/>
                      <a:pt x="0" y="30077"/>
                      <a:pt x="0" y="27461"/>
                    </a:cubicBezTo>
                    <a:cubicBezTo>
                      <a:pt x="0" y="17872"/>
                      <a:pt x="6538" y="6539"/>
                      <a:pt x="14821" y="1744"/>
                    </a:cubicBezTo>
                    <a:cubicBezTo>
                      <a:pt x="17000" y="436"/>
                      <a:pt x="18743" y="0"/>
                      <a:pt x="20487" y="0"/>
                    </a:cubicBezTo>
                    <a:cubicBezTo>
                      <a:pt x="21359" y="1744"/>
                      <a:pt x="22231" y="3923"/>
                      <a:pt x="22231" y="6539"/>
                    </a:cubicBezTo>
                    <a:close/>
                  </a:path>
                </a:pathLst>
              </a:custGeom>
              <a:solidFill>
                <a:srgbClr val="0B1B3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sp>
            <p:nvSpPr>
              <p:cNvPr id="237" name="任意多边形: 形状 168"/>
              <p:cNvSpPr/>
              <p:nvPr>
                <p:custDataLst>
                  <p:tags r:id="rId229"/>
                </p:custDataLst>
              </p:nvPr>
            </p:nvSpPr>
            <p:spPr>
              <a:xfrm>
                <a:off x="9788134" y="4910360"/>
                <a:ext cx="70615" cy="61897"/>
              </a:xfrm>
              <a:custGeom>
                <a:avLst/>
                <a:gdLst>
                  <a:gd name="connsiteX0" fmla="*/ 70179 w 70615"/>
                  <a:gd name="connsiteY0" fmla="*/ 10461 h 61897"/>
                  <a:gd name="connsiteX1" fmla="*/ 55359 w 70615"/>
                  <a:gd name="connsiteY1" fmla="*/ 36180 h 61897"/>
                  <a:gd name="connsiteX2" fmla="*/ 14385 w 70615"/>
                  <a:gd name="connsiteY2" fmla="*/ 59718 h 61897"/>
                  <a:gd name="connsiteX3" fmla="*/ 7846 w 70615"/>
                  <a:gd name="connsiteY3" fmla="*/ 61897 h 61897"/>
                  <a:gd name="connsiteX4" fmla="*/ 1744 w 70615"/>
                  <a:gd name="connsiteY4" fmla="*/ 58410 h 61897"/>
                  <a:gd name="connsiteX5" fmla="*/ 0 w 70615"/>
                  <a:gd name="connsiteY5" fmla="*/ 51000 h 61897"/>
                  <a:gd name="connsiteX6" fmla="*/ 14820 w 70615"/>
                  <a:gd name="connsiteY6" fmla="*/ 25282 h 61897"/>
                  <a:gd name="connsiteX7" fmla="*/ 55795 w 70615"/>
                  <a:gd name="connsiteY7" fmla="*/ 1744 h 61897"/>
                  <a:gd name="connsiteX8" fmla="*/ 60154 w 70615"/>
                  <a:gd name="connsiteY8" fmla="*/ 0 h 61897"/>
                  <a:gd name="connsiteX9" fmla="*/ 62333 w 70615"/>
                  <a:gd name="connsiteY9" fmla="*/ 0 h 61897"/>
                  <a:gd name="connsiteX10" fmla="*/ 70615 w 70615"/>
                  <a:gd name="connsiteY10" fmla="*/ 10461 h 618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0615" h="61897">
                    <a:moveTo>
                      <a:pt x="70179" y="10461"/>
                    </a:moveTo>
                    <a:cubicBezTo>
                      <a:pt x="70179" y="19615"/>
                      <a:pt x="63641" y="31385"/>
                      <a:pt x="55359" y="36180"/>
                    </a:cubicBezTo>
                    <a:lnTo>
                      <a:pt x="14385" y="59718"/>
                    </a:lnTo>
                    <a:cubicBezTo>
                      <a:pt x="12205" y="61026"/>
                      <a:pt x="9590" y="61897"/>
                      <a:pt x="7846" y="61897"/>
                    </a:cubicBezTo>
                    <a:cubicBezTo>
                      <a:pt x="5231" y="61897"/>
                      <a:pt x="3051" y="60590"/>
                      <a:pt x="1744" y="58410"/>
                    </a:cubicBezTo>
                    <a:cubicBezTo>
                      <a:pt x="436" y="56667"/>
                      <a:pt x="0" y="54051"/>
                      <a:pt x="0" y="51000"/>
                    </a:cubicBezTo>
                    <a:cubicBezTo>
                      <a:pt x="0" y="41846"/>
                      <a:pt x="6539" y="30077"/>
                      <a:pt x="14820" y="25282"/>
                    </a:cubicBezTo>
                    <a:lnTo>
                      <a:pt x="55795" y="1744"/>
                    </a:lnTo>
                    <a:cubicBezTo>
                      <a:pt x="55795" y="1744"/>
                      <a:pt x="58846" y="436"/>
                      <a:pt x="60154" y="0"/>
                    </a:cubicBezTo>
                    <a:cubicBezTo>
                      <a:pt x="61026" y="0"/>
                      <a:pt x="61897" y="0"/>
                      <a:pt x="62333" y="0"/>
                    </a:cubicBezTo>
                    <a:cubicBezTo>
                      <a:pt x="67128" y="0"/>
                      <a:pt x="70615" y="3923"/>
                      <a:pt x="70615" y="10461"/>
                    </a:cubicBezTo>
                    <a:close/>
                  </a:path>
                </a:pathLst>
              </a:custGeom>
              <a:solidFill>
                <a:srgbClr val="E3E5FA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sp>
            <p:nvSpPr>
              <p:cNvPr id="238" name="任意多边形: 形状 169"/>
              <p:cNvSpPr/>
              <p:nvPr>
                <p:custDataLst>
                  <p:tags r:id="rId230"/>
                </p:custDataLst>
              </p:nvPr>
            </p:nvSpPr>
            <p:spPr>
              <a:xfrm>
                <a:off x="9787698" y="4910360"/>
                <a:ext cx="61897" cy="58410"/>
              </a:xfrm>
              <a:custGeom>
                <a:avLst/>
                <a:gdLst>
                  <a:gd name="connsiteX0" fmla="*/ 61898 w 61897"/>
                  <a:gd name="connsiteY0" fmla="*/ 7410 h 58410"/>
                  <a:gd name="connsiteX1" fmla="*/ 47077 w 61897"/>
                  <a:gd name="connsiteY1" fmla="*/ 33128 h 58410"/>
                  <a:gd name="connsiteX2" fmla="*/ 6103 w 61897"/>
                  <a:gd name="connsiteY2" fmla="*/ 56667 h 58410"/>
                  <a:gd name="connsiteX3" fmla="*/ 1744 w 61897"/>
                  <a:gd name="connsiteY3" fmla="*/ 58410 h 58410"/>
                  <a:gd name="connsiteX4" fmla="*/ 0 w 61897"/>
                  <a:gd name="connsiteY4" fmla="*/ 51000 h 58410"/>
                  <a:gd name="connsiteX5" fmla="*/ 14821 w 61897"/>
                  <a:gd name="connsiteY5" fmla="*/ 25282 h 58410"/>
                  <a:gd name="connsiteX6" fmla="*/ 55795 w 61897"/>
                  <a:gd name="connsiteY6" fmla="*/ 1744 h 58410"/>
                  <a:gd name="connsiteX7" fmla="*/ 60154 w 61897"/>
                  <a:gd name="connsiteY7" fmla="*/ 0 h 58410"/>
                  <a:gd name="connsiteX8" fmla="*/ 61898 w 61897"/>
                  <a:gd name="connsiteY8" fmla="*/ 7410 h 58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1897" h="58410">
                    <a:moveTo>
                      <a:pt x="61898" y="7410"/>
                    </a:moveTo>
                    <a:cubicBezTo>
                      <a:pt x="61898" y="17000"/>
                      <a:pt x="55359" y="28333"/>
                      <a:pt x="47077" y="33128"/>
                    </a:cubicBezTo>
                    <a:lnTo>
                      <a:pt x="6103" y="56667"/>
                    </a:lnTo>
                    <a:cubicBezTo>
                      <a:pt x="6103" y="56667"/>
                      <a:pt x="3051" y="57974"/>
                      <a:pt x="1744" y="58410"/>
                    </a:cubicBezTo>
                    <a:cubicBezTo>
                      <a:pt x="436" y="56667"/>
                      <a:pt x="0" y="54051"/>
                      <a:pt x="0" y="51000"/>
                    </a:cubicBezTo>
                    <a:cubicBezTo>
                      <a:pt x="0" y="41846"/>
                      <a:pt x="6539" y="30077"/>
                      <a:pt x="14821" y="25282"/>
                    </a:cubicBezTo>
                    <a:lnTo>
                      <a:pt x="55795" y="1744"/>
                    </a:lnTo>
                    <a:cubicBezTo>
                      <a:pt x="55795" y="1744"/>
                      <a:pt x="58846" y="436"/>
                      <a:pt x="60154" y="0"/>
                    </a:cubicBezTo>
                    <a:cubicBezTo>
                      <a:pt x="61462" y="1744"/>
                      <a:pt x="61898" y="4359"/>
                      <a:pt x="61898" y="7410"/>
                    </a:cubicBezTo>
                    <a:close/>
                  </a:path>
                </a:pathLst>
              </a:custGeom>
              <a:solidFill>
                <a:srgbClr val="0B1B3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</p:grpSp>
        <p:grpSp>
          <p:nvGrpSpPr>
            <p:cNvPr id="239" name="组合 238"/>
            <p:cNvGrpSpPr/>
            <p:nvPr/>
          </p:nvGrpSpPr>
          <p:grpSpPr>
            <a:xfrm>
              <a:off x="8661340" y="3839361"/>
              <a:ext cx="733614" cy="266609"/>
              <a:chOff x="8661340" y="3839361"/>
              <a:chExt cx="733614" cy="266609"/>
            </a:xfrm>
          </p:grpSpPr>
          <p:sp>
            <p:nvSpPr>
              <p:cNvPr id="240" name="任意多边形: 形状 1362"/>
              <p:cNvSpPr/>
              <p:nvPr>
                <p:custDataLst>
                  <p:tags r:id="rId231"/>
                </p:custDataLst>
              </p:nvPr>
            </p:nvSpPr>
            <p:spPr>
              <a:xfrm>
                <a:off x="8839186" y="3884259"/>
                <a:ext cx="555768" cy="221711"/>
              </a:xfrm>
              <a:custGeom>
                <a:avLst/>
                <a:gdLst>
                  <a:gd name="connsiteX0" fmla="*/ 233641 w 555768"/>
                  <a:gd name="connsiteY0" fmla="*/ 187000 h 221711"/>
                  <a:gd name="connsiteX1" fmla="*/ 555769 w 555768"/>
                  <a:gd name="connsiteY1" fmla="*/ 0 h 221711"/>
                  <a:gd name="connsiteX2" fmla="*/ 322128 w 555768"/>
                  <a:gd name="connsiteY2" fmla="*/ 25282 h 221711"/>
                  <a:gd name="connsiteX3" fmla="*/ 0 w 555768"/>
                  <a:gd name="connsiteY3" fmla="*/ 212282 h 221711"/>
                  <a:gd name="connsiteX4" fmla="*/ 233641 w 555768"/>
                  <a:gd name="connsiteY4" fmla="*/ 187000 h 221711"/>
                  <a:gd name="connsiteX5" fmla="*/ 233641 w 555768"/>
                  <a:gd name="connsiteY5" fmla="*/ 187000 h 2217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55768" h="221711">
                    <a:moveTo>
                      <a:pt x="233641" y="187000"/>
                    </a:moveTo>
                    <a:lnTo>
                      <a:pt x="555769" y="0"/>
                    </a:lnTo>
                    <a:cubicBezTo>
                      <a:pt x="490384" y="34436"/>
                      <a:pt x="410615" y="44026"/>
                      <a:pt x="322128" y="25282"/>
                    </a:cubicBezTo>
                    <a:lnTo>
                      <a:pt x="0" y="212282"/>
                    </a:lnTo>
                    <a:cubicBezTo>
                      <a:pt x="88487" y="231026"/>
                      <a:pt x="168256" y="221436"/>
                      <a:pt x="233641" y="187000"/>
                    </a:cubicBezTo>
                    <a:lnTo>
                      <a:pt x="233641" y="187000"/>
                    </a:lnTo>
                    <a:close/>
                  </a:path>
                </a:pathLst>
              </a:custGeom>
              <a:solidFill>
                <a:srgbClr val="043D8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sp>
            <p:nvSpPr>
              <p:cNvPr id="241" name="任意多边形: 形状 1363"/>
              <p:cNvSpPr/>
              <p:nvPr>
                <p:custDataLst>
                  <p:tags r:id="rId232"/>
                </p:custDataLst>
              </p:nvPr>
            </p:nvSpPr>
            <p:spPr>
              <a:xfrm>
                <a:off x="8661340" y="3839361"/>
                <a:ext cx="499973" cy="257179"/>
              </a:xfrm>
              <a:custGeom>
                <a:avLst/>
                <a:gdLst>
                  <a:gd name="connsiteX0" fmla="*/ 177846 w 499973"/>
                  <a:gd name="connsiteY0" fmla="*/ 257179 h 257179"/>
                  <a:gd name="connsiteX1" fmla="*/ 499974 w 499973"/>
                  <a:gd name="connsiteY1" fmla="*/ 70179 h 257179"/>
                  <a:gd name="connsiteX2" fmla="*/ 322128 w 499973"/>
                  <a:gd name="connsiteY2" fmla="*/ 0 h 257179"/>
                  <a:gd name="connsiteX3" fmla="*/ 0 w 499973"/>
                  <a:gd name="connsiteY3" fmla="*/ 187000 h 257179"/>
                  <a:gd name="connsiteX4" fmla="*/ 177846 w 499973"/>
                  <a:gd name="connsiteY4" fmla="*/ 257179 h 257179"/>
                  <a:gd name="connsiteX5" fmla="*/ 177846 w 499973"/>
                  <a:gd name="connsiteY5" fmla="*/ 257179 h 257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99973" h="257179">
                    <a:moveTo>
                      <a:pt x="177846" y="257179"/>
                    </a:moveTo>
                    <a:lnTo>
                      <a:pt x="499974" y="70179"/>
                    </a:lnTo>
                    <a:cubicBezTo>
                      <a:pt x="443743" y="58410"/>
                      <a:pt x="384025" y="35308"/>
                      <a:pt x="322128" y="0"/>
                    </a:cubicBezTo>
                    <a:lnTo>
                      <a:pt x="0" y="187000"/>
                    </a:lnTo>
                    <a:cubicBezTo>
                      <a:pt x="61897" y="222307"/>
                      <a:pt x="121615" y="245410"/>
                      <a:pt x="177846" y="257179"/>
                    </a:cubicBezTo>
                    <a:lnTo>
                      <a:pt x="177846" y="257179"/>
                    </a:lnTo>
                    <a:close/>
                  </a:path>
                </a:pathLst>
              </a:custGeom>
              <a:solidFill>
                <a:srgbClr val="043D8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</p:grpSp>
        <p:grpSp>
          <p:nvGrpSpPr>
            <p:cNvPr id="242" name="图形 37"/>
            <p:cNvGrpSpPr/>
            <p:nvPr/>
          </p:nvGrpSpPr>
          <p:grpSpPr>
            <a:xfrm>
              <a:off x="7609079" y="1049621"/>
              <a:ext cx="2433618" cy="3644625"/>
              <a:chOff x="7609079" y="1049621"/>
              <a:chExt cx="2433618" cy="3644625"/>
            </a:xfrm>
          </p:grpSpPr>
          <p:grpSp>
            <p:nvGrpSpPr>
              <p:cNvPr id="243" name="图形 37"/>
              <p:cNvGrpSpPr/>
              <p:nvPr/>
            </p:nvGrpSpPr>
            <p:grpSpPr>
              <a:xfrm>
                <a:off x="7609079" y="1500774"/>
                <a:ext cx="1374388" cy="3051278"/>
                <a:chOff x="7609079" y="1500774"/>
                <a:chExt cx="1374388" cy="3051278"/>
              </a:xfrm>
            </p:grpSpPr>
            <p:sp>
              <p:nvSpPr>
                <p:cNvPr id="244" name="任意多边形: 形状 191"/>
                <p:cNvSpPr/>
                <p:nvPr>
                  <p:custDataLst>
                    <p:tags r:id="rId233"/>
                  </p:custDataLst>
                </p:nvPr>
              </p:nvSpPr>
              <p:spPr>
                <a:xfrm>
                  <a:off x="8658724" y="4025489"/>
                  <a:ext cx="2615" cy="526563"/>
                </a:xfrm>
                <a:custGeom>
                  <a:avLst/>
                  <a:gdLst>
                    <a:gd name="connsiteX0" fmla="*/ 1308 w 2615"/>
                    <a:gd name="connsiteY0" fmla="*/ 0 h 526563"/>
                    <a:gd name="connsiteX1" fmla="*/ 0 w 2615"/>
                    <a:gd name="connsiteY1" fmla="*/ 525692 h 526563"/>
                    <a:gd name="connsiteX2" fmla="*/ 1308 w 2615"/>
                    <a:gd name="connsiteY2" fmla="*/ 526564 h 526563"/>
                    <a:gd name="connsiteX3" fmla="*/ 2615 w 2615"/>
                    <a:gd name="connsiteY3" fmla="*/ 872 h 526563"/>
                    <a:gd name="connsiteX4" fmla="*/ 1308 w 2615"/>
                    <a:gd name="connsiteY4" fmla="*/ 0 h 5265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615" h="526563">
                      <a:moveTo>
                        <a:pt x="1308" y="0"/>
                      </a:moveTo>
                      <a:lnTo>
                        <a:pt x="0" y="525692"/>
                      </a:lnTo>
                      <a:lnTo>
                        <a:pt x="1308" y="526564"/>
                      </a:lnTo>
                      <a:lnTo>
                        <a:pt x="2615" y="872"/>
                      </a:lnTo>
                      <a:lnTo>
                        <a:pt x="1308" y="0"/>
                      </a:lnTo>
                      <a:close/>
                    </a:path>
                  </a:pathLst>
                </a:custGeom>
                <a:solidFill>
                  <a:srgbClr val="2E3466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  <p:sp>
              <p:nvSpPr>
                <p:cNvPr id="245" name="任意多边形: 形状 193"/>
                <p:cNvSpPr/>
                <p:nvPr>
                  <p:custDataLst>
                    <p:tags r:id="rId234"/>
                  </p:custDataLst>
                </p:nvPr>
              </p:nvSpPr>
              <p:spPr>
                <a:xfrm>
                  <a:off x="8660032" y="3838490"/>
                  <a:ext cx="323435" cy="187871"/>
                </a:xfrm>
                <a:custGeom>
                  <a:avLst/>
                  <a:gdLst>
                    <a:gd name="connsiteX0" fmla="*/ 1308 w 323435"/>
                    <a:gd name="connsiteY0" fmla="*/ 187872 h 187871"/>
                    <a:gd name="connsiteX1" fmla="*/ 323436 w 323435"/>
                    <a:gd name="connsiteY1" fmla="*/ 436 h 187871"/>
                    <a:gd name="connsiteX2" fmla="*/ 322128 w 323435"/>
                    <a:gd name="connsiteY2" fmla="*/ 0 h 187871"/>
                    <a:gd name="connsiteX3" fmla="*/ 0 w 323435"/>
                    <a:gd name="connsiteY3" fmla="*/ 187000 h 187871"/>
                    <a:gd name="connsiteX4" fmla="*/ 1308 w 323435"/>
                    <a:gd name="connsiteY4" fmla="*/ 187872 h 1878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435" h="187871">
                      <a:moveTo>
                        <a:pt x="1308" y="187872"/>
                      </a:moveTo>
                      <a:lnTo>
                        <a:pt x="323436" y="436"/>
                      </a:lnTo>
                      <a:lnTo>
                        <a:pt x="322128" y="0"/>
                      </a:lnTo>
                      <a:lnTo>
                        <a:pt x="0" y="187000"/>
                      </a:lnTo>
                      <a:lnTo>
                        <a:pt x="1308" y="187872"/>
                      </a:lnTo>
                      <a:close/>
                    </a:path>
                  </a:pathLst>
                </a:custGeom>
                <a:solidFill>
                  <a:srgbClr val="343A72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  <p:sp>
              <p:nvSpPr>
                <p:cNvPr id="246" name="任意多边形: 形状 195"/>
                <p:cNvSpPr/>
                <p:nvPr>
                  <p:custDataLst>
                    <p:tags r:id="rId235"/>
                  </p:custDataLst>
                </p:nvPr>
              </p:nvSpPr>
              <p:spPr>
                <a:xfrm>
                  <a:off x="8067646" y="2813696"/>
                  <a:ext cx="914514" cy="1211793"/>
                </a:xfrm>
                <a:custGeom>
                  <a:avLst/>
                  <a:gdLst>
                    <a:gd name="connsiteX0" fmla="*/ 592386 w 914514"/>
                    <a:gd name="connsiteY0" fmla="*/ 1211794 h 1211793"/>
                    <a:gd name="connsiteX1" fmla="*/ 914514 w 914514"/>
                    <a:gd name="connsiteY1" fmla="*/ 1024794 h 1211793"/>
                    <a:gd name="connsiteX2" fmla="*/ 322130 w 914514"/>
                    <a:gd name="connsiteY2" fmla="*/ 0 h 1211793"/>
                    <a:gd name="connsiteX3" fmla="*/ 2 w 914514"/>
                    <a:gd name="connsiteY3" fmla="*/ 187000 h 1211793"/>
                    <a:gd name="connsiteX4" fmla="*/ 592386 w 914514"/>
                    <a:gd name="connsiteY4" fmla="*/ 1211794 h 12117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14514" h="1211793">
                      <a:moveTo>
                        <a:pt x="592386" y="1211794"/>
                      </a:moveTo>
                      <a:lnTo>
                        <a:pt x="914514" y="1024794"/>
                      </a:lnTo>
                      <a:cubicBezTo>
                        <a:pt x="586720" y="835179"/>
                        <a:pt x="321258" y="376179"/>
                        <a:pt x="322130" y="0"/>
                      </a:cubicBezTo>
                      <a:lnTo>
                        <a:pt x="2" y="187000"/>
                      </a:lnTo>
                      <a:cubicBezTo>
                        <a:pt x="-870" y="563179"/>
                        <a:pt x="264156" y="1022178"/>
                        <a:pt x="592386" y="1211794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 w="4348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  <p:sp>
              <p:nvSpPr>
                <p:cNvPr id="247" name="任意多边形: 形状 200"/>
                <p:cNvSpPr/>
                <p:nvPr>
                  <p:custDataLst>
                    <p:tags r:id="rId236"/>
                  </p:custDataLst>
                </p:nvPr>
              </p:nvSpPr>
              <p:spPr>
                <a:xfrm>
                  <a:off x="7612135" y="1500774"/>
                  <a:ext cx="780691" cy="452025"/>
                </a:xfrm>
                <a:custGeom>
                  <a:avLst/>
                  <a:gdLst>
                    <a:gd name="connsiteX0" fmla="*/ 458564 w 780691"/>
                    <a:gd name="connsiteY0" fmla="*/ 452025 h 452025"/>
                    <a:gd name="connsiteX1" fmla="*/ 780692 w 780691"/>
                    <a:gd name="connsiteY1" fmla="*/ 265025 h 452025"/>
                    <a:gd name="connsiteX2" fmla="*/ 322128 w 780691"/>
                    <a:gd name="connsiteY2" fmla="*/ 0 h 452025"/>
                    <a:gd name="connsiteX3" fmla="*/ 0 w 780691"/>
                    <a:gd name="connsiteY3" fmla="*/ 187000 h 452025"/>
                    <a:gd name="connsiteX4" fmla="*/ 458564 w 780691"/>
                    <a:gd name="connsiteY4" fmla="*/ 452025 h 4520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80691" h="452025">
                      <a:moveTo>
                        <a:pt x="458564" y="452025"/>
                      </a:moveTo>
                      <a:lnTo>
                        <a:pt x="780692" y="265025"/>
                      </a:lnTo>
                      <a:lnTo>
                        <a:pt x="322128" y="0"/>
                      </a:lnTo>
                      <a:lnTo>
                        <a:pt x="0" y="187000"/>
                      </a:lnTo>
                      <a:lnTo>
                        <a:pt x="458564" y="452025"/>
                      </a:lnTo>
                      <a:close/>
                    </a:path>
                  </a:pathLst>
                </a:custGeom>
                <a:solidFill>
                  <a:srgbClr val="DB5A79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  <p:sp>
              <p:nvSpPr>
                <p:cNvPr id="248" name="任意多边形: 形状 201"/>
                <p:cNvSpPr/>
                <p:nvPr>
                  <p:custDataLst>
                    <p:tags r:id="rId237"/>
                  </p:custDataLst>
                </p:nvPr>
              </p:nvSpPr>
              <p:spPr>
                <a:xfrm>
                  <a:off x="8067648" y="1765799"/>
                  <a:ext cx="325179" cy="1234896"/>
                </a:xfrm>
                <a:custGeom>
                  <a:avLst/>
                  <a:gdLst>
                    <a:gd name="connsiteX0" fmla="*/ 0 w 325179"/>
                    <a:gd name="connsiteY0" fmla="*/ 1234896 h 1234896"/>
                    <a:gd name="connsiteX1" fmla="*/ 322128 w 325179"/>
                    <a:gd name="connsiteY1" fmla="*/ 1047896 h 1234896"/>
                    <a:gd name="connsiteX2" fmla="*/ 325179 w 325179"/>
                    <a:gd name="connsiteY2" fmla="*/ 0 h 1234896"/>
                    <a:gd name="connsiteX3" fmla="*/ 3051 w 325179"/>
                    <a:gd name="connsiteY3" fmla="*/ 187000 h 1234896"/>
                    <a:gd name="connsiteX4" fmla="*/ 0 w 325179"/>
                    <a:gd name="connsiteY4" fmla="*/ 1234896 h 1234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5179" h="1234896">
                      <a:moveTo>
                        <a:pt x="0" y="1234896"/>
                      </a:moveTo>
                      <a:lnTo>
                        <a:pt x="322128" y="1047896"/>
                      </a:lnTo>
                      <a:lnTo>
                        <a:pt x="325179" y="0"/>
                      </a:lnTo>
                      <a:lnTo>
                        <a:pt x="3051" y="187000"/>
                      </a:lnTo>
                      <a:lnTo>
                        <a:pt x="0" y="123489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  <p:sp>
              <p:nvSpPr>
                <p:cNvPr id="249" name="任意多边形: 形状 202"/>
                <p:cNvSpPr/>
                <p:nvPr>
                  <p:custDataLst>
                    <p:tags r:id="rId238"/>
                  </p:custDataLst>
                </p:nvPr>
              </p:nvSpPr>
              <p:spPr>
                <a:xfrm>
                  <a:off x="7609079" y="1687774"/>
                  <a:ext cx="1050953" cy="2862099"/>
                </a:xfrm>
                <a:custGeom>
                  <a:avLst/>
                  <a:gdLst>
                    <a:gd name="connsiteX0" fmla="*/ 3056 w 1050953"/>
                    <a:gd name="connsiteY0" fmla="*/ 0 h 2862099"/>
                    <a:gd name="connsiteX1" fmla="*/ 5 w 1050953"/>
                    <a:gd name="connsiteY1" fmla="*/ 1049640 h 2862099"/>
                    <a:gd name="connsiteX2" fmla="*/ 306877 w 1050953"/>
                    <a:gd name="connsiteY2" fmla="*/ 2081844 h 2862099"/>
                    <a:gd name="connsiteX3" fmla="*/ 1047030 w 1050953"/>
                    <a:gd name="connsiteY3" fmla="*/ 2862100 h 2862099"/>
                    <a:gd name="connsiteX4" fmla="*/ 1050953 w 1050953"/>
                    <a:gd name="connsiteY4" fmla="*/ 2337716 h 2862099"/>
                    <a:gd name="connsiteX5" fmla="*/ 458569 w 1050953"/>
                    <a:gd name="connsiteY5" fmla="*/ 1312922 h 2862099"/>
                    <a:gd name="connsiteX6" fmla="*/ 461620 w 1050953"/>
                    <a:gd name="connsiteY6" fmla="*/ 265025 h 2862099"/>
                    <a:gd name="connsiteX7" fmla="*/ 3056 w 1050953"/>
                    <a:gd name="connsiteY7" fmla="*/ 0 h 286209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050953" h="2862099">
                      <a:moveTo>
                        <a:pt x="3056" y="0"/>
                      </a:moveTo>
                      <a:lnTo>
                        <a:pt x="5" y="1049640"/>
                      </a:lnTo>
                      <a:cubicBezTo>
                        <a:pt x="-867" y="1371768"/>
                        <a:pt x="108108" y="1738357"/>
                        <a:pt x="306877" y="2081844"/>
                      </a:cubicBezTo>
                      <a:cubicBezTo>
                        <a:pt x="504774" y="2424023"/>
                        <a:pt x="767620" y="2700818"/>
                        <a:pt x="1047030" y="2862100"/>
                      </a:cubicBezTo>
                      <a:lnTo>
                        <a:pt x="1050953" y="2337716"/>
                      </a:lnTo>
                      <a:cubicBezTo>
                        <a:pt x="723159" y="2148100"/>
                        <a:pt x="457697" y="1689101"/>
                        <a:pt x="458569" y="1312922"/>
                      </a:cubicBezTo>
                      <a:lnTo>
                        <a:pt x="461620" y="265025"/>
                      </a:lnTo>
                      <a:lnTo>
                        <a:pt x="3056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</p:grpSp>
          <p:grpSp>
            <p:nvGrpSpPr>
              <p:cNvPr id="250" name="图形 37"/>
              <p:cNvGrpSpPr/>
              <p:nvPr/>
            </p:nvGrpSpPr>
            <p:grpSpPr>
              <a:xfrm>
                <a:off x="7612135" y="1049621"/>
                <a:ext cx="781999" cy="903178"/>
                <a:chOff x="7612135" y="1049621"/>
                <a:chExt cx="781999" cy="903178"/>
              </a:xfrm>
            </p:grpSpPr>
            <p:sp>
              <p:nvSpPr>
                <p:cNvPr id="251" name="任意多边形: 形状 204"/>
                <p:cNvSpPr/>
                <p:nvPr>
                  <p:custDataLst>
                    <p:tags r:id="rId239"/>
                  </p:custDataLst>
                </p:nvPr>
              </p:nvSpPr>
              <p:spPr>
                <a:xfrm>
                  <a:off x="7613443" y="1049621"/>
                  <a:ext cx="780691" cy="450281"/>
                </a:xfrm>
                <a:custGeom>
                  <a:avLst/>
                  <a:gdLst>
                    <a:gd name="connsiteX0" fmla="*/ 458564 w 780691"/>
                    <a:gd name="connsiteY0" fmla="*/ 450282 h 450281"/>
                    <a:gd name="connsiteX1" fmla="*/ 780692 w 780691"/>
                    <a:gd name="connsiteY1" fmla="*/ 263282 h 450281"/>
                    <a:gd name="connsiteX2" fmla="*/ 322128 w 780691"/>
                    <a:gd name="connsiteY2" fmla="*/ 0 h 450281"/>
                    <a:gd name="connsiteX3" fmla="*/ 0 w 780691"/>
                    <a:gd name="connsiteY3" fmla="*/ 187000 h 450281"/>
                    <a:gd name="connsiteX4" fmla="*/ 458564 w 780691"/>
                    <a:gd name="connsiteY4" fmla="*/ 450282 h 4502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80691" h="450281">
                      <a:moveTo>
                        <a:pt x="458564" y="450282"/>
                      </a:moveTo>
                      <a:lnTo>
                        <a:pt x="780692" y="263282"/>
                      </a:lnTo>
                      <a:lnTo>
                        <a:pt x="322128" y="0"/>
                      </a:lnTo>
                      <a:lnTo>
                        <a:pt x="0" y="187000"/>
                      </a:lnTo>
                      <a:lnTo>
                        <a:pt x="458564" y="450282"/>
                      </a:lnTo>
                      <a:close/>
                    </a:path>
                  </a:pathLst>
                </a:custGeom>
                <a:solidFill>
                  <a:srgbClr val="F4F5FA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  <p:sp>
              <p:nvSpPr>
                <p:cNvPr id="252" name="任意多边形: 形状 205"/>
                <p:cNvSpPr/>
                <p:nvPr>
                  <p:custDataLst>
                    <p:tags r:id="rId240"/>
                  </p:custDataLst>
                </p:nvPr>
              </p:nvSpPr>
              <p:spPr>
                <a:xfrm>
                  <a:off x="8070699" y="1312902"/>
                  <a:ext cx="323435" cy="639896"/>
                </a:xfrm>
                <a:custGeom>
                  <a:avLst/>
                  <a:gdLst>
                    <a:gd name="connsiteX0" fmla="*/ 0 w 323435"/>
                    <a:gd name="connsiteY0" fmla="*/ 639897 h 639896"/>
                    <a:gd name="connsiteX1" fmla="*/ 322128 w 323435"/>
                    <a:gd name="connsiteY1" fmla="*/ 452897 h 639896"/>
                    <a:gd name="connsiteX2" fmla="*/ 323436 w 323435"/>
                    <a:gd name="connsiteY2" fmla="*/ 0 h 639896"/>
                    <a:gd name="connsiteX3" fmla="*/ 1308 w 323435"/>
                    <a:gd name="connsiteY3" fmla="*/ 187000 h 639896"/>
                    <a:gd name="connsiteX4" fmla="*/ 0 w 323435"/>
                    <a:gd name="connsiteY4" fmla="*/ 639897 h 639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435" h="639896">
                      <a:moveTo>
                        <a:pt x="0" y="639897"/>
                      </a:moveTo>
                      <a:lnTo>
                        <a:pt x="322128" y="452897"/>
                      </a:lnTo>
                      <a:lnTo>
                        <a:pt x="323436" y="0"/>
                      </a:lnTo>
                      <a:lnTo>
                        <a:pt x="1308" y="187000"/>
                      </a:lnTo>
                      <a:lnTo>
                        <a:pt x="0" y="639897"/>
                      </a:lnTo>
                      <a:close/>
                    </a:path>
                  </a:pathLst>
                </a:custGeom>
                <a:solidFill>
                  <a:srgbClr val="BFC7ED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  <p:sp>
              <p:nvSpPr>
                <p:cNvPr id="253" name="任意多边形: 形状 206"/>
                <p:cNvSpPr/>
                <p:nvPr>
                  <p:custDataLst>
                    <p:tags r:id="rId241"/>
                  </p:custDataLst>
                </p:nvPr>
              </p:nvSpPr>
              <p:spPr>
                <a:xfrm>
                  <a:off x="7612135" y="1236620"/>
                  <a:ext cx="459871" cy="716178"/>
                </a:xfrm>
                <a:custGeom>
                  <a:avLst/>
                  <a:gdLst>
                    <a:gd name="connsiteX0" fmla="*/ 459871 w 459871"/>
                    <a:gd name="connsiteY0" fmla="*/ 263282 h 716178"/>
                    <a:gd name="connsiteX1" fmla="*/ 1308 w 459871"/>
                    <a:gd name="connsiteY1" fmla="*/ 0 h 716178"/>
                    <a:gd name="connsiteX2" fmla="*/ 0 w 459871"/>
                    <a:gd name="connsiteY2" fmla="*/ 451153 h 716178"/>
                    <a:gd name="connsiteX3" fmla="*/ 458564 w 459871"/>
                    <a:gd name="connsiteY3" fmla="*/ 716179 h 716178"/>
                    <a:gd name="connsiteX4" fmla="*/ 459871 w 459871"/>
                    <a:gd name="connsiteY4" fmla="*/ 263282 h 7161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59871" h="716178">
                      <a:moveTo>
                        <a:pt x="459871" y="263282"/>
                      </a:moveTo>
                      <a:lnTo>
                        <a:pt x="1308" y="0"/>
                      </a:lnTo>
                      <a:lnTo>
                        <a:pt x="0" y="451153"/>
                      </a:lnTo>
                      <a:lnTo>
                        <a:pt x="458564" y="716179"/>
                      </a:lnTo>
                      <a:lnTo>
                        <a:pt x="459871" y="263282"/>
                      </a:lnTo>
                      <a:close/>
                    </a:path>
                  </a:pathLst>
                </a:custGeom>
                <a:solidFill>
                  <a:srgbClr val="E3E5FA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</p:grpSp>
          <p:grpSp>
            <p:nvGrpSpPr>
              <p:cNvPr id="254" name="图形 37"/>
              <p:cNvGrpSpPr/>
              <p:nvPr/>
            </p:nvGrpSpPr>
            <p:grpSpPr>
              <a:xfrm>
                <a:off x="8660032" y="2452773"/>
                <a:ext cx="1381358" cy="2241473"/>
                <a:chOff x="8660032" y="2452773"/>
                <a:chExt cx="1381358" cy="2241473"/>
              </a:xfrm>
            </p:grpSpPr>
            <p:sp>
              <p:nvSpPr>
                <p:cNvPr id="255" name="任意多边形: 形状 211"/>
                <p:cNvSpPr/>
                <p:nvPr>
                  <p:custDataLst>
                    <p:tags r:id="rId242"/>
                  </p:custDataLst>
                </p:nvPr>
              </p:nvSpPr>
              <p:spPr>
                <a:xfrm>
                  <a:off x="9072827" y="3878592"/>
                  <a:ext cx="332589" cy="192666"/>
                </a:xfrm>
                <a:custGeom>
                  <a:avLst/>
                  <a:gdLst>
                    <a:gd name="connsiteX0" fmla="*/ 10462 w 332589"/>
                    <a:gd name="connsiteY0" fmla="*/ 187000 h 192666"/>
                    <a:gd name="connsiteX1" fmla="*/ 332590 w 332589"/>
                    <a:gd name="connsiteY1" fmla="*/ 0 h 192666"/>
                    <a:gd name="connsiteX2" fmla="*/ 322128 w 332589"/>
                    <a:gd name="connsiteY2" fmla="*/ 5667 h 192666"/>
                    <a:gd name="connsiteX3" fmla="*/ 0 w 332589"/>
                    <a:gd name="connsiteY3" fmla="*/ 192666 h 192666"/>
                    <a:gd name="connsiteX4" fmla="*/ 10462 w 332589"/>
                    <a:gd name="connsiteY4" fmla="*/ 187000 h 192666"/>
                    <a:gd name="connsiteX5" fmla="*/ 10462 w 332589"/>
                    <a:gd name="connsiteY5" fmla="*/ 187000 h 1926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32589" h="192666">
                      <a:moveTo>
                        <a:pt x="10462" y="187000"/>
                      </a:moveTo>
                      <a:lnTo>
                        <a:pt x="332590" y="0"/>
                      </a:lnTo>
                      <a:cubicBezTo>
                        <a:pt x="329102" y="2179"/>
                        <a:pt x="325615" y="3923"/>
                        <a:pt x="322128" y="5667"/>
                      </a:cubicBezTo>
                      <a:lnTo>
                        <a:pt x="0" y="192666"/>
                      </a:lnTo>
                      <a:cubicBezTo>
                        <a:pt x="3487" y="190923"/>
                        <a:pt x="6974" y="188743"/>
                        <a:pt x="10462" y="187000"/>
                      </a:cubicBezTo>
                      <a:lnTo>
                        <a:pt x="10462" y="187000"/>
                      </a:lnTo>
                      <a:close/>
                    </a:path>
                  </a:pathLst>
                </a:custGeom>
                <a:solidFill>
                  <a:srgbClr val="262A53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  <p:grpSp>
              <p:nvGrpSpPr>
                <p:cNvPr id="256" name="图形 37"/>
                <p:cNvGrpSpPr/>
                <p:nvPr/>
              </p:nvGrpSpPr>
              <p:grpSpPr>
                <a:xfrm>
                  <a:off x="9404544" y="3759592"/>
                  <a:ext cx="634230" cy="864383"/>
                  <a:chOff x="9404544" y="3759592"/>
                  <a:chExt cx="634230" cy="864383"/>
                </a:xfrm>
                <a:solidFill>
                  <a:srgbClr val="043D82"/>
                </a:solidFill>
              </p:grpSpPr>
              <p:sp>
                <p:nvSpPr>
                  <p:cNvPr id="257" name="任意多边形: 形状 215"/>
                  <p:cNvSpPr/>
                  <p:nvPr>
                    <p:custDataLst>
                      <p:tags r:id="rId243"/>
                    </p:custDataLst>
                  </p:nvPr>
                </p:nvSpPr>
                <p:spPr>
                  <a:xfrm>
                    <a:off x="9404544" y="3759592"/>
                    <a:ext cx="634230" cy="864383"/>
                  </a:xfrm>
                  <a:custGeom>
                    <a:avLst/>
                    <a:gdLst>
                      <a:gd name="connsiteX0" fmla="*/ 0 w 634230"/>
                      <a:gd name="connsiteY0" fmla="*/ 864384 h 864383"/>
                      <a:gd name="connsiteX1" fmla="*/ 322128 w 634230"/>
                      <a:gd name="connsiteY1" fmla="*/ 677384 h 864383"/>
                      <a:gd name="connsiteX2" fmla="*/ 634230 w 634230"/>
                      <a:gd name="connsiteY2" fmla="*/ 0 h 864383"/>
                      <a:gd name="connsiteX3" fmla="*/ 312102 w 634230"/>
                      <a:gd name="connsiteY3" fmla="*/ 187000 h 864383"/>
                      <a:gd name="connsiteX4" fmla="*/ 0 w 634230"/>
                      <a:gd name="connsiteY4" fmla="*/ 864384 h 86438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634230" h="864383">
                        <a:moveTo>
                          <a:pt x="0" y="864384"/>
                        </a:moveTo>
                        <a:lnTo>
                          <a:pt x="322128" y="677384"/>
                        </a:lnTo>
                        <a:cubicBezTo>
                          <a:pt x="522641" y="562743"/>
                          <a:pt x="632923" y="322128"/>
                          <a:pt x="634230" y="0"/>
                        </a:cubicBezTo>
                        <a:lnTo>
                          <a:pt x="312102" y="187000"/>
                        </a:lnTo>
                        <a:cubicBezTo>
                          <a:pt x="311231" y="509128"/>
                          <a:pt x="200513" y="749743"/>
                          <a:pt x="0" y="864384"/>
                        </a:cubicBezTo>
                        <a:close/>
                      </a:path>
                    </a:pathLst>
                  </a:custGeom>
                  <a:solidFill>
                    <a:srgbClr val="043D82"/>
                  </a:solidFill>
                  <a:ln w="43489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PPOSans R"/>
                      <a:ea typeface="OPPOSans R"/>
                      <a:cs typeface="+mn-cs"/>
                    </a:endParaRPr>
                  </a:p>
                </p:txBody>
              </p:sp>
              <p:sp>
                <p:nvSpPr>
                  <p:cNvPr id="258" name="任意多边形: 形状 216"/>
                  <p:cNvSpPr/>
                  <p:nvPr>
                    <p:custDataLst>
                      <p:tags r:id="rId244"/>
                    </p:custDataLst>
                  </p:nvPr>
                </p:nvSpPr>
                <p:spPr>
                  <a:xfrm>
                    <a:off x="9404544" y="3759592"/>
                    <a:ext cx="634230" cy="864383"/>
                  </a:xfrm>
                  <a:custGeom>
                    <a:avLst/>
                    <a:gdLst>
                      <a:gd name="connsiteX0" fmla="*/ 0 w 634230"/>
                      <a:gd name="connsiteY0" fmla="*/ 864384 h 864383"/>
                      <a:gd name="connsiteX1" fmla="*/ 322128 w 634230"/>
                      <a:gd name="connsiteY1" fmla="*/ 677384 h 864383"/>
                      <a:gd name="connsiteX2" fmla="*/ 634230 w 634230"/>
                      <a:gd name="connsiteY2" fmla="*/ 0 h 864383"/>
                      <a:gd name="connsiteX3" fmla="*/ 312102 w 634230"/>
                      <a:gd name="connsiteY3" fmla="*/ 187000 h 864383"/>
                      <a:gd name="connsiteX4" fmla="*/ 0 w 634230"/>
                      <a:gd name="connsiteY4" fmla="*/ 864384 h 864383"/>
                      <a:gd name="connsiteX5" fmla="*/ 0 w 634230"/>
                      <a:gd name="connsiteY5" fmla="*/ 864384 h 86438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634230" h="864383">
                        <a:moveTo>
                          <a:pt x="0" y="864384"/>
                        </a:moveTo>
                        <a:lnTo>
                          <a:pt x="322128" y="677384"/>
                        </a:lnTo>
                        <a:cubicBezTo>
                          <a:pt x="522641" y="562743"/>
                          <a:pt x="632923" y="322128"/>
                          <a:pt x="634230" y="0"/>
                        </a:cubicBezTo>
                        <a:lnTo>
                          <a:pt x="312102" y="187000"/>
                        </a:lnTo>
                        <a:cubicBezTo>
                          <a:pt x="311231" y="509128"/>
                          <a:pt x="200513" y="749743"/>
                          <a:pt x="0" y="864384"/>
                        </a:cubicBezTo>
                        <a:lnTo>
                          <a:pt x="0" y="864384"/>
                        </a:lnTo>
                        <a:close/>
                      </a:path>
                    </a:pathLst>
                  </a:custGeom>
                  <a:solidFill>
                    <a:schemeClr val="accent1">
                      <a:lumMod val="75000"/>
                    </a:schemeClr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PPOSans R"/>
                      <a:ea typeface="OPPOSans R"/>
                      <a:cs typeface="+mn-cs"/>
                    </a:endParaRPr>
                  </a:p>
                </p:txBody>
              </p:sp>
            </p:grpSp>
            <p:sp>
              <p:nvSpPr>
                <p:cNvPr id="259" name="任意多边形: 形状 217"/>
                <p:cNvSpPr/>
                <p:nvPr>
                  <p:custDataLst>
                    <p:tags r:id="rId245"/>
                  </p:custDataLst>
                </p:nvPr>
              </p:nvSpPr>
              <p:spPr>
                <a:xfrm>
                  <a:off x="9716211" y="2717362"/>
                  <a:ext cx="325179" cy="1229229"/>
                </a:xfrm>
                <a:custGeom>
                  <a:avLst/>
                  <a:gdLst>
                    <a:gd name="connsiteX0" fmla="*/ 0 w 325179"/>
                    <a:gd name="connsiteY0" fmla="*/ 1229230 h 1229229"/>
                    <a:gd name="connsiteX1" fmla="*/ 322128 w 325179"/>
                    <a:gd name="connsiteY1" fmla="*/ 1042230 h 1229229"/>
                    <a:gd name="connsiteX2" fmla="*/ 325179 w 325179"/>
                    <a:gd name="connsiteY2" fmla="*/ 0 h 1229229"/>
                    <a:gd name="connsiteX3" fmla="*/ 3051 w 325179"/>
                    <a:gd name="connsiteY3" fmla="*/ 187000 h 1229229"/>
                    <a:gd name="connsiteX4" fmla="*/ 0 w 325179"/>
                    <a:gd name="connsiteY4" fmla="*/ 1229230 h 12292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5179" h="1229229">
                      <a:moveTo>
                        <a:pt x="0" y="1229230"/>
                      </a:moveTo>
                      <a:lnTo>
                        <a:pt x="322128" y="1042230"/>
                      </a:lnTo>
                      <a:lnTo>
                        <a:pt x="325179" y="0"/>
                      </a:lnTo>
                      <a:lnTo>
                        <a:pt x="3051" y="187000"/>
                      </a:lnTo>
                      <a:lnTo>
                        <a:pt x="0" y="1229230"/>
                      </a:ln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  <p:sp>
              <p:nvSpPr>
                <p:cNvPr id="260" name="任意多边形: 形状 218"/>
                <p:cNvSpPr/>
                <p:nvPr>
                  <p:custDataLst>
                    <p:tags r:id="rId246"/>
                  </p:custDataLst>
                </p:nvPr>
              </p:nvSpPr>
              <p:spPr>
                <a:xfrm>
                  <a:off x="9260698" y="2452773"/>
                  <a:ext cx="780691" cy="451589"/>
                </a:xfrm>
                <a:custGeom>
                  <a:avLst/>
                  <a:gdLst>
                    <a:gd name="connsiteX0" fmla="*/ 458564 w 780691"/>
                    <a:gd name="connsiteY0" fmla="*/ 451589 h 451589"/>
                    <a:gd name="connsiteX1" fmla="*/ 780692 w 780691"/>
                    <a:gd name="connsiteY1" fmla="*/ 264589 h 451589"/>
                    <a:gd name="connsiteX2" fmla="*/ 322128 w 780691"/>
                    <a:gd name="connsiteY2" fmla="*/ 0 h 451589"/>
                    <a:gd name="connsiteX3" fmla="*/ 0 w 780691"/>
                    <a:gd name="connsiteY3" fmla="*/ 187000 h 451589"/>
                    <a:gd name="connsiteX4" fmla="*/ 458564 w 780691"/>
                    <a:gd name="connsiteY4" fmla="*/ 451589 h 4515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80691" h="451589">
                      <a:moveTo>
                        <a:pt x="458564" y="451589"/>
                      </a:moveTo>
                      <a:lnTo>
                        <a:pt x="780692" y="264589"/>
                      </a:lnTo>
                      <a:lnTo>
                        <a:pt x="322128" y="0"/>
                      </a:lnTo>
                      <a:lnTo>
                        <a:pt x="0" y="187000"/>
                      </a:lnTo>
                      <a:lnTo>
                        <a:pt x="458564" y="451589"/>
                      </a:lnTo>
                      <a:close/>
                    </a:path>
                  </a:pathLst>
                </a:custGeom>
                <a:solidFill>
                  <a:srgbClr val="343A72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  <p:sp>
              <p:nvSpPr>
                <p:cNvPr id="261" name="任意多边形: 形状 219"/>
                <p:cNvSpPr/>
                <p:nvPr>
                  <p:custDataLst>
                    <p:tags r:id="rId247"/>
                  </p:custDataLst>
                </p:nvPr>
              </p:nvSpPr>
              <p:spPr>
                <a:xfrm>
                  <a:off x="8660032" y="2639773"/>
                  <a:ext cx="1059665" cy="2054473"/>
                </a:xfrm>
                <a:custGeom>
                  <a:avLst/>
                  <a:gdLst>
                    <a:gd name="connsiteX0" fmla="*/ 600666 w 1059665"/>
                    <a:gd name="connsiteY0" fmla="*/ 0 h 2054473"/>
                    <a:gd name="connsiteX1" fmla="*/ 597615 w 1059665"/>
                    <a:gd name="connsiteY1" fmla="*/ 1043973 h 2054473"/>
                    <a:gd name="connsiteX2" fmla="*/ 1308 w 1059665"/>
                    <a:gd name="connsiteY2" fmla="*/ 1386589 h 2054473"/>
                    <a:gd name="connsiteX3" fmla="*/ 0 w 1059665"/>
                    <a:gd name="connsiteY3" fmla="*/ 1912280 h 2054473"/>
                    <a:gd name="connsiteX4" fmla="*/ 744512 w 1059665"/>
                    <a:gd name="connsiteY4" fmla="*/ 1984203 h 2054473"/>
                    <a:gd name="connsiteX5" fmla="*/ 1056615 w 1059665"/>
                    <a:gd name="connsiteY5" fmla="*/ 1306819 h 2054473"/>
                    <a:gd name="connsiteX6" fmla="*/ 1059666 w 1059665"/>
                    <a:gd name="connsiteY6" fmla="*/ 264589 h 2054473"/>
                    <a:gd name="connsiteX7" fmla="*/ 601102 w 1059665"/>
                    <a:gd name="connsiteY7" fmla="*/ 0 h 20544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059665" h="2054473">
                      <a:moveTo>
                        <a:pt x="600666" y="0"/>
                      </a:moveTo>
                      <a:lnTo>
                        <a:pt x="597615" y="1043973"/>
                      </a:lnTo>
                      <a:cubicBezTo>
                        <a:pt x="596743" y="1420588"/>
                        <a:pt x="329102" y="1573588"/>
                        <a:pt x="1308" y="1386589"/>
                      </a:cubicBezTo>
                      <a:lnTo>
                        <a:pt x="0" y="1912280"/>
                      </a:lnTo>
                      <a:cubicBezTo>
                        <a:pt x="279410" y="2072690"/>
                        <a:pt x="544436" y="2098408"/>
                        <a:pt x="744512" y="1984203"/>
                      </a:cubicBezTo>
                      <a:cubicBezTo>
                        <a:pt x="945025" y="1869562"/>
                        <a:pt x="1055307" y="1628947"/>
                        <a:pt x="1056615" y="1306819"/>
                      </a:cubicBezTo>
                      <a:lnTo>
                        <a:pt x="1059666" y="264589"/>
                      </a:lnTo>
                      <a:lnTo>
                        <a:pt x="60110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</p:grpSp>
          <p:grpSp>
            <p:nvGrpSpPr>
              <p:cNvPr id="262" name="图形 37"/>
              <p:cNvGrpSpPr/>
              <p:nvPr/>
            </p:nvGrpSpPr>
            <p:grpSpPr>
              <a:xfrm>
                <a:off x="9260698" y="1995953"/>
                <a:ext cx="781999" cy="908409"/>
                <a:chOff x="9260698" y="1995953"/>
                <a:chExt cx="781999" cy="908409"/>
              </a:xfrm>
            </p:grpSpPr>
            <p:sp>
              <p:nvSpPr>
                <p:cNvPr id="263" name="任意多边形: 形状 221"/>
                <p:cNvSpPr/>
                <p:nvPr>
                  <p:custDataLst>
                    <p:tags r:id="rId248"/>
                  </p:custDataLst>
                </p:nvPr>
              </p:nvSpPr>
              <p:spPr>
                <a:xfrm>
                  <a:off x="9262006" y="1995953"/>
                  <a:ext cx="780691" cy="449845"/>
                </a:xfrm>
                <a:custGeom>
                  <a:avLst/>
                  <a:gdLst>
                    <a:gd name="connsiteX0" fmla="*/ 458564 w 780691"/>
                    <a:gd name="connsiteY0" fmla="*/ 449846 h 449845"/>
                    <a:gd name="connsiteX1" fmla="*/ 780692 w 780691"/>
                    <a:gd name="connsiteY1" fmla="*/ 262846 h 449845"/>
                    <a:gd name="connsiteX2" fmla="*/ 322128 w 780691"/>
                    <a:gd name="connsiteY2" fmla="*/ 0 h 449845"/>
                    <a:gd name="connsiteX3" fmla="*/ 0 w 780691"/>
                    <a:gd name="connsiteY3" fmla="*/ 187000 h 449845"/>
                    <a:gd name="connsiteX4" fmla="*/ 458564 w 780691"/>
                    <a:gd name="connsiteY4" fmla="*/ 449846 h 4498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80691" h="449845">
                      <a:moveTo>
                        <a:pt x="458564" y="449846"/>
                      </a:moveTo>
                      <a:lnTo>
                        <a:pt x="780692" y="262846"/>
                      </a:lnTo>
                      <a:lnTo>
                        <a:pt x="322128" y="0"/>
                      </a:lnTo>
                      <a:lnTo>
                        <a:pt x="0" y="187000"/>
                      </a:lnTo>
                      <a:lnTo>
                        <a:pt x="458564" y="449846"/>
                      </a:lnTo>
                      <a:close/>
                    </a:path>
                  </a:pathLst>
                </a:custGeom>
                <a:solidFill>
                  <a:srgbClr val="F4F5FA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  <p:sp>
              <p:nvSpPr>
                <p:cNvPr id="264" name="任意多边形: 形状 222"/>
                <p:cNvSpPr/>
                <p:nvPr>
                  <p:custDataLst>
                    <p:tags r:id="rId249"/>
                  </p:custDataLst>
                </p:nvPr>
              </p:nvSpPr>
              <p:spPr>
                <a:xfrm>
                  <a:off x="9719262" y="2258799"/>
                  <a:ext cx="323435" cy="645563"/>
                </a:xfrm>
                <a:custGeom>
                  <a:avLst/>
                  <a:gdLst>
                    <a:gd name="connsiteX0" fmla="*/ 0 w 323435"/>
                    <a:gd name="connsiteY0" fmla="*/ 645563 h 645563"/>
                    <a:gd name="connsiteX1" fmla="*/ 322128 w 323435"/>
                    <a:gd name="connsiteY1" fmla="*/ 458564 h 645563"/>
                    <a:gd name="connsiteX2" fmla="*/ 323436 w 323435"/>
                    <a:gd name="connsiteY2" fmla="*/ 0 h 645563"/>
                    <a:gd name="connsiteX3" fmla="*/ 1308 w 323435"/>
                    <a:gd name="connsiteY3" fmla="*/ 187000 h 645563"/>
                    <a:gd name="connsiteX4" fmla="*/ 0 w 323435"/>
                    <a:gd name="connsiteY4" fmla="*/ 645563 h 6455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435" h="645563">
                      <a:moveTo>
                        <a:pt x="0" y="645563"/>
                      </a:moveTo>
                      <a:lnTo>
                        <a:pt x="322128" y="458564"/>
                      </a:lnTo>
                      <a:lnTo>
                        <a:pt x="323436" y="0"/>
                      </a:lnTo>
                      <a:lnTo>
                        <a:pt x="1308" y="187000"/>
                      </a:lnTo>
                      <a:lnTo>
                        <a:pt x="0" y="645563"/>
                      </a:lnTo>
                      <a:close/>
                    </a:path>
                  </a:pathLst>
                </a:custGeom>
                <a:solidFill>
                  <a:srgbClr val="BFC7ED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  <p:sp>
              <p:nvSpPr>
                <p:cNvPr id="265" name="任意多边形: 形状 223"/>
                <p:cNvSpPr/>
                <p:nvPr>
                  <p:custDataLst>
                    <p:tags r:id="rId250"/>
                  </p:custDataLst>
                </p:nvPr>
              </p:nvSpPr>
              <p:spPr>
                <a:xfrm>
                  <a:off x="9260698" y="2182953"/>
                  <a:ext cx="459871" cy="721409"/>
                </a:xfrm>
                <a:custGeom>
                  <a:avLst/>
                  <a:gdLst>
                    <a:gd name="connsiteX0" fmla="*/ 459871 w 459871"/>
                    <a:gd name="connsiteY0" fmla="*/ 262846 h 721409"/>
                    <a:gd name="connsiteX1" fmla="*/ 1308 w 459871"/>
                    <a:gd name="connsiteY1" fmla="*/ 0 h 721409"/>
                    <a:gd name="connsiteX2" fmla="*/ 0 w 459871"/>
                    <a:gd name="connsiteY2" fmla="*/ 456820 h 721409"/>
                    <a:gd name="connsiteX3" fmla="*/ 458564 w 459871"/>
                    <a:gd name="connsiteY3" fmla="*/ 721410 h 721409"/>
                    <a:gd name="connsiteX4" fmla="*/ 459871 w 459871"/>
                    <a:gd name="connsiteY4" fmla="*/ 262846 h 7214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59871" h="721409">
                      <a:moveTo>
                        <a:pt x="459871" y="262846"/>
                      </a:moveTo>
                      <a:lnTo>
                        <a:pt x="1308" y="0"/>
                      </a:lnTo>
                      <a:lnTo>
                        <a:pt x="0" y="456820"/>
                      </a:lnTo>
                      <a:lnTo>
                        <a:pt x="458564" y="721410"/>
                      </a:lnTo>
                      <a:lnTo>
                        <a:pt x="459871" y="262846"/>
                      </a:lnTo>
                      <a:close/>
                    </a:path>
                  </a:pathLst>
                </a:custGeom>
                <a:solidFill>
                  <a:srgbClr val="E3E5FA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</p:grpSp>
        </p:grpSp>
        <p:grpSp>
          <p:nvGrpSpPr>
            <p:cNvPr id="1252" name="图形 37"/>
            <p:cNvGrpSpPr/>
            <p:nvPr/>
          </p:nvGrpSpPr>
          <p:grpSpPr>
            <a:xfrm>
              <a:off x="7081995" y="2993262"/>
              <a:ext cx="551935" cy="1711003"/>
              <a:chOff x="7081995" y="2993262"/>
              <a:chExt cx="551935" cy="1711003"/>
            </a:xfrm>
          </p:grpSpPr>
          <p:sp>
            <p:nvSpPr>
              <p:cNvPr id="1253" name="任意多边形: 形状 1252"/>
              <p:cNvSpPr/>
              <p:nvPr>
                <p:custDataLst>
                  <p:tags r:id="rId251"/>
                </p:custDataLst>
              </p:nvPr>
            </p:nvSpPr>
            <p:spPr>
              <a:xfrm>
                <a:off x="7327434" y="3069761"/>
                <a:ext cx="135565" cy="377373"/>
              </a:xfrm>
              <a:custGeom>
                <a:avLst/>
                <a:gdLst>
                  <a:gd name="connsiteX0" fmla="*/ 101625 w 135565"/>
                  <a:gd name="connsiteY0" fmla="*/ 243909 h 377373"/>
                  <a:gd name="connsiteX1" fmla="*/ 104676 w 135565"/>
                  <a:gd name="connsiteY1" fmla="*/ 166755 h 377373"/>
                  <a:gd name="connsiteX2" fmla="*/ 88983 w 135565"/>
                  <a:gd name="connsiteY2" fmla="*/ 138422 h 377373"/>
                  <a:gd name="connsiteX3" fmla="*/ 82881 w 135565"/>
                  <a:gd name="connsiteY3" fmla="*/ 60396 h 377373"/>
                  <a:gd name="connsiteX4" fmla="*/ 90291 w 135565"/>
                  <a:gd name="connsiteY4" fmla="*/ 27268 h 377373"/>
                  <a:gd name="connsiteX5" fmla="*/ 93778 w 135565"/>
                  <a:gd name="connsiteY5" fmla="*/ 8089 h 377373"/>
                  <a:gd name="connsiteX6" fmla="*/ 54112 w 135565"/>
                  <a:gd name="connsiteY6" fmla="*/ 1114 h 377373"/>
                  <a:gd name="connsiteX7" fmla="*/ 24035 w 135565"/>
                  <a:gd name="connsiteY7" fmla="*/ 1114 h 377373"/>
                  <a:gd name="connsiteX8" fmla="*/ 17932 w 135565"/>
                  <a:gd name="connsiteY8" fmla="*/ 32499 h 377373"/>
                  <a:gd name="connsiteX9" fmla="*/ 20112 w 135565"/>
                  <a:gd name="connsiteY9" fmla="*/ 114012 h 377373"/>
                  <a:gd name="connsiteX10" fmla="*/ 20112 w 135565"/>
                  <a:gd name="connsiteY10" fmla="*/ 121858 h 377373"/>
                  <a:gd name="connsiteX11" fmla="*/ 4855 w 135565"/>
                  <a:gd name="connsiteY11" fmla="*/ 176781 h 377373"/>
                  <a:gd name="connsiteX12" fmla="*/ 1368 w 135565"/>
                  <a:gd name="connsiteY12" fmla="*/ 208601 h 377373"/>
                  <a:gd name="connsiteX13" fmla="*/ 18804 w 135565"/>
                  <a:gd name="connsiteY13" fmla="*/ 223422 h 377373"/>
                  <a:gd name="connsiteX14" fmla="*/ 35804 w 135565"/>
                  <a:gd name="connsiteY14" fmla="*/ 255678 h 377373"/>
                  <a:gd name="connsiteX15" fmla="*/ 46266 w 135565"/>
                  <a:gd name="connsiteY15" fmla="*/ 334140 h 377373"/>
                  <a:gd name="connsiteX16" fmla="*/ 95086 w 135565"/>
                  <a:gd name="connsiteY16" fmla="*/ 375986 h 377373"/>
                  <a:gd name="connsiteX17" fmla="*/ 135189 w 135565"/>
                  <a:gd name="connsiteY17" fmla="*/ 367268 h 377373"/>
                  <a:gd name="connsiteX18" fmla="*/ 126471 w 135565"/>
                  <a:gd name="connsiteY18" fmla="*/ 338063 h 377373"/>
                  <a:gd name="connsiteX19" fmla="*/ 102060 w 135565"/>
                  <a:gd name="connsiteY19" fmla="*/ 244781 h 3773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35565" h="377373">
                    <a:moveTo>
                      <a:pt x="101625" y="243909"/>
                    </a:moveTo>
                    <a:cubicBezTo>
                      <a:pt x="103368" y="220371"/>
                      <a:pt x="119060" y="188550"/>
                      <a:pt x="104676" y="166755"/>
                    </a:cubicBezTo>
                    <a:cubicBezTo>
                      <a:pt x="98573" y="157165"/>
                      <a:pt x="92471" y="149319"/>
                      <a:pt x="88983" y="138422"/>
                    </a:cubicBezTo>
                    <a:cubicBezTo>
                      <a:pt x="81137" y="113140"/>
                      <a:pt x="76778" y="86550"/>
                      <a:pt x="82881" y="60396"/>
                    </a:cubicBezTo>
                    <a:cubicBezTo>
                      <a:pt x="85496" y="49499"/>
                      <a:pt x="87240" y="38166"/>
                      <a:pt x="90291" y="27268"/>
                    </a:cubicBezTo>
                    <a:cubicBezTo>
                      <a:pt x="92035" y="21601"/>
                      <a:pt x="95086" y="14627"/>
                      <a:pt x="93778" y="8089"/>
                    </a:cubicBezTo>
                    <a:cubicBezTo>
                      <a:pt x="91163" y="-4116"/>
                      <a:pt x="63701" y="1114"/>
                      <a:pt x="54112" y="1114"/>
                    </a:cubicBezTo>
                    <a:cubicBezTo>
                      <a:pt x="51932" y="1114"/>
                      <a:pt x="24035" y="-193"/>
                      <a:pt x="24035" y="1114"/>
                    </a:cubicBezTo>
                    <a:cubicBezTo>
                      <a:pt x="20984" y="11576"/>
                      <a:pt x="19240" y="22037"/>
                      <a:pt x="17932" y="32499"/>
                    </a:cubicBezTo>
                    <a:cubicBezTo>
                      <a:pt x="15753" y="59524"/>
                      <a:pt x="19676" y="86986"/>
                      <a:pt x="20112" y="114012"/>
                    </a:cubicBezTo>
                    <a:cubicBezTo>
                      <a:pt x="20112" y="116627"/>
                      <a:pt x="20112" y="119242"/>
                      <a:pt x="20112" y="121858"/>
                    </a:cubicBezTo>
                    <a:cubicBezTo>
                      <a:pt x="18804" y="141473"/>
                      <a:pt x="11394" y="157165"/>
                      <a:pt x="4855" y="176781"/>
                    </a:cubicBezTo>
                    <a:cubicBezTo>
                      <a:pt x="1804" y="185499"/>
                      <a:pt x="-2119" y="199012"/>
                      <a:pt x="1368" y="208601"/>
                    </a:cubicBezTo>
                    <a:cubicBezTo>
                      <a:pt x="4419" y="216011"/>
                      <a:pt x="13137" y="217755"/>
                      <a:pt x="18804" y="223422"/>
                    </a:cubicBezTo>
                    <a:cubicBezTo>
                      <a:pt x="27086" y="232140"/>
                      <a:pt x="32317" y="244345"/>
                      <a:pt x="35804" y="255678"/>
                    </a:cubicBezTo>
                    <a:cubicBezTo>
                      <a:pt x="44522" y="281832"/>
                      <a:pt x="43650" y="307550"/>
                      <a:pt x="46266" y="334140"/>
                    </a:cubicBezTo>
                    <a:cubicBezTo>
                      <a:pt x="48881" y="360729"/>
                      <a:pt x="70676" y="372935"/>
                      <a:pt x="95086" y="375986"/>
                    </a:cubicBezTo>
                    <a:cubicBezTo>
                      <a:pt x="105548" y="377293"/>
                      <a:pt x="131701" y="380781"/>
                      <a:pt x="135189" y="367268"/>
                    </a:cubicBezTo>
                    <a:cubicBezTo>
                      <a:pt x="137368" y="358986"/>
                      <a:pt x="129522" y="345909"/>
                      <a:pt x="126471" y="338063"/>
                    </a:cubicBezTo>
                    <a:cubicBezTo>
                      <a:pt x="115573" y="309729"/>
                      <a:pt x="99881" y="275729"/>
                      <a:pt x="102060" y="244781"/>
                    </a:cubicBezTo>
                    <a:close/>
                  </a:path>
                </a:pathLst>
              </a:custGeom>
              <a:solidFill>
                <a:srgbClr val="7A472D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grpSp>
            <p:nvGrpSpPr>
              <p:cNvPr id="1254" name="图形 37"/>
              <p:cNvGrpSpPr/>
              <p:nvPr/>
            </p:nvGrpSpPr>
            <p:grpSpPr>
              <a:xfrm>
                <a:off x="7348859" y="3267874"/>
                <a:ext cx="253251" cy="340025"/>
                <a:chOff x="7348859" y="3267874"/>
                <a:chExt cx="253251" cy="340025"/>
              </a:xfrm>
              <a:solidFill>
                <a:srgbClr val="EBEEFC"/>
              </a:solidFill>
            </p:grpSpPr>
            <p:sp>
              <p:nvSpPr>
                <p:cNvPr id="1255" name="任意多边形: 形状 1254"/>
                <p:cNvSpPr/>
                <p:nvPr>
                  <p:custDataLst>
                    <p:tags r:id="rId252"/>
                  </p:custDataLst>
                </p:nvPr>
              </p:nvSpPr>
              <p:spPr>
                <a:xfrm>
                  <a:off x="7348859" y="3267874"/>
                  <a:ext cx="139917" cy="226501"/>
                </a:xfrm>
                <a:custGeom>
                  <a:avLst/>
                  <a:gdLst>
                    <a:gd name="connsiteX0" fmla="*/ 77585 w 139917"/>
                    <a:gd name="connsiteY0" fmla="*/ 219718 h 226501"/>
                    <a:gd name="connsiteX1" fmla="*/ 1739 w 139917"/>
                    <a:gd name="connsiteY1" fmla="*/ 85898 h 226501"/>
                    <a:gd name="connsiteX2" fmla="*/ 4354 w 139917"/>
                    <a:gd name="connsiteY2" fmla="*/ 54077 h 226501"/>
                    <a:gd name="connsiteX3" fmla="*/ 15687 w 139917"/>
                    <a:gd name="connsiteY3" fmla="*/ 16590 h 226501"/>
                    <a:gd name="connsiteX4" fmla="*/ 30508 w 139917"/>
                    <a:gd name="connsiteY4" fmla="*/ 1334 h 226501"/>
                    <a:gd name="connsiteX5" fmla="*/ 48379 w 139917"/>
                    <a:gd name="connsiteY5" fmla="*/ 2205 h 226501"/>
                    <a:gd name="connsiteX6" fmla="*/ 104174 w 139917"/>
                    <a:gd name="connsiteY6" fmla="*/ 70205 h 226501"/>
                    <a:gd name="connsiteX7" fmla="*/ 136867 w 139917"/>
                    <a:gd name="connsiteY7" fmla="*/ 164359 h 226501"/>
                    <a:gd name="connsiteX8" fmla="*/ 139918 w 139917"/>
                    <a:gd name="connsiteY8" fmla="*/ 180051 h 226501"/>
                    <a:gd name="connsiteX9" fmla="*/ 97636 w 139917"/>
                    <a:gd name="connsiteY9" fmla="*/ 224513 h 226501"/>
                    <a:gd name="connsiteX10" fmla="*/ 77585 w 139917"/>
                    <a:gd name="connsiteY10" fmla="*/ 219718 h 2265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39917" h="226501">
                      <a:moveTo>
                        <a:pt x="77585" y="219718"/>
                      </a:moveTo>
                      <a:cubicBezTo>
                        <a:pt x="63200" y="196180"/>
                        <a:pt x="20918" y="125564"/>
                        <a:pt x="1739" y="85898"/>
                      </a:cubicBezTo>
                      <a:cubicBezTo>
                        <a:pt x="-3492" y="75436"/>
                        <a:pt x="4790" y="66718"/>
                        <a:pt x="4354" y="54077"/>
                      </a:cubicBezTo>
                      <a:cubicBezTo>
                        <a:pt x="4354" y="41436"/>
                        <a:pt x="8713" y="29667"/>
                        <a:pt x="15687" y="16590"/>
                      </a:cubicBezTo>
                      <a:cubicBezTo>
                        <a:pt x="18739" y="10488"/>
                        <a:pt x="23533" y="3949"/>
                        <a:pt x="30508" y="1334"/>
                      </a:cubicBezTo>
                      <a:cubicBezTo>
                        <a:pt x="37046" y="-1282"/>
                        <a:pt x="43149" y="462"/>
                        <a:pt x="48379" y="2205"/>
                      </a:cubicBezTo>
                      <a:cubicBezTo>
                        <a:pt x="79328" y="13975"/>
                        <a:pt x="96764" y="41872"/>
                        <a:pt x="104174" y="70205"/>
                      </a:cubicBezTo>
                      <a:cubicBezTo>
                        <a:pt x="111149" y="96795"/>
                        <a:pt x="130328" y="137334"/>
                        <a:pt x="136867" y="164359"/>
                      </a:cubicBezTo>
                      <a:cubicBezTo>
                        <a:pt x="138174" y="169590"/>
                        <a:pt x="139918" y="174821"/>
                        <a:pt x="139918" y="180051"/>
                      </a:cubicBezTo>
                      <a:cubicBezTo>
                        <a:pt x="139918" y="206205"/>
                        <a:pt x="118995" y="227128"/>
                        <a:pt x="97636" y="224513"/>
                      </a:cubicBezTo>
                      <a:cubicBezTo>
                        <a:pt x="87174" y="223205"/>
                        <a:pt x="85431" y="232359"/>
                        <a:pt x="77585" y="219718"/>
                      </a:cubicBezTo>
                      <a:close/>
                    </a:path>
                  </a:pathLst>
                </a:custGeom>
                <a:solidFill>
                  <a:srgbClr val="EBEEFC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  <p:sp>
              <p:nvSpPr>
                <p:cNvPr id="1256" name="任意多边形: 形状 1255"/>
                <p:cNvSpPr/>
                <p:nvPr>
                  <p:custDataLst>
                    <p:tags r:id="rId253"/>
                  </p:custDataLst>
                </p:nvPr>
              </p:nvSpPr>
              <p:spPr>
                <a:xfrm>
                  <a:off x="7418838" y="3427550"/>
                  <a:ext cx="183271" cy="180349"/>
                </a:xfrm>
                <a:custGeom>
                  <a:avLst/>
                  <a:gdLst>
                    <a:gd name="connsiteX0" fmla="*/ 155374 w 183271"/>
                    <a:gd name="connsiteY0" fmla="*/ 111914 h 180349"/>
                    <a:gd name="connsiteX1" fmla="*/ 183272 w 183271"/>
                    <a:gd name="connsiteY1" fmla="*/ 111914 h 180349"/>
                    <a:gd name="connsiteX2" fmla="*/ 48579 w 183271"/>
                    <a:gd name="connsiteY2" fmla="*/ 1632 h 180349"/>
                    <a:gd name="connsiteX3" fmla="*/ 9785 w 183271"/>
                    <a:gd name="connsiteY3" fmla="*/ 7299 h 180349"/>
                    <a:gd name="connsiteX4" fmla="*/ 153195 w 183271"/>
                    <a:gd name="connsiteY4" fmla="*/ 178606 h 180349"/>
                    <a:gd name="connsiteX5" fmla="*/ 155810 w 183271"/>
                    <a:gd name="connsiteY5" fmla="*/ 180350 h 180349"/>
                    <a:gd name="connsiteX6" fmla="*/ 155810 w 183271"/>
                    <a:gd name="connsiteY6" fmla="*/ 111914 h 1803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83271" h="180349">
                      <a:moveTo>
                        <a:pt x="155374" y="111914"/>
                      </a:moveTo>
                      <a:lnTo>
                        <a:pt x="183272" y="111914"/>
                      </a:lnTo>
                      <a:cubicBezTo>
                        <a:pt x="145348" y="73991"/>
                        <a:pt x="59041" y="4683"/>
                        <a:pt x="48579" y="1632"/>
                      </a:cubicBezTo>
                      <a:cubicBezTo>
                        <a:pt x="38118" y="-1419"/>
                        <a:pt x="17631" y="-547"/>
                        <a:pt x="9785" y="7299"/>
                      </a:cubicBezTo>
                      <a:cubicBezTo>
                        <a:pt x="-41215" y="58299"/>
                        <a:pt x="122246" y="158119"/>
                        <a:pt x="153195" y="178606"/>
                      </a:cubicBezTo>
                      <a:cubicBezTo>
                        <a:pt x="154066" y="179042"/>
                        <a:pt x="154938" y="179914"/>
                        <a:pt x="155810" y="180350"/>
                      </a:cubicBezTo>
                      <a:lnTo>
                        <a:pt x="155810" y="111914"/>
                      </a:lnTo>
                      <a:close/>
                    </a:path>
                  </a:pathLst>
                </a:custGeom>
                <a:solidFill>
                  <a:srgbClr val="EBEEFC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</p:grpSp>
          <p:grpSp>
            <p:nvGrpSpPr>
              <p:cNvPr id="1257" name="图形 37"/>
              <p:cNvGrpSpPr/>
              <p:nvPr/>
            </p:nvGrpSpPr>
            <p:grpSpPr>
              <a:xfrm>
                <a:off x="7125238" y="2993262"/>
                <a:ext cx="365765" cy="1711003"/>
                <a:chOff x="7125238" y="2993262"/>
                <a:chExt cx="365765" cy="1711003"/>
              </a:xfrm>
            </p:grpSpPr>
            <p:sp>
              <p:nvSpPr>
                <p:cNvPr id="1258" name="任意多边形: 形状 1257"/>
                <p:cNvSpPr/>
                <p:nvPr>
                  <p:custDataLst>
                    <p:tags r:id="rId254"/>
                  </p:custDataLst>
                </p:nvPr>
              </p:nvSpPr>
              <p:spPr>
                <a:xfrm>
                  <a:off x="7211546" y="3259242"/>
                  <a:ext cx="182640" cy="202197"/>
                </a:xfrm>
                <a:custGeom>
                  <a:avLst/>
                  <a:gdLst>
                    <a:gd name="connsiteX0" fmla="*/ 7846 w 182640"/>
                    <a:gd name="connsiteY0" fmla="*/ 23043 h 202197"/>
                    <a:gd name="connsiteX1" fmla="*/ 66692 w 182640"/>
                    <a:gd name="connsiteY1" fmla="*/ 377 h 202197"/>
                    <a:gd name="connsiteX2" fmla="*/ 88923 w 182640"/>
                    <a:gd name="connsiteY2" fmla="*/ 3864 h 202197"/>
                    <a:gd name="connsiteX3" fmla="*/ 181769 w 182640"/>
                    <a:gd name="connsiteY3" fmla="*/ 11274 h 202197"/>
                    <a:gd name="connsiteX4" fmla="*/ 182641 w 182640"/>
                    <a:gd name="connsiteY4" fmla="*/ 11710 h 202197"/>
                    <a:gd name="connsiteX5" fmla="*/ 182641 w 182640"/>
                    <a:gd name="connsiteY5" fmla="*/ 202197 h 202197"/>
                    <a:gd name="connsiteX6" fmla="*/ 0 w 182640"/>
                    <a:gd name="connsiteY6" fmla="*/ 202197 h 202197"/>
                    <a:gd name="connsiteX7" fmla="*/ 7846 w 182640"/>
                    <a:gd name="connsiteY7" fmla="*/ 23043 h 2021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82640" h="202197">
                      <a:moveTo>
                        <a:pt x="7846" y="23043"/>
                      </a:moveTo>
                      <a:cubicBezTo>
                        <a:pt x="32256" y="12146"/>
                        <a:pt x="40974" y="6044"/>
                        <a:pt x="66692" y="377"/>
                      </a:cubicBezTo>
                      <a:cubicBezTo>
                        <a:pt x="70615" y="-495"/>
                        <a:pt x="84564" y="4736"/>
                        <a:pt x="88923" y="3864"/>
                      </a:cubicBezTo>
                      <a:cubicBezTo>
                        <a:pt x="119872" y="-2674"/>
                        <a:pt x="153000" y="-1367"/>
                        <a:pt x="181769" y="11274"/>
                      </a:cubicBezTo>
                      <a:cubicBezTo>
                        <a:pt x="181769" y="11274"/>
                        <a:pt x="182205" y="11274"/>
                        <a:pt x="182641" y="11710"/>
                      </a:cubicBezTo>
                      <a:lnTo>
                        <a:pt x="182641" y="202197"/>
                      </a:lnTo>
                      <a:lnTo>
                        <a:pt x="0" y="202197"/>
                      </a:lnTo>
                      <a:lnTo>
                        <a:pt x="7846" y="23043"/>
                      </a:lnTo>
                      <a:close/>
                    </a:path>
                  </a:pathLst>
                </a:custGeom>
                <a:solidFill>
                  <a:srgbClr val="F3A984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  <p:sp>
              <p:nvSpPr>
                <p:cNvPr id="1259" name="任意多边形: 形状 1258"/>
                <p:cNvSpPr/>
                <p:nvPr>
                  <p:custDataLst>
                    <p:tags r:id="rId255"/>
                  </p:custDataLst>
                </p:nvPr>
              </p:nvSpPr>
              <p:spPr>
                <a:xfrm>
                  <a:off x="7211546" y="3258806"/>
                  <a:ext cx="182640" cy="202197"/>
                </a:xfrm>
                <a:custGeom>
                  <a:avLst/>
                  <a:gdLst>
                    <a:gd name="connsiteX0" fmla="*/ 12205 w 182640"/>
                    <a:gd name="connsiteY0" fmla="*/ 21736 h 202197"/>
                    <a:gd name="connsiteX1" fmla="*/ 66692 w 182640"/>
                    <a:gd name="connsiteY1" fmla="*/ 377 h 202197"/>
                    <a:gd name="connsiteX2" fmla="*/ 88923 w 182640"/>
                    <a:gd name="connsiteY2" fmla="*/ 3864 h 202197"/>
                    <a:gd name="connsiteX3" fmla="*/ 181769 w 182640"/>
                    <a:gd name="connsiteY3" fmla="*/ 11274 h 202197"/>
                    <a:gd name="connsiteX4" fmla="*/ 182641 w 182640"/>
                    <a:gd name="connsiteY4" fmla="*/ 11710 h 202197"/>
                    <a:gd name="connsiteX5" fmla="*/ 182641 w 182640"/>
                    <a:gd name="connsiteY5" fmla="*/ 202197 h 202197"/>
                    <a:gd name="connsiteX6" fmla="*/ 0 w 182640"/>
                    <a:gd name="connsiteY6" fmla="*/ 202197 h 202197"/>
                    <a:gd name="connsiteX7" fmla="*/ 12205 w 182640"/>
                    <a:gd name="connsiteY7" fmla="*/ 21736 h 2021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82640" h="202197">
                      <a:moveTo>
                        <a:pt x="12205" y="21736"/>
                      </a:moveTo>
                      <a:cubicBezTo>
                        <a:pt x="36615" y="10838"/>
                        <a:pt x="40974" y="6043"/>
                        <a:pt x="66692" y="377"/>
                      </a:cubicBezTo>
                      <a:cubicBezTo>
                        <a:pt x="70615" y="-495"/>
                        <a:pt x="84564" y="4736"/>
                        <a:pt x="88923" y="3864"/>
                      </a:cubicBezTo>
                      <a:cubicBezTo>
                        <a:pt x="119872" y="-2675"/>
                        <a:pt x="153000" y="-1367"/>
                        <a:pt x="181769" y="11274"/>
                      </a:cubicBezTo>
                      <a:cubicBezTo>
                        <a:pt x="181769" y="11274"/>
                        <a:pt x="182205" y="11274"/>
                        <a:pt x="182641" y="11710"/>
                      </a:cubicBezTo>
                      <a:lnTo>
                        <a:pt x="182641" y="202197"/>
                      </a:lnTo>
                      <a:lnTo>
                        <a:pt x="0" y="202197"/>
                      </a:lnTo>
                      <a:lnTo>
                        <a:pt x="12205" y="21736"/>
                      </a:lnTo>
                      <a:close/>
                    </a:path>
                  </a:pathLst>
                </a:custGeom>
                <a:solidFill>
                  <a:srgbClr val="F3A984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  <p:grpSp>
              <p:nvGrpSpPr>
                <p:cNvPr id="1260" name="图形 37"/>
                <p:cNvGrpSpPr/>
                <p:nvPr/>
              </p:nvGrpSpPr>
              <p:grpSpPr>
                <a:xfrm>
                  <a:off x="7125238" y="3255550"/>
                  <a:ext cx="352975" cy="517028"/>
                  <a:chOff x="7125238" y="3255550"/>
                  <a:chExt cx="352975" cy="517028"/>
                </a:xfrm>
              </p:grpSpPr>
              <p:sp>
                <p:nvSpPr>
                  <p:cNvPr id="1261" name="任意多边形: 形状 1260"/>
                  <p:cNvSpPr/>
                  <p:nvPr>
                    <p:custDataLst>
                      <p:tags r:id="rId256"/>
                    </p:custDataLst>
                  </p:nvPr>
                </p:nvSpPr>
                <p:spPr>
                  <a:xfrm>
                    <a:off x="7352490" y="3255550"/>
                    <a:ext cx="4645" cy="581"/>
                  </a:xfrm>
                  <a:custGeom>
                    <a:avLst/>
                    <a:gdLst>
                      <a:gd name="connsiteX0" fmla="*/ 2902 w 4645"/>
                      <a:gd name="connsiteY0" fmla="*/ 581 h 581"/>
                      <a:gd name="connsiteX1" fmla="*/ 4646 w 4645"/>
                      <a:gd name="connsiteY1" fmla="*/ 581 h 581"/>
                      <a:gd name="connsiteX2" fmla="*/ 2902 w 4645"/>
                      <a:gd name="connsiteY2" fmla="*/ 581 h 58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4645" h="581">
                        <a:moveTo>
                          <a:pt x="2902" y="581"/>
                        </a:moveTo>
                        <a:cubicBezTo>
                          <a:pt x="2902" y="581"/>
                          <a:pt x="3774" y="581"/>
                          <a:pt x="4646" y="581"/>
                        </a:cubicBezTo>
                        <a:cubicBezTo>
                          <a:pt x="287" y="-726"/>
                          <a:pt x="-2329" y="581"/>
                          <a:pt x="2902" y="581"/>
                        </a:cubicBezTo>
                        <a:close/>
                      </a:path>
                    </a:pathLst>
                  </a:custGeom>
                  <a:solidFill>
                    <a:srgbClr val="BFC7ED"/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PPOSans R"/>
                      <a:ea typeface="OPPOSans R"/>
                      <a:cs typeface="+mn-cs"/>
                    </a:endParaRPr>
                  </a:p>
                </p:txBody>
              </p:sp>
              <p:sp>
                <p:nvSpPr>
                  <p:cNvPr id="1262" name="任意多边形: 形状 1261"/>
                  <p:cNvSpPr/>
                  <p:nvPr>
                    <p:custDataLst>
                      <p:tags r:id="rId257"/>
                    </p:custDataLst>
                  </p:nvPr>
                </p:nvSpPr>
                <p:spPr>
                  <a:xfrm>
                    <a:off x="7125238" y="3256131"/>
                    <a:ext cx="352975" cy="516447"/>
                  </a:xfrm>
                  <a:custGeom>
                    <a:avLst/>
                    <a:gdLst>
                      <a:gd name="connsiteX0" fmla="*/ 0 w 352975"/>
                      <a:gd name="connsiteY0" fmla="*/ 114205 h 516447"/>
                      <a:gd name="connsiteX1" fmla="*/ 0 w 352975"/>
                      <a:gd name="connsiteY1" fmla="*/ 125103 h 516447"/>
                      <a:gd name="connsiteX2" fmla="*/ 5667 w 352975"/>
                      <a:gd name="connsiteY2" fmla="*/ 156051 h 516447"/>
                      <a:gd name="connsiteX3" fmla="*/ 20923 w 352975"/>
                      <a:gd name="connsiteY3" fmla="*/ 189615 h 516447"/>
                      <a:gd name="connsiteX4" fmla="*/ 40103 w 352975"/>
                      <a:gd name="connsiteY4" fmla="*/ 223179 h 516447"/>
                      <a:gd name="connsiteX5" fmla="*/ 56231 w 352975"/>
                      <a:gd name="connsiteY5" fmla="*/ 257615 h 516447"/>
                      <a:gd name="connsiteX6" fmla="*/ 84128 w 352975"/>
                      <a:gd name="connsiteY6" fmla="*/ 360923 h 516447"/>
                      <a:gd name="connsiteX7" fmla="*/ 86744 w 352975"/>
                      <a:gd name="connsiteY7" fmla="*/ 431538 h 516447"/>
                      <a:gd name="connsiteX8" fmla="*/ 84564 w 352975"/>
                      <a:gd name="connsiteY8" fmla="*/ 465102 h 516447"/>
                      <a:gd name="connsiteX9" fmla="*/ 84564 w 352975"/>
                      <a:gd name="connsiteY9" fmla="*/ 476435 h 516447"/>
                      <a:gd name="connsiteX10" fmla="*/ 91102 w 352975"/>
                      <a:gd name="connsiteY10" fmla="*/ 484718 h 516447"/>
                      <a:gd name="connsiteX11" fmla="*/ 160410 w 352975"/>
                      <a:gd name="connsiteY11" fmla="*/ 513923 h 516447"/>
                      <a:gd name="connsiteX12" fmla="*/ 242359 w 352975"/>
                      <a:gd name="connsiteY12" fmla="*/ 512179 h 516447"/>
                      <a:gd name="connsiteX13" fmla="*/ 264154 w 352975"/>
                      <a:gd name="connsiteY13" fmla="*/ 507820 h 516447"/>
                      <a:gd name="connsiteX14" fmla="*/ 322128 w 352975"/>
                      <a:gd name="connsiteY14" fmla="*/ 488205 h 516447"/>
                      <a:gd name="connsiteX15" fmla="*/ 320384 w 352975"/>
                      <a:gd name="connsiteY15" fmla="*/ 444179 h 516447"/>
                      <a:gd name="connsiteX16" fmla="*/ 346102 w 352975"/>
                      <a:gd name="connsiteY16" fmla="*/ 164333 h 516447"/>
                      <a:gd name="connsiteX17" fmla="*/ 324743 w 352975"/>
                      <a:gd name="connsiteY17" fmla="*/ 119872 h 516447"/>
                      <a:gd name="connsiteX18" fmla="*/ 231461 w 352975"/>
                      <a:gd name="connsiteY18" fmla="*/ 0 h 516447"/>
                      <a:gd name="connsiteX19" fmla="*/ 259795 w 352975"/>
                      <a:gd name="connsiteY19" fmla="*/ 57538 h 516447"/>
                      <a:gd name="connsiteX20" fmla="*/ 234949 w 352975"/>
                      <a:gd name="connsiteY20" fmla="*/ 127718 h 516447"/>
                      <a:gd name="connsiteX21" fmla="*/ 143846 w 352975"/>
                      <a:gd name="connsiteY21" fmla="*/ 81077 h 516447"/>
                      <a:gd name="connsiteX22" fmla="*/ 115949 w 352975"/>
                      <a:gd name="connsiteY22" fmla="*/ 16564 h 516447"/>
                      <a:gd name="connsiteX23" fmla="*/ 27462 w 352975"/>
                      <a:gd name="connsiteY23" fmla="*/ 65385 h 516447"/>
                      <a:gd name="connsiteX24" fmla="*/ 436 w 352975"/>
                      <a:gd name="connsiteY24" fmla="*/ 114205 h 51644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</a:cxnLst>
                    <a:rect l="l" t="t" r="r" b="b"/>
                    <a:pathLst>
                      <a:path w="352975" h="516447">
                        <a:moveTo>
                          <a:pt x="0" y="114205"/>
                        </a:moveTo>
                        <a:cubicBezTo>
                          <a:pt x="0" y="117692"/>
                          <a:pt x="0" y="121179"/>
                          <a:pt x="0" y="125103"/>
                        </a:cubicBezTo>
                        <a:cubicBezTo>
                          <a:pt x="436" y="135564"/>
                          <a:pt x="3051" y="146026"/>
                          <a:pt x="5667" y="156051"/>
                        </a:cubicBezTo>
                        <a:cubicBezTo>
                          <a:pt x="8282" y="168256"/>
                          <a:pt x="14385" y="179154"/>
                          <a:pt x="20923" y="189615"/>
                        </a:cubicBezTo>
                        <a:cubicBezTo>
                          <a:pt x="27897" y="200513"/>
                          <a:pt x="33564" y="211846"/>
                          <a:pt x="40103" y="223179"/>
                        </a:cubicBezTo>
                        <a:cubicBezTo>
                          <a:pt x="47077" y="234513"/>
                          <a:pt x="50564" y="245846"/>
                          <a:pt x="56231" y="257615"/>
                        </a:cubicBezTo>
                        <a:cubicBezTo>
                          <a:pt x="68436" y="284205"/>
                          <a:pt x="79333" y="331718"/>
                          <a:pt x="84128" y="360923"/>
                        </a:cubicBezTo>
                        <a:cubicBezTo>
                          <a:pt x="88051" y="384461"/>
                          <a:pt x="88051" y="408000"/>
                          <a:pt x="86744" y="431538"/>
                        </a:cubicBezTo>
                        <a:cubicBezTo>
                          <a:pt x="85872" y="442871"/>
                          <a:pt x="84128" y="454205"/>
                          <a:pt x="84564" y="465102"/>
                        </a:cubicBezTo>
                        <a:cubicBezTo>
                          <a:pt x="84564" y="468153"/>
                          <a:pt x="84128" y="473820"/>
                          <a:pt x="84564" y="476435"/>
                        </a:cubicBezTo>
                        <a:cubicBezTo>
                          <a:pt x="85436" y="480359"/>
                          <a:pt x="87615" y="482102"/>
                          <a:pt x="91102" y="484718"/>
                        </a:cubicBezTo>
                        <a:cubicBezTo>
                          <a:pt x="111590" y="500410"/>
                          <a:pt x="135564" y="509564"/>
                          <a:pt x="160410" y="513923"/>
                        </a:cubicBezTo>
                        <a:cubicBezTo>
                          <a:pt x="187436" y="518282"/>
                          <a:pt x="216205" y="516538"/>
                          <a:pt x="242359" y="512179"/>
                        </a:cubicBezTo>
                        <a:cubicBezTo>
                          <a:pt x="250205" y="510871"/>
                          <a:pt x="257179" y="509564"/>
                          <a:pt x="264154" y="507820"/>
                        </a:cubicBezTo>
                        <a:cubicBezTo>
                          <a:pt x="295102" y="500410"/>
                          <a:pt x="318205" y="491256"/>
                          <a:pt x="322128" y="488205"/>
                        </a:cubicBezTo>
                        <a:cubicBezTo>
                          <a:pt x="327795" y="483846"/>
                          <a:pt x="325179" y="485153"/>
                          <a:pt x="320384" y="444179"/>
                        </a:cubicBezTo>
                        <a:cubicBezTo>
                          <a:pt x="300769" y="275487"/>
                          <a:pt x="375307" y="252820"/>
                          <a:pt x="346102" y="164333"/>
                        </a:cubicBezTo>
                        <a:cubicBezTo>
                          <a:pt x="341307" y="149077"/>
                          <a:pt x="330846" y="135128"/>
                          <a:pt x="324743" y="119872"/>
                        </a:cubicBezTo>
                        <a:cubicBezTo>
                          <a:pt x="301641" y="64513"/>
                          <a:pt x="316025" y="3051"/>
                          <a:pt x="231461" y="0"/>
                        </a:cubicBezTo>
                        <a:cubicBezTo>
                          <a:pt x="249769" y="5667"/>
                          <a:pt x="258051" y="40974"/>
                          <a:pt x="259795" y="57538"/>
                        </a:cubicBezTo>
                        <a:cubicBezTo>
                          <a:pt x="261974" y="77154"/>
                          <a:pt x="259795" y="120743"/>
                          <a:pt x="234949" y="127718"/>
                        </a:cubicBezTo>
                        <a:cubicBezTo>
                          <a:pt x="190051" y="139923"/>
                          <a:pt x="161718" y="109410"/>
                          <a:pt x="143846" y="81077"/>
                        </a:cubicBezTo>
                        <a:cubicBezTo>
                          <a:pt x="130333" y="60154"/>
                          <a:pt x="124231" y="40974"/>
                          <a:pt x="115949" y="16564"/>
                        </a:cubicBezTo>
                        <a:cubicBezTo>
                          <a:pt x="88923" y="26154"/>
                          <a:pt x="48385" y="50128"/>
                          <a:pt x="27462" y="65385"/>
                        </a:cubicBezTo>
                        <a:cubicBezTo>
                          <a:pt x="9590" y="78461"/>
                          <a:pt x="1744" y="94154"/>
                          <a:pt x="436" y="114205"/>
                        </a:cubicBezTo>
                        <a:close/>
                      </a:path>
                    </a:pathLst>
                  </a:custGeom>
                  <a:solidFill>
                    <a:srgbClr val="DADFF6"/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PPOSans R"/>
                      <a:ea typeface="OPPOSans R"/>
                      <a:cs typeface="+mn-cs"/>
                    </a:endParaRPr>
                  </a:p>
                </p:txBody>
              </p:sp>
            </p:grpSp>
            <p:sp>
              <p:nvSpPr>
                <p:cNvPr id="1263" name="任意多边形: 形状 1262"/>
                <p:cNvSpPr/>
                <p:nvPr>
                  <p:custDataLst>
                    <p:tags r:id="rId258"/>
                  </p:custDataLst>
                </p:nvPr>
              </p:nvSpPr>
              <p:spPr>
                <a:xfrm>
                  <a:off x="7235956" y="4540719"/>
                  <a:ext cx="20584" cy="91976"/>
                </a:xfrm>
                <a:custGeom>
                  <a:avLst/>
                  <a:gdLst>
                    <a:gd name="connsiteX0" fmla="*/ 436 w 20584"/>
                    <a:gd name="connsiteY0" fmla="*/ 0 h 91976"/>
                    <a:gd name="connsiteX1" fmla="*/ 872 w 20584"/>
                    <a:gd name="connsiteY1" fmla="*/ 76718 h 91976"/>
                    <a:gd name="connsiteX2" fmla="*/ 0 w 20584"/>
                    <a:gd name="connsiteY2" fmla="*/ 88051 h 91976"/>
                    <a:gd name="connsiteX3" fmla="*/ 13077 w 20584"/>
                    <a:gd name="connsiteY3" fmla="*/ 91103 h 91976"/>
                    <a:gd name="connsiteX4" fmla="*/ 15692 w 20584"/>
                    <a:gd name="connsiteY4" fmla="*/ 74974 h 91976"/>
                    <a:gd name="connsiteX5" fmla="*/ 20487 w 20584"/>
                    <a:gd name="connsiteY5" fmla="*/ 13077 h 91976"/>
                    <a:gd name="connsiteX6" fmla="*/ 0 w 20584"/>
                    <a:gd name="connsiteY6" fmla="*/ 0 h 919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0584" h="91976">
                      <a:moveTo>
                        <a:pt x="436" y="0"/>
                      </a:moveTo>
                      <a:cubicBezTo>
                        <a:pt x="0" y="25282"/>
                        <a:pt x="1308" y="59282"/>
                        <a:pt x="872" y="76718"/>
                      </a:cubicBezTo>
                      <a:cubicBezTo>
                        <a:pt x="872" y="78898"/>
                        <a:pt x="0" y="85436"/>
                        <a:pt x="0" y="88051"/>
                      </a:cubicBezTo>
                      <a:cubicBezTo>
                        <a:pt x="436" y="92846"/>
                        <a:pt x="10462" y="92410"/>
                        <a:pt x="13077" y="91103"/>
                      </a:cubicBezTo>
                      <a:cubicBezTo>
                        <a:pt x="18744" y="88923"/>
                        <a:pt x="16128" y="78898"/>
                        <a:pt x="15692" y="74974"/>
                      </a:cubicBezTo>
                      <a:cubicBezTo>
                        <a:pt x="14821" y="64513"/>
                        <a:pt x="17872" y="23974"/>
                        <a:pt x="20487" y="13077"/>
                      </a:cubicBezTo>
                      <a:cubicBezTo>
                        <a:pt x="22231" y="6103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302534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  <p:sp>
              <p:nvSpPr>
                <p:cNvPr id="1264" name="任意多边形: 形状 1263"/>
                <p:cNvSpPr/>
                <p:nvPr>
                  <p:custDataLst>
                    <p:tags r:id="rId259"/>
                  </p:custDataLst>
                </p:nvPr>
              </p:nvSpPr>
              <p:spPr>
                <a:xfrm>
                  <a:off x="7236275" y="4518809"/>
                  <a:ext cx="87572" cy="185456"/>
                </a:xfrm>
                <a:custGeom>
                  <a:avLst/>
                  <a:gdLst>
                    <a:gd name="connsiteX0" fmla="*/ 83810 w 87572"/>
                    <a:gd name="connsiteY0" fmla="*/ 167936 h 185456"/>
                    <a:gd name="connsiteX1" fmla="*/ 79015 w 87572"/>
                    <a:gd name="connsiteY1" fmla="*/ 175783 h 185456"/>
                    <a:gd name="connsiteX2" fmla="*/ 59835 w 87572"/>
                    <a:gd name="connsiteY2" fmla="*/ 185372 h 185456"/>
                    <a:gd name="connsiteX3" fmla="*/ 46323 w 87572"/>
                    <a:gd name="connsiteY3" fmla="*/ 182757 h 185456"/>
                    <a:gd name="connsiteX4" fmla="*/ 28887 w 87572"/>
                    <a:gd name="connsiteY4" fmla="*/ 165757 h 185456"/>
                    <a:gd name="connsiteX5" fmla="*/ 18425 w 87572"/>
                    <a:gd name="connsiteY5" fmla="*/ 137859 h 185456"/>
                    <a:gd name="connsiteX6" fmla="*/ 10143 w 87572"/>
                    <a:gd name="connsiteY6" fmla="*/ 88603 h 185456"/>
                    <a:gd name="connsiteX7" fmla="*/ 553 w 87572"/>
                    <a:gd name="connsiteY7" fmla="*/ 16244 h 185456"/>
                    <a:gd name="connsiteX8" fmla="*/ 7092 w 87572"/>
                    <a:gd name="connsiteY8" fmla="*/ 4911 h 185456"/>
                    <a:gd name="connsiteX9" fmla="*/ 20169 w 87572"/>
                    <a:gd name="connsiteY9" fmla="*/ 116 h 185456"/>
                    <a:gd name="connsiteX10" fmla="*/ 33682 w 87572"/>
                    <a:gd name="connsiteY10" fmla="*/ 1424 h 185456"/>
                    <a:gd name="connsiteX11" fmla="*/ 41092 w 87572"/>
                    <a:gd name="connsiteY11" fmla="*/ 3603 h 185456"/>
                    <a:gd name="connsiteX12" fmla="*/ 58092 w 87572"/>
                    <a:gd name="connsiteY12" fmla="*/ 4911 h 185456"/>
                    <a:gd name="connsiteX13" fmla="*/ 70297 w 87572"/>
                    <a:gd name="connsiteY13" fmla="*/ 39783 h 185456"/>
                    <a:gd name="connsiteX14" fmla="*/ 82066 w 87572"/>
                    <a:gd name="connsiteY14" fmla="*/ 101244 h 185456"/>
                    <a:gd name="connsiteX15" fmla="*/ 86861 w 87572"/>
                    <a:gd name="connsiteY15" fmla="*/ 132629 h 185456"/>
                    <a:gd name="connsiteX16" fmla="*/ 84246 w 87572"/>
                    <a:gd name="connsiteY16" fmla="*/ 167936 h 1854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87572" h="185456">
                      <a:moveTo>
                        <a:pt x="83810" y="167936"/>
                      </a:moveTo>
                      <a:cubicBezTo>
                        <a:pt x="82502" y="170988"/>
                        <a:pt x="81194" y="173603"/>
                        <a:pt x="79015" y="175783"/>
                      </a:cubicBezTo>
                      <a:cubicBezTo>
                        <a:pt x="73784" y="181013"/>
                        <a:pt x="67682" y="184500"/>
                        <a:pt x="59835" y="185372"/>
                      </a:cubicBezTo>
                      <a:cubicBezTo>
                        <a:pt x="55041" y="185808"/>
                        <a:pt x="50682" y="184500"/>
                        <a:pt x="46323" y="182757"/>
                      </a:cubicBezTo>
                      <a:cubicBezTo>
                        <a:pt x="38041" y="179706"/>
                        <a:pt x="32810" y="173603"/>
                        <a:pt x="28887" y="165757"/>
                      </a:cubicBezTo>
                      <a:cubicBezTo>
                        <a:pt x="24092" y="156603"/>
                        <a:pt x="20169" y="148321"/>
                        <a:pt x="18425" y="137859"/>
                      </a:cubicBezTo>
                      <a:cubicBezTo>
                        <a:pt x="17553" y="133065"/>
                        <a:pt x="12323" y="95141"/>
                        <a:pt x="10143" y="88603"/>
                      </a:cubicBezTo>
                      <a:cubicBezTo>
                        <a:pt x="7964" y="82501"/>
                        <a:pt x="-2498" y="34116"/>
                        <a:pt x="553" y="16244"/>
                      </a:cubicBezTo>
                      <a:cubicBezTo>
                        <a:pt x="1425" y="11885"/>
                        <a:pt x="3169" y="7962"/>
                        <a:pt x="7092" y="4911"/>
                      </a:cubicBezTo>
                      <a:cubicBezTo>
                        <a:pt x="10579" y="2295"/>
                        <a:pt x="15810" y="552"/>
                        <a:pt x="20169" y="116"/>
                      </a:cubicBezTo>
                      <a:cubicBezTo>
                        <a:pt x="24528" y="-320"/>
                        <a:pt x="29323" y="552"/>
                        <a:pt x="33682" y="1424"/>
                      </a:cubicBezTo>
                      <a:cubicBezTo>
                        <a:pt x="36297" y="1859"/>
                        <a:pt x="38476" y="1859"/>
                        <a:pt x="41092" y="3603"/>
                      </a:cubicBezTo>
                      <a:cubicBezTo>
                        <a:pt x="47630" y="7526"/>
                        <a:pt x="53733" y="-1192"/>
                        <a:pt x="58092" y="4911"/>
                      </a:cubicBezTo>
                      <a:cubicBezTo>
                        <a:pt x="62887" y="11449"/>
                        <a:pt x="66810" y="27578"/>
                        <a:pt x="70297" y="39783"/>
                      </a:cubicBezTo>
                      <a:cubicBezTo>
                        <a:pt x="72041" y="45885"/>
                        <a:pt x="79451" y="86860"/>
                        <a:pt x="82066" y="101244"/>
                      </a:cubicBezTo>
                      <a:cubicBezTo>
                        <a:pt x="83810" y="111706"/>
                        <a:pt x="85989" y="122167"/>
                        <a:pt x="86861" y="132629"/>
                      </a:cubicBezTo>
                      <a:cubicBezTo>
                        <a:pt x="87733" y="144398"/>
                        <a:pt x="88605" y="156603"/>
                        <a:pt x="84246" y="167936"/>
                      </a:cubicBezTo>
                      <a:close/>
                    </a:path>
                  </a:pathLst>
                </a:custGeom>
                <a:solidFill>
                  <a:srgbClr val="302534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  <p:sp>
              <p:nvSpPr>
                <p:cNvPr id="1265" name="任意多边形: 形状 1264"/>
                <p:cNvSpPr/>
                <p:nvPr>
                  <p:custDataLst>
                    <p:tags r:id="rId260"/>
                  </p:custDataLst>
                </p:nvPr>
              </p:nvSpPr>
              <p:spPr>
                <a:xfrm>
                  <a:off x="7339188" y="4510134"/>
                  <a:ext cx="27537" cy="90496"/>
                </a:xfrm>
                <a:custGeom>
                  <a:avLst/>
                  <a:gdLst>
                    <a:gd name="connsiteX0" fmla="*/ 27102 w 27537"/>
                    <a:gd name="connsiteY0" fmla="*/ 8355 h 90496"/>
                    <a:gd name="connsiteX1" fmla="*/ 20563 w 27537"/>
                    <a:gd name="connsiteY1" fmla="*/ 87252 h 90496"/>
                    <a:gd name="connsiteX2" fmla="*/ 7051 w 27537"/>
                    <a:gd name="connsiteY2" fmla="*/ 89432 h 90496"/>
                    <a:gd name="connsiteX3" fmla="*/ 4871 w 27537"/>
                    <a:gd name="connsiteY3" fmla="*/ 74175 h 90496"/>
                    <a:gd name="connsiteX4" fmla="*/ 76 w 27537"/>
                    <a:gd name="connsiteY4" fmla="*/ 12278 h 90496"/>
                    <a:gd name="connsiteX5" fmla="*/ 26666 w 27537"/>
                    <a:gd name="connsiteY5" fmla="*/ 4432 h 90496"/>
                    <a:gd name="connsiteX6" fmla="*/ 27538 w 27537"/>
                    <a:gd name="connsiteY6" fmla="*/ 8355 h 904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7537" h="90496">
                      <a:moveTo>
                        <a:pt x="27102" y="8355"/>
                      </a:moveTo>
                      <a:cubicBezTo>
                        <a:pt x="18820" y="29278"/>
                        <a:pt x="20999" y="85073"/>
                        <a:pt x="20563" y="87252"/>
                      </a:cubicBezTo>
                      <a:cubicBezTo>
                        <a:pt x="19256" y="91611"/>
                        <a:pt x="9666" y="90740"/>
                        <a:pt x="7051" y="89432"/>
                      </a:cubicBezTo>
                      <a:cubicBezTo>
                        <a:pt x="1384" y="87252"/>
                        <a:pt x="4435" y="78099"/>
                        <a:pt x="4871" y="74175"/>
                      </a:cubicBezTo>
                      <a:cubicBezTo>
                        <a:pt x="5743" y="63714"/>
                        <a:pt x="2692" y="23175"/>
                        <a:pt x="76" y="12278"/>
                      </a:cubicBezTo>
                      <a:cubicBezTo>
                        <a:pt x="-1667" y="5304"/>
                        <a:pt x="27102" y="-6466"/>
                        <a:pt x="26666" y="4432"/>
                      </a:cubicBezTo>
                      <a:lnTo>
                        <a:pt x="27538" y="8355"/>
                      </a:lnTo>
                      <a:close/>
                    </a:path>
                  </a:pathLst>
                </a:custGeom>
                <a:solidFill>
                  <a:srgbClr val="302534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  <p:sp>
              <p:nvSpPr>
                <p:cNvPr id="1266" name="任意多边形: 形状 1265"/>
                <p:cNvSpPr/>
                <p:nvPr>
                  <p:custDataLst>
                    <p:tags r:id="rId261"/>
                  </p:custDataLst>
                </p:nvPr>
              </p:nvSpPr>
              <p:spPr>
                <a:xfrm>
                  <a:off x="7338108" y="4471739"/>
                  <a:ext cx="152895" cy="176211"/>
                </a:xfrm>
                <a:custGeom>
                  <a:avLst/>
                  <a:gdLst>
                    <a:gd name="connsiteX0" fmla="*/ 148489 w 152895"/>
                    <a:gd name="connsiteY0" fmla="*/ 148314 h 176211"/>
                    <a:gd name="connsiteX1" fmla="*/ 152848 w 152895"/>
                    <a:gd name="connsiteY1" fmla="*/ 165314 h 176211"/>
                    <a:gd name="connsiteX2" fmla="*/ 128873 w 152895"/>
                    <a:gd name="connsiteY2" fmla="*/ 176211 h 176211"/>
                    <a:gd name="connsiteX3" fmla="*/ 111873 w 152895"/>
                    <a:gd name="connsiteY3" fmla="*/ 174032 h 176211"/>
                    <a:gd name="connsiteX4" fmla="*/ 63053 w 152895"/>
                    <a:gd name="connsiteY4" fmla="*/ 149622 h 176211"/>
                    <a:gd name="connsiteX5" fmla="*/ 50412 w 152895"/>
                    <a:gd name="connsiteY5" fmla="*/ 118673 h 176211"/>
                    <a:gd name="connsiteX6" fmla="*/ 29489 w 152895"/>
                    <a:gd name="connsiteY6" fmla="*/ 83801 h 176211"/>
                    <a:gd name="connsiteX7" fmla="*/ 19463 w 152895"/>
                    <a:gd name="connsiteY7" fmla="*/ 78135 h 176211"/>
                    <a:gd name="connsiteX8" fmla="*/ 11617 w 152895"/>
                    <a:gd name="connsiteY8" fmla="*/ 7955 h 176211"/>
                    <a:gd name="connsiteX9" fmla="*/ 42566 w 152895"/>
                    <a:gd name="connsiteY9" fmla="*/ 5776 h 176211"/>
                    <a:gd name="connsiteX10" fmla="*/ 72207 w 152895"/>
                    <a:gd name="connsiteY10" fmla="*/ 39340 h 176211"/>
                    <a:gd name="connsiteX11" fmla="*/ 76566 w 152895"/>
                    <a:gd name="connsiteY11" fmla="*/ 44134 h 176211"/>
                    <a:gd name="connsiteX12" fmla="*/ 81796 w 152895"/>
                    <a:gd name="connsiteY12" fmla="*/ 15801 h 176211"/>
                    <a:gd name="connsiteX13" fmla="*/ 119284 w 152895"/>
                    <a:gd name="connsiteY13" fmla="*/ 96442 h 176211"/>
                    <a:gd name="connsiteX14" fmla="*/ 148489 w 152895"/>
                    <a:gd name="connsiteY14" fmla="*/ 148750 h 1762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52895" h="176211">
                      <a:moveTo>
                        <a:pt x="148489" y="148314"/>
                      </a:moveTo>
                      <a:cubicBezTo>
                        <a:pt x="150668" y="153545"/>
                        <a:pt x="153284" y="159647"/>
                        <a:pt x="152848" y="165314"/>
                      </a:cubicBezTo>
                      <a:cubicBezTo>
                        <a:pt x="151540" y="175339"/>
                        <a:pt x="136284" y="176211"/>
                        <a:pt x="128873" y="176211"/>
                      </a:cubicBezTo>
                      <a:cubicBezTo>
                        <a:pt x="122771" y="176211"/>
                        <a:pt x="117540" y="175339"/>
                        <a:pt x="111873" y="174032"/>
                      </a:cubicBezTo>
                      <a:cubicBezTo>
                        <a:pt x="98796" y="170981"/>
                        <a:pt x="66976" y="153545"/>
                        <a:pt x="63053" y="149622"/>
                      </a:cubicBezTo>
                      <a:cubicBezTo>
                        <a:pt x="55207" y="140904"/>
                        <a:pt x="53463" y="129134"/>
                        <a:pt x="50412" y="118673"/>
                      </a:cubicBezTo>
                      <a:cubicBezTo>
                        <a:pt x="46053" y="104724"/>
                        <a:pt x="41694" y="92519"/>
                        <a:pt x="29489" y="83801"/>
                      </a:cubicBezTo>
                      <a:cubicBezTo>
                        <a:pt x="26437" y="81622"/>
                        <a:pt x="22514" y="80314"/>
                        <a:pt x="19463" y="78135"/>
                      </a:cubicBezTo>
                      <a:cubicBezTo>
                        <a:pt x="-4511" y="62878"/>
                        <a:pt x="-5383" y="28442"/>
                        <a:pt x="11617" y="7955"/>
                      </a:cubicBezTo>
                      <a:cubicBezTo>
                        <a:pt x="20771" y="-3378"/>
                        <a:pt x="31232" y="-1199"/>
                        <a:pt x="42566" y="5776"/>
                      </a:cubicBezTo>
                      <a:cubicBezTo>
                        <a:pt x="56514" y="13622"/>
                        <a:pt x="62617" y="27134"/>
                        <a:pt x="72207" y="39340"/>
                      </a:cubicBezTo>
                      <a:cubicBezTo>
                        <a:pt x="73514" y="41083"/>
                        <a:pt x="74822" y="42827"/>
                        <a:pt x="76566" y="44134"/>
                      </a:cubicBezTo>
                      <a:cubicBezTo>
                        <a:pt x="87027" y="55032"/>
                        <a:pt x="76566" y="545"/>
                        <a:pt x="81796" y="15801"/>
                      </a:cubicBezTo>
                      <a:cubicBezTo>
                        <a:pt x="91386" y="43699"/>
                        <a:pt x="105335" y="70724"/>
                        <a:pt x="119284" y="96442"/>
                      </a:cubicBezTo>
                      <a:cubicBezTo>
                        <a:pt x="126694" y="109955"/>
                        <a:pt x="146745" y="144391"/>
                        <a:pt x="148489" y="148750"/>
                      </a:cubicBezTo>
                      <a:close/>
                    </a:path>
                  </a:pathLst>
                </a:custGeom>
                <a:solidFill>
                  <a:srgbClr val="302534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  <p:sp>
              <p:nvSpPr>
                <p:cNvPr id="1267" name="任意多边形: 形状 1266"/>
                <p:cNvSpPr/>
                <p:nvPr>
                  <p:custDataLst>
                    <p:tags r:id="rId262"/>
                  </p:custDataLst>
                </p:nvPr>
              </p:nvSpPr>
              <p:spPr>
                <a:xfrm>
                  <a:off x="7331410" y="4126617"/>
                  <a:ext cx="111161" cy="416813"/>
                </a:xfrm>
                <a:custGeom>
                  <a:avLst/>
                  <a:gdLst>
                    <a:gd name="connsiteX0" fmla="*/ 111161 w 111161"/>
                    <a:gd name="connsiteY0" fmla="*/ 75846 h 416813"/>
                    <a:gd name="connsiteX1" fmla="*/ 89802 w 111161"/>
                    <a:gd name="connsiteY1" fmla="*/ 197462 h 416813"/>
                    <a:gd name="connsiteX2" fmla="*/ 105494 w 111161"/>
                    <a:gd name="connsiteY2" fmla="*/ 414102 h 416813"/>
                    <a:gd name="connsiteX3" fmla="*/ 54930 w 111161"/>
                    <a:gd name="connsiteY3" fmla="*/ 378359 h 416813"/>
                    <a:gd name="connsiteX4" fmla="*/ 30520 w 111161"/>
                    <a:gd name="connsiteY4" fmla="*/ 349154 h 416813"/>
                    <a:gd name="connsiteX5" fmla="*/ 30956 w 111161"/>
                    <a:gd name="connsiteY5" fmla="*/ 313846 h 416813"/>
                    <a:gd name="connsiteX6" fmla="*/ 1751 w 111161"/>
                    <a:gd name="connsiteY6" fmla="*/ 140359 h 416813"/>
                    <a:gd name="connsiteX7" fmla="*/ 15264 w 111161"/>
                    <a:gd name="connsiteY7" fmla="*/ 0 h 416813"/>
                    <a:gd name="connsiteX8" fmla="*/ 110289 w 111161"/>
                    <a:gd name="connsiteY8" fmla="*/ 75846 h 4168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11161" h="416813">
                      <a:moveTo>
                        <a:pt x="111161" y="75846"/>
                      </a:moveTo>
                      <a:cubicBezTo>
                        <a:pt x="95905" y="139923"/>
                        <a:pt x="97648" y="138180"/>
                        <a:pt x="89802" y="197462"/>
                      </a:cubicBezTo>
                      <a:cubicBezTo>
                        <a:pt x="86315" y="224487"/>
                        <a:pt x="79777" y="355692"/>
                        <a:pt x="105494" y="414102"/>
                      </a:cubicBezTo>
                      <a:cubicBezTo>
                        <a:pt x="111597" y="427615"/>
                        <a:pt x="67136" y="386641"/>
                        <a:pt x="54930" y="378359"/>
                      </a:cubicBezTo>
                      <a:cubicBezTo>
                        <a:pt x="46648" y="372692"/>
                        <a:pt x="30520" y="359179"/>
                        <a:pt x="30520" y="349154"/>
                      </a:cubicBezTo>
                      <a:cubicBezTo>
                        <a:pt x="30520" y="338692"/>
                        <a:pt x="32264" y="326487"/>
                        <a:pt x="30956" y="313846"/>
                      </a:cubicBezTo>
                      <a:cubicBezTo>
                        <a:pt x="25725" y="258051"/>
                        <a:pt x="7418" y="186564"/>
                        <a:pt x="1751" y="140359"/>
                      </a:cubicBezTo>
                      <a:cubicBezTo>
                        <a:pt x="-3044" y="98949"/>
                        <a:pt x="2187" y="45769"/>
                        <a:pt x="15264" y="0"/>
                      </a:cubicBezTo>
                      <a:lnTo>
                        <a:pt x="110289" y="75846"/>
                      </a:lnTo>
                      <a:close/>
                    </a:path>
                  </a:pathLst>
                </a:custGeom>
                <a:solidFill>
                  <a:srgbClr val="F3A984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  <p:sp>
              <p:nvSpPr>
                <p:cNvPr id="1268" name="任意多边形: 形状 1267"/>
                <p:cNvSpPr/>
                <p:nvPr>
                  <p:custDataLst>
                    <p:tags r:id="rId263"/>
                  </p:custDataLst>
                </p:nvPr>
              </p:nvSpPr>
              <p:spPr>
                <a:xfrm>
                  <a:off x="7352929" y="4426515"/>
                  <a:ext cx="102257" cy="162348"/>
                </a:xfrm>
                <a:custGeom>
                  <a:avLst/>
                  <a:gdLst>
                    <a:gd name="connsiteX0" fmla="*/ 70027 w 102257"/>
                    <a:gd name="connsiteY0" fmla="*/ 57974 h 162348"/>
                    <a:gd name="connsiteX1" fmla="*/ 99668 w 102257"/>
                    <a:gd name="connsiteY1" fmla="*/ 161282 h 162348"/>
                    <a:gd name="connsiteX2" fmla="*/ 72642 w 102257"/>
                    <a:gd name="connsiteY2" fmla="*/ 153000 h 162348"/>
                    <a:gd name="connsiteX3" fmla="*/ 60437 w 102257"/>
                    <a:gd name="connsiteY3" fmla="*/ 136436 h 162348"/>
                    <a:gd name="connsiteX4" fmla="*/ 49976 w 102257"/>
                    <a:gd name="connsiteY4" fmla="*/ 120743 h 162348"/>
                    <a:gd name="connsiteX5" fmla="*/ 44745 w 102257"/>
                    <a:gd name="connsiteY5" fmla="*/ 114205 h 162348"/>
                    <a:gd name="connsiteX6" fmla="*/ 26001 w 102257"/>
                    <a:gd name="connsiteY6" fmla="*/ 96333 h 162348"/>
                    <a:gd name="connsiteX7" fmla="*/ 5950 w 102257"/>
                    <a:gd name="connsiteY7" fmla="*/ 79769 h 162348"/>
                    <a:gd name="connsiteX8" fmla="*/ 719 w 102257"/>
                    <a:gd name="connsiteY8" fmla="*/ 57102 h 162348"/>
                    <a:gd name="connsiteX9" fmla="*/ 5514 w 102257"/>
                    <a:gd name="connsiteY9" fmla="*/ 44461 h 162348"/>
                    <a:gd name="connsiteX10" fmla="*/ 10309 w 102257"/>
                    <a:gd name="connsiteY10" fmla="*/ 23538 h 162348"/>
                    <a:gd name="connsiteX11" fmla="*/ 9873 w 102257"/>
                    <a:gd name="connsiteY11" fmla="*/ 13949 h 162348"/>
                    <a:gd name="connsiteX12" fmla="*/ 9437 w 102257"/>
                    <a:gd name="connsiteY12" fmla="*/ 7410 h 162348"/>
                    <a:gd name="connsiteX13" fmla="*/ 8565 w 102257"/>
                    <a:gd name="connsiteY13" fmla="*/ 0 h 162348"/>
                    <a:gd name="connsiteX14" fmla="*/ 70027 w 102257"/>
                    <a:gd name="connsiteY14" fmla="*/ 57538 h 1623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02257" h="162348">
                      <a:moveTo>
                        <a:pt x="70027" y="57974"/>
                      </a:moveTo>
                      <a:cubicBezTo>
                        <a:pt x="74822" y="90231"/>
                        <a:pt x="112309" y="155179"/>
                        <a:pt x="99668" y="161282"/>
                      </a:cubicBezTo>
                      <a:cubicBezTo>
                        <a:pt x="92258" y="165205"/>
                        <a:pt x="77001" y="157359"/>
                        <a:pt x="72642" y="153000"/>
                      </a:cubicBezTo>
                      <a:cubicBezTo>
                        <a:pt x="67847" y="148205"/>
                        <a:pt x="63924" y="142538"/>
                        <a:pt x="60437" y="136436"/>
                      </a:cubicBezTo>
                      <a:cubicBezTo>
                        <a:pt x="56950" y="131205"/>
                        <a:pt x="53463" y="125974"/>
                        <a:pt x="49976" y="120743"/>
                      </a:cubicBezTo>
                      <a:cubicBezTo>
                        <a:pt x="48668" y="118564"/>
                        <a:pt x="46924" y="115948"/>
                        <a:pt x="44745" y="114205"/>
                      </a:cubicBezTo>
                      <a:cubicBezTo>
                        <a:pt x="38642" y="108102"/>
                        <a:pt x="32976" y="101564"/>
                        <a:pt x="26001" y="96333"/>
                      </a:cubicBezTo>
                      <a:cubicBezTo>
                        <a:pt x="19027" y="91102"/>
                        <a:pt x="11617" y="86307"/>
                        <a:pt x="5950" y="79769"/>
                      </a:cubicBezTo>
                      <a:cubicBezTo>
                        <a:pt x="283" y="73231"/>
                        <a:pt x="-1024" y="65821"/>
                        <a:pt x="719" y="57102"/>
                      </a:cubicBezTo>
                      <a:cubicBezTo>
                        <a:pt x="1591" y="52744"/>
                        <a:pt x="3335" y="48385"/>
                        <a:pt x="5514" y="44461"/>
                      </a:cubicBezTo>
                      <a:cubicBezTo>
                        <a:pt x="9437" y="38359"/>
                        <a:pt x="10309" y="30949"/>
                        <a:pt x="10309" y="23538"/>
                      </a:cubicBezTo>
                      <a:cubicBezTo>
                        <a:pt x="10309" y="20487"/>
                        <a:pt x="10309" y="17000"/>
                        <a:pt x="9873" y="13949"/>
                      </a:cubicBezTo>
                      <a:cubicBezTo>
                        <a:pt x="9873" y="11769"/>
                        <a:pt x="9873" y="9590"/>
                        <a:pt x="9437" y="7410"/>
                      </a:cubicBezTo>
                      <a:cubicBezTo>
                        <a:pt x="9437" y="6103"/>
                        <a:pt x="9437" y="872"/>
                        <a:pt x="8565" y="0"/>
                      </a:cubicBezTo>
                      <a:cubicBezTo>
                        <a:pt x="8565" y="0"/>
                        <a:pt x="68719" y="49692"/>
                        <a:pt x="70027" y="57538"/>
                      </a:cubicBezTo>
                      <a:close/>
                    </a:path>
                  </a:pathLst>
                </a:custGeom>
                <a:solidFill>
                  <a:srgbClr val="F3A984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  <p:sp>
              <p:nvSpPr>
                <p:cNvPr id="1269" name="任意多边形: 形状 1268"/>
                <p:cNvSpPr/>
                <p:nvPr>
                  <p:custDataLst>
                    <p:tags r:id="rId264"/>
                  </p:custDataLst>
                </p:nvPr>
              </p:nvSpPr>
              <p:spPr>
                <a:xfrm>
                  <a:off x="7203512" y="4069515"/>
                  <a:ext cx="142725" cy="531488"/>
                </a:xfrm>
                <a:custGeom>
                  <a:avLst/>
                  <a:gdLst>
                    <a:gd name="connsiteX0" fmla="*/ 142290 w 142725"/>
                    <a:gd name="connsiteY0" fmla="*/ 436 h 531488"/>
                    <a:gd name="connsiteX1" fmla="*/ 100008 w 142725"/>
                    <a:gd name="connsiteY1" fmla="*/ 353949 h 531488"/>
                    <a:gd name="connsiteX2" fmla="*/ 102188 w 142725"/>
                    <a:gd name="connsiteY2" fmla="*/ 512179 h 531488"/>
                    <a:gd name="connsiteX3" fmla="*/ 56854 w 142725"/>
                    <a:gd name="connsiteY3" fmla="*/ 528743 h 531488"/>
                    <a:gd name="connsiteX4" fmla="*/ 39854 w 142725"/>
                    <a:gd name="connsiteY4" fmla="*/ 473384 h 531488"/>
                    <a:gd name="connsiteX5" fmla="*/ 3675 w 142725"/>
                    <a:gd name="connsiteY5" fmla="*/ 265897 h 531488"/>
                    <a:gd name="connsiteX6" fmla="*/ 27649 w 142725"/>
                    <a:gd name="connsiteY6" fmla="*/ 72359 h 531488"/>
                    <a:gd name="connsiteX7" fmla="*/ 51188 w 142725"/>
                    <a:gd name="connsiteY7" fmla="*/ 47513 h 531488"/>
                    <a:gd name="connsiteX8" fmla="*/ 142726 w 142725"/>
                    <a:gd name="connsiteY8" fmla="*/ 0 h 5314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42725" h="531488">
                      <a:moveTo>
                        <a:pt x="142290" y="436"/>
                      </a:moveTo>
                      <a:cubicBezTo>
                        <a:pt x="134880" y="99820"/>
                        <a:pt x="108290" y="255000"/>
                        <a:pt x="100008" y="353949"/>
                      </a:cubicBezTo>
                      <a:cubicBezTo>
                        <a:pt x="97829" y="380974"/>
                        <a:pt x="94777" y="452897"/>
                        <a:pt x="102188" y="512179"/>
                      </a:cubicBezTo>
                      <a:cubicBezTo>
                        <a:pt x="103931" y="527871"/>
                        <a:pt x="69059" y="536153"/>
                        <a:pt x="56854" y="528743"/>
                      </a:cubicBezTo>
                      <a:cubicBezTo>
                        <a:pt x="48136" y="523512"/>
                        <a:pt x="39418" y="483410"/>
                        <a:pt x="39854" y="473384"/>
                      </a:cubicBezTo>
                      <a:cubicBezTo>
                        <a:pt x="42470" y="412359"/>
                        <a:pt x="12829" y="322564"/>
                        <a:pt x="3675" y="265897"/>
                      </a:cubicBezTo>
                      <a:cubicBezTo>
                        <a:pt x="-5915" y="207923"/>
                        <a:pt x="3675" y="125974"/>
                        <a:pt x="27649" y="72359"/>
                      </a:cubicBezTo>
                      <a:cubicBezTo>
                        <a:pt x="32444" y="61462"/>
                        <a:pt x="39854" y="49692"/>
                        <a:pt x="51188" y="47513"/>
                      </a:cubicBezTo>
                      <a:lnTo>
                        <a:pt x="142726" y="0"/>
                      </a:lnTo>
                      <a:close/>
                    </a:path>
                  </a:pathLst>
                </a:custGeom>
                <a:solidFill>
                  <a:srgbClr val="FFC7AD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  <p:sp>
              <p:nvSpPr>
                <p:cNvPr id="1270" name="任意多边形: 形状 1269"/>
                <p:cNvSpPr/>
                <p:nvPr>
                  <p:custDataLst>
                    <p:tags r:id="rId265"/>
                  </p:custDataLst>
                </p:nvPr>
              </p:nvSpPr>
              <p:spPr>
                <a:xfrm>
                  <a:off x="7243122" y="4503645"/>
                  <a:ext cx="65733" cy="143447"/>
                </a:xfrm>
                <a:custGeom>
                  <a:avLst/>
                  <a:gdLst>
                    <a:gd name="connsiteX0" fmla="*/ 51245 w 65733"/>
                    <a:gd name="connsiteY0" fmla="*/ 41434 h 143447"/>
                    <a:gd name="connsiteX1" fmla="*/ 59091 w 65733"/>
                    <a:gd name="connsiteY1" fmla="*/ 40998 h 143447"/>
                    <a:gd name="connsiteX2" fmla="*/ 64322 w 65733"/>
                    <a:gd name="connsiteY2" fmla="*/ 92434 h 143447"/>
                    <a:gd name="connsiteX3" fmla="*/ 64758 w 65733"/>
                    <a:gd name="connsiteY3" fmla="*/ 123819 h 143447"/>
                    <a:gd name="connsiteX4" fmla="*/ 52117 w 65733"/>
                    <a:gd name="connsiteY4" fmla="*/ 142562 h 143447"/>
                    <a:gd name="connsiteX5" fmla="*/ 26399 w 65733"/>
                    <a:gd name="connsiteY5" fmla="*/ 130793 h 143447"/>
                    <a:gd name="connsiteX6" fmla="*/ 13758 w 65733"/>
                    <a:gd name="connsiteY6" fmla="*/ 106819 h 143447"/>
                    <a:gd name="connsiteX7" fmla="*/ 5040 w 65733"/>
                    <a:gd name="connsiteY7" fmla="*/ 80229 h 143447"/>
                    <a:gd name="connsiteX8" fmla="*/ 681 w 65733"/>
                    <a:gd name="connsiteY8" fmla="*/ 24434 h 143447"/>
                    <a:gd name="connsiteX9" fmla="*/ 8091 w 65733"/>
                    <a:gd name="connsiteY9" fmla="*/ 24 h 143447"/>
                    <a:gd name="connsiteX10" fmla="*/ 16373 w 65733"/>
                    <a:gd name="connsiteY10" fmla="*/ 7434 h 143447"/>
                    <a:gd name="connsiteX11" fmla="*/ 48629 w 65733"/>
                    <a:gd name="connsiteY11" fmla="*/ 38383 h 143447"/>
                    <a:gd name="connsiteX12" fmla="*/ 50809 w 65733"/>
                    <a:gd name="connsiteY12" fmla="*/ 41870 h 1434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65733" h="143447">
                      <a:moveTo>
                        <a:pt x="51245" y="41434"/>
                      </a:moveTo>
                      <a:cubicBezTo>
                        <a:pt x="52552" y="48408"/>
                        <a:pt x="59091" y="34024"/>
                        <a:pt x="59091" y="40998"/>
                      </a:cubicBezTo>
                      <a:cubicBezTo>
                        <a:pt x="59091" y="48844"/>
                        <a:pt x="63014" y="84588"/>
                        <a:pt x="64322" y="92434"/>
                      </a:cubicBezTo>
                      <a:cubicBezTo>
                        <a:pt x="65629" y="102024"/>
                        <a:pt x="66501" y="114229"/>
                        <a:pt x="64758" y="123819"/>
                      </a:cubicBezTo>
                      <a:cubicBezTo>
                        <a:pt x="63014" y="132100"/>
                        <a:pt x="59963" y="139511"/>
                        <a:pt x="52117" y="142562"/>
                      </a:cubicBezTo>
                      <a:cubicBezTo>
                        <a:pt x="42963" y="146049"/>
                        <a:pt x="32501" y="138639"/>
                        <a:pt x="26399" y="130793"/>
                      </a:cubicBezTo>
                      <a:cubicBezTo>
                        <a:pt x="19860" y="122947"/>
                        <a:pt x="17681" y="116408"/>
                        <a:pt x="13758" y="106819"/>
                      </a:cubicBezTo>
                      <a:cubicBezTo>
                        <a:pt x="10270" y="98100"/>
                        <a:pt x="6783" y="89383"/>
                        <a:pt x="5040" y="80229"/>
                      </a:cubicBezTo>
                      <a:cubicBezTo>
                        <a:pt x="1988" y="62357"/>
                        <a:pt x="-1499" y="42306"/>
                        <a:pt x="681" y="24434"/>
                      </a:cubicBezTo>
                      <a:cubicBezTo>
                        <a:pt x="681" y="22690"/>
                        <a:pt x="6783" y="-848"/>
                        <a:pt x="8091" y="24"/>
                      </a:cubicBezTo>
                      <a:cubicBezTo>
                        <a:pt x="11142" y="2203"/>
                        <a:pt x="13758" y="4819"/>
                        <a:pt x="16373" y="7434"/>
                      </a:cubicBezTo>
                      <a:cubicBezTo>
                        <a:pt x="27270" y="17896"/>
                        <a:pt x="37732" y="27921"/>
                        <a:pt x="48629" y="38383"/>
                      </a:cubicBezTo>
                      <a:cubicBezTo>
                        <a:pt x="52552" y="42306"/>
                        <a:pt x="49937" y="35767"/>
                        <a:pt x="50809" y="41870"/>
                      </a:cubicBezTo>
                      <a:close/>
                    </a:path>
                  </a:pathLst>
                </a:custGeom>
                <a:solidFill>
                  <a:srgbClr val="FFC7AD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  <p:sp>
              <p:nvSpPr>
                <p:cNvPr id="1271" name="任意多边形: 形状 1270"/>
                <p:cNvSpPr/>
                <p:nvPr>
                  <p:custDataLst>
                    <p:tags r:id="rId266"/>
                  </p:custDataLst>
                </p:nvPr>
              </p:nvSpPr>
              <p:spPr>
                <a:xfrm>
                  <a:off x="7148327" y="3677644"/>
                  <a:ext cx="323982" cy="580888"/>
                </a:xfrm>
                <a:custGeom>
                  <a:avLst/>
                  <a:gdLst>
                    <a:gd name="connsiteX0" fmla="*/ 295552 w 323982"/>
                    <a:gd name="connsiteY0" fmla="*/ 2615 h 580888"/>
                    <a:gd name="connsiteX1" fmla="*/ 308629 w 323982"/>
                    <a:gd name="connsiteY1" fmla="*/ 65385 h 580888"/>
                    <a:gd name="connsiteX2" fmla="*/ 312552 w 323982"/>
                    <a:gd name="connsiteY2" fmla="*/ 219692 h 580888"/>
                    <a:gd name="connsiteX3" fmla="*/ 322142 w 323982"/>
                    <a:gd name="connsiteY3" fmla="*/ 370076 h 580888"/>
                    <a:gd name="connsiteX4" fmla="*/ 321270 w 323982"/>
                    <a:gd name="connsiteY4" fmla="*/ 497358 h 580888"/>
                    <a:gd name="connsiteX5" fmla="*/ 321270 w 323982"/>
                    <a:gd name="connsiteY5" fmla="*/ 537461 h 580888"/>
                    <a:gd name="connsiteX6" fmla="*/ 290757 w 323982"/>
                    <a:gd name="connsiteY6" fmla="*/ 554897 h 580888"/>
                    <a:gd name="connsiteX7" fmla="*/ 248040 w 323982"/>
                    <a:gd name="connsiteY7" fmla="*/ 557076 h 580888"/>
                    <a:gd name="connsiteX8" fmla="*/ 173065 w 323982"/>
                    <a:gd name="connsiteY8" fmla="*/ 575384 h 580888"/>
                    <a:gd name="connsiteX9" fmla="*/ 97655 w 323982"/>
                    <a:gd name="connsiteY9" fmla="*/ 572333 h 580888"/>
                    <a:gd name="connsiteX10" fmla="*/ 68014 w 323982"/>
                    <a:gd name="connsiteY10" fmla="*/ 553153 h 580888"/>
                    <a:gd name="connsiteX11" fmla="*/ 25296 w 323982"/>
                    <a:gd name="connsiteY11" fmla="*/ 537025 h 580888"/>
                    <a:gd name="connsiteX12" fmla="*/ 11347 w 323982"/>
                    <a:gd name="connsiteY12" fmla="*/ 481666 h 580888"/>
                    <a:gd name="connsiteX13" fmla="*/ 13963 w 323982"/>
                    <a:gd name="connsiteY13" fmla="*/ 361794 h 580888"/>
                    <a:gd name="connsiteX14" fmla="*/ 886 w 323982"/>
                    <a:gd name="connsiteY14" fmla="*/ 207487 h 580888"/>
                    <a:gd name="connsiteX15" fmla="*/ 10911 w 323982"/>
                    <a:gd name="connsiteY15" fmla="*/ 93282 h 580888"/>
                    <a:gd name="connsiteX16" fmla="*/ 64091 w 323982"/>
                    <a:gd name="connsiteY16" fmla="*/ 0 h 580888"/>
                    <a:gd name="connsiteX17" fmla="*/ 185270 w 323982"/>
                    <a:gd name="connsiteY17" fmla="*/ 30949 h 580888"/>
                    <a:gd name="connsiteX18" fmla="*/ 295552 w 323982"/>
                    <a:gd name="connsiteY18" fmla="*/ 2615 h 5808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323982" h="580888">
                      <a:moveTo>
                        <a:pt x="295552" y="2615"/>
                      </a:moveTo>
                      <a:cubicBezTo>
                        <a:pt x="295552" y="2615"/>
                        <a:pt x="307757" y="57102"/>
                        <a:pt x="308629" y="65385"/>
                      </a:cubicBezTo>
                      <a:cubicBezTo>
                        <a:pt x="315604" y="116384"/>
                        <a:pt x="310373" y="168256"/>
                        <a:pt x="312552" y="219692"/>
                      </a:cubicBezTo>
                      <a:cubicBezTo>
                        <a:pt x="314732" y="269820"/>
                        <a:pt x="324322" y="320384"/>
                        <a:pt x="322142" y="370076"/>
                      </a:cubicBezTo>
                      <a:cubicBezTo>
                        <a:pt x="320398" y="412359"/>
                        <a:pt x="319963" y="455077"/>
                        <a:pt x="321270" y="497358"/>
                      </a:cubicBezTo>
                      <a:cubicBezTo>
                        <a:pt x="321270" y="509999"/>
                        <a:pt x="327373" y="525692"/>
                        <a:pt x="321270" y="537461"/>
                      </a:cubicBezTo>
                      <a:cubicBezTo>
                        <a:pt x="315604" y="547487"/>
                        <a:pt x="301655" y="552717"/>
                        <a:pt x="290757" y="554897"/>
                      </a:cubicBezTo>
                      <a:cubicBezTo>
                        <a:pt x="276809" y="557512"/>
                        <a:pt x="261988" y="555769"/>
                        <a:pt x="248040" y="557076"/>
                      </a:cubicBezTo>
                      <a:cubicBezTo>
                        <a:pt x="222322" y="558820"/>
                        <a:pt x="197911" y="568845"/>
                        <a:pt x="173065" y="575384"/>
                      </a:cubicBezTo>
                      <a:cubicBezTo>
                        <a:pt x="148219" y="581922"/>
                        <a:pt x="120322" y="584538"/>
                        <a:pt x="97655" y="572333"/>
                      </a:cubicBezTo>
                      <a:cubicBezTo>
                        <a:pt x="87193" y="566666"/>
                        <a:pt x="78476" y="558820"/>
                        <a:pt x="68014" y="553153"/>
                      </a:cubicBezTo>
                      <a:cubicBezTo>
                        <a:pt x="53194" y="545307"/>
                        <a:pt x="35322" y="551845"/>
                        <a:pt x="25296" y="537025"/>
                      </a:cubicBezTo>
                      <a:cubicBezTo>
                        <a:pt x="15270" y="521769"/>
                        <a:pt x="13091" y="499538"/>
                        <a:pt x="11347" y="481666"/>
                      </a:cubicBezTo>
                      <a:cubicBezTo>
                        <a:pt x="7860" y="441564"/>
                        <a:pt x="12655" y="401461"/>
                        <a:pt x="13963" y="361794"/>
                      </a:cubicBezTo>
                      <a:cubicBezTo>
                        <a:pt x="15706" y="311230"/>
                        <a:pt x="3937" y="258487"/>
                        <a:pt x="886" y="207487"/>
                      </a:cubicBezTo>
                      <a:cubicBezTo>
                        <a:pt x="-1294" y="169128"/>
                        <a:pt x="14" y="130333"/>
                        <a:pt x="10911" y="93282"/>
                      </a:cubicBezTo>
                      <a:cubicBezTo>
                        <a:pt x="21373" y="56667"/>
                        <a:pt x="43604" y="30513"/>
                        <a:pt x="64091" y="0"/>
                      </a:cubicBezTo>
                      <a:cubicBezTo>
                        <a:pt x="61911" y="3923"/>
                        <a:pt x="122937" y="28333"/>
                        <a:pt x="185270" y="30949"/>
                      </a:cubicBezTo>
                      <a:cubicBezTo>
                        <a:pt x="251091" y="34000"/>
                        <a:pt x="295552" y="2615"/>
                        <a:pt x="295552" y="2615"/>
                      </a:cubicBezTo>
                      <a:close/>
                    </a:path>
                  </a:pathLst>
                </a:custGeom>
                <a:solidFill>
                  <a:srgbClr val="3E3544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  <p:sp>
              <p:nvSpPr>
                <p:cNvPr id="1272" name="任意多边形: 形状 1271"/>
                <p:cNvSpPr/>
                <p:nvPr>
                  <p:custDataLst>
                    <p:tags r:id="rId267"/>
                  </p:custDataLst>
                </p:nvPr>
              </p:nvSpPr>
              <p:spPr>
                <a:xfrm>
                  <a:off x="7311912" y="3132007"/>
                  <a:ext cx="127533" cy="44130"/>
                </a:xfrm>
                <a:custGeom>
                  <a:avLst/>
                  <a:gdLst>
                    <a:gd name="connsiteX0" fmla="*/ 126737 w 127533"/>
                    <a:gd name="connsiteY0" fmla="*/ 1201 h 44130"/>
                    <a:gd name="connsiteX1" fmla="*/ 79224 w 127533"/>
                    <a:gd name="connsiteY1" fmla="*/ 329 h 44130"/>
                    <a:gd name="connsiteX2" fmla="*/ 26044 w 127533"/>
                    <a:gd name="connsiteY2" fmla="*/ 2073 h 44130"/>
                    <a:gd name="connsiteX3" fmla="*/ 2070 w 127533"/>
                    <a:gd name="connsiteY3" fmla="*/ 12535 h 44130"/>
                    <a:gd name="connsiteX4" fmla="*/ 8173 w 127533"/>
                    <a:gd name="connsiteY4" fmla="*/ 43047 h 44130"/>
                    <a:gd name="connsiteX5" fmla="*/ 12967 w 127533"/>
                    <a:gd name="connsiteY5" fmla="*/ 40432 h 44130"/>
                    <a:gd name="connsiteX6" fmla="*/ 17326 w 127533"/>
                    <a:gd name="connsiteY6" fmla="*/ 9919 h 44130"/>
                    <a:gd name="connsiteX7" fmla="*/ 40865 w 127533"/>
                    <a:gd name="connsiteY7" fmla="*/ 6432 h 44130"/>
                    <a:gd name="connsiteX8" fmla="*/ 72249 w 127533"/>
                    <a:gd name="connsiteY8" fmla="*/ 5996 h 44130"/>
                    <a:gd name="connsiteX9" fmla="*/ 126301 w 127533"/>
                    <a:gd name="connsiteY9" fmla="*/ 5996 h 44130"/>
                    <a:gd name="connsiteX10" fmla="*/ 127172 w 127533"/>
                    <a:gd name="connsiteY10" fmla="*/ 1201 h 441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27533" h="44130">
                      <a:moveTo>
                        <a:pt x="126737" y="1201"/>
                      </a:moveTo>
                      <a:cubicBezTo>
                        <a:pt x="111480" y="-1414"/>
                        <a:pt x="94916" y="1201"/>
                        <a:pt x="79224" y="329"/>
                      </a:cubicBezTo>
                      <a:cubicBezTo>
                        <a:pt x="61352" y="-106"/>
                        <a:pt x="43916" y="-542"/>
                        <a:pt x="26044" y="2073"/>
                      </a:cubicBezTo>
                      <a:cubicBezTo>
                        <a:pt x="17762" y="3381"/>
                        <a:pt x="6429" y="4253"/>
                        <a:pt x="2070" y="12535"/>
                      </a:cubicBezTo>
                      <a:cubicBezTo>
                        <a:pt x="-3161" y="22124"/>
                        <a:pt x="2506" y="35201"/>
                        <a:pt x="8173" y="43047"/>
                      </a:cubicBezTo>
                      <a:cubicBezTo>
                        <a:pt x="10352" y="45663"/>
                        <a:pt x="15147" y="43047"/>
                        <a:pt x="12967" y="40432"/>
                      </a:cubicBezTo>
                      <a:cubicBezTo>
                        <a:pt x="8608" y="33894"/>
                        <a:pt x="11660" y="15150"/>
                        <a:pt x="17326" y="9919"/>
                      </a:cubicBezTo>
                      <a:cubicBezTo>
                        <a:pt x="21250" y="6432"/>
                        <a:pt x="35634" y="6868"/>
                        <a:pt x="40865" y="6432"/>
                      </a:cubicBezTo>
                      <a:cubicBezTo>
                        <a:pt x="51326" y="5560"/>
                        <a:pt x="61788" y="5560"/>
                        <a:pt x="72249" y="5996"/>
                      </a:cubicBezTo>
                      <a:cubicBezTo>
                        <a:pt x="89685" y="5996"/>
                        <a:pt x="107557" y="6868"/>
                        <a:pt x="126301" y="5996"/>
                      </a:cubicBezTo>
                      <a:cubicBezTo>
                        <a:pt x="127172" y="5996"/>
                        <a:pt x="128044" y="1201"/>
                        <a:pt x="127172" y="1201"/>
                      </a:cubicBezTo>
                      <a:close/>
                    </a:path>
                  </a:pathLst>
                </a:custGeom>
                <a:solidFill>
                  <a:srgbClr val="302534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  <p:sp>
              <p:nvSpPr>
                <p:cNvPr id="1273" name="任意多边形: 形状 1272"/>
                <p:cNvSpPr/>
                <p:nvPr>
                  <p:custDataLst>
                    <p:tags r:id="rId268"/>
                  </p:custDataLst>
                </p:nvPr>
              </p:nvSpPr>
              <p:spPr>
                <a:xfrm>
                  <a:off x="7235783" y="3155819"/>
                  <a:ext cx="119170" cy="161104"/>
                </a:xfrm>
                <a:custGeom>
                  <a:avLst/>
                  <a:gdLst>
                    <a:gd name="connsiteX0" fmla="*/ 1917 w 119170"/>
                    <a:gd name="connsiteY0" fmla="*/ 138671 h 161104"/>
                    <a:gd name="connsiteX1" fmla="*/ 118737 w 119170"/>
                    <a:gd name="connsiteY1" fmla="*/ 127774 h 161104"/>
                    <a:gd name="connsiteX2" fmla="*/ 57275 w 119170"/>
                    <a:gd name="connsiteY2" fmla="*/ 11825 h 161104"/>
                    <a:gd name="connsiteX3" fmla="*/ 28506 w 119170"/>
                    <a:gd name="connsiteY3" fmla="*/ 56 h 161104"/>
                    <a:gd name="connsiteX4" fmla="*/ 7147 w 119170"/>
                    <a:gd name="connsiteY4" fmla="*/ 42338 h 161104"/>
                    <a:gd name="connsiteX5" fmla="*/ 1917 w 119170"/>
                    <a:gd name="connsiteY5" fmla="*/ 138671 h 1611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19170" h="161104">
                      <a:moveTo>
                        <a:pt x="1917" y="138671"/>
                      </a:moveTo>
                      <a:cubicBezTo>
                        <a:pt x="1917" y="138671"/>
                        <a:pt x="127455" y="195774"/>
                        <a:pt x="118737" y="127774"/>
                      </a:cubicBezTo>
                      <a:cubicBezTo>
                        <a:pt x="106968" y="32748"/>
                        <a:pt x="100429" y="22287"/>
                        <a:pt x="57275" y="11825"/>
                      </a:cubicBezTo>
                      <a:cubicBezTo>
                        <a:pt x="45506" y="8774"/>
                        <a:pt x="40275" y="-816"/>
                        <a:pt x="28506" y="56"/>
                      </a:cubicBezTo>
                      <a:cubicBezTo>
                        <a:pt x="-15519" y="3543"/>
                        <a:pt x="3660" y="25774"/>
                        <a:pt x="7147" y="42338"/>
                      </a:cubicBezTo>
                      <a:cubicBezTo>
                        <a:pt x="16737" y="91594"/>
                        <a:pt x="173" y="112517"/>
                        <a:pt x="1917" y="138671"/>
                      </a:cubicBezTo>
                      <a:close/>
                    </a:path>
                  </a:pathLst>
                </a:custGeom>
                <a:solidFill>
                  <a:srgbClr val="F3A984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  <p:sp>
              <p:nvSpPr>
                <p:cNvPr id="1274" name="任意多边形: 形状 1273"/>
                <p:cNvSpPr/>
                <p:nvPr>
                  <p:custDataLst>
                    <p:tags r:id="rId269"/>
                  </p:custDataLst>
                </p:nvPr>
              </p:nvSpPr>
              <p:spPr>
                <a:xfrm>
                  <a:off x="7213305" y="3013217"/>
                  <a:ext cx="205324" cy="264272"/>
                </a:xfrm>
                <a:custGeom>
                  <a:avLst/>
                  <a:gdLst>
                    <a:gd name="connsiteX0" fmla="*/ 61882 w 205324"/>
                    <a:gd name="connsiteY0" fmla="*/ 216760 h 264272"/>
                    <a:gd name="connsiteX1" fmla="*/ 52292 w 205324"/>
                    <a:gd name="connsiteY1" fmla="*/ 207170 h 264272"/>
                    <a:gd name="connsiteX2" fmla="*/ 42703 w 205324"/>
                    <a:gd name="connsiteY2" fmla="*/ 195837 h 264272"/>
                    <a:gd name="connsiteX3" fmla="*/ 35292 w 205324"/>
                    <a:gd name="connsiteY3" fmla="*/ 189734 h 264272"/>
                    <a:gd name="connsiteX4" fmla="*/ 27446 w 205324"/>
                    <a:gd name="connsiteY4" fmla="*/ 184939 h 264272"/>
                    <a:gd name="connsiteX5" fmla="*/ 18728 w 205324"/>
                    <a:gd name="connsiteY5" fmla="*/ 171427 h 264272"/>
                    <a:gd name="connsiteX6" fmla="*/ 27882 w 205324"/>
                    <a:gd name="connsiteY6" fmla="*/ 31940 h 264272"/>
                    <a:gd name="connsiteX7" fmla="*/ 130318 w 205324"/>
                    <a:gd name="connsiteY7" fmla="*/ 3606 h 264272"/>
                    <a:gd name="connsiteX8" fmla="*/ 158215 w 205324"/>
                    <a:gd name="connsiteY8" fmla="*/ 14940 h 264272"/>
                    <a:gd name="connsiteX9" fmla="*/ 179574 w 205324"/>
                    <a:gd name="connsiteY9" fmla="*/ 29760 h 264272"/>
                    <a:gd name="connsiteX10" fmla="*/ 189164 w 205324"/>
                    <a:gd name="connsiteY10" fmla="*/ 43709 h 264272"/>
                    <a:gd name="connsiteX11" fmla="*/ 199626 w 205324"/>
                    <a:gd name="connsiteY11" fmla="*/ 66811 h 264272"/>
                    <a:gd name="connsiteX12" fmla="*/ 202241 w 205324"/>
                    <a:gd name="connsiteY12" fmla="*/ 86427 h 264272"/>
                    <a:gd name="connsiteX13" fmla="*/ 194831 w 205324"/>
                    <a:gd name="connsiteY13" fmla="*/ 126965 h 264272"/>
                    <a:gd name="connsiteX14" fmla="*/ 201805 w 205324"/>
                    <a:gd name="connsiteY14" fmla="*/ 162273 h 264272"/>
                    <a:gd name="connsiteX15" fmla="*/ 203549 w 205324"/>
                    <a:gd name="connsiteY15" fmla="*/ 182760 h 264272"/>
                    <a:gd name="connsiteX16" fmla="*/ 195703 w 205324"/>
                    <a:gd name="connsiteY16" fmla="*/ 194529 h 264272"/>
                    <a:gd name="connsiteX17" fmla="*/ 191344 w 205324"/>
                    <a:gd name="connsiteY17" fmla="*/ 208042 h 264272"/>
                    <a:gd name="connsiteX18" fmla="*/ 187856 w 205324"/>
                    <a:gd name="connsiteY18" fmla="*/ 224606 h 264272"/>
                    <a:gd name="connsiteX19" fmla="*/ 186549 w 205324"/>
                    <a:gd name="connsiteY19" fmla="*/ 233324 h 264272"/>
                    <a:gd name="connsiteX20" fmla="*/ 184805 w 205324"/>
                    <a:gd name="connsiteY20" fmla="*/ 243350 h 264272"/>
                    <a:gd name="connsiteX21" fmla="*/ 172164 w 205324"/>
                    <a:gd name="connsiteY21" fmla="*/ 261221 h 264272"/>
                    <a:gd name="connsiteX22" fmla="*/ 158651 w 205324"/>
                    <a:gd name="connsiteY22" fmla="*/ 264273 h 264272"/>
                    <a:gd name="connsiteX23" fmla="*/ 145138 w 205324"/>
                    <a:gd name="connsiteY23" fmla="*/ 262529 h 264272"/>
                    <a:gd name="connsiteX24" fmla="*/ 79318 w 205324"/>
                    <a:gd name="connsiteY24" fmla="*/ 230709 h 264272"/>
                    <a:gd name="connsiteX25" fmla="*/ 61010 w 205324"/>
                    <a:gd name="connsiteY25" fmla="*/ 216760 h 2642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</a:cxnLst>
                  <a:rect l="l" t="t" r="r" b="b"/>
                  <a:pathLst>
                    <a:path w="205324" h="264272">
                      <a:moveTo>
                        <a:pt x="61882" y="216760"/>
                      </a:moveTo>
                      <a:cubicBezTo>
                        <a:pt x="58395" y="213709"/>
                        <a:pt x="54908" y="211093"/>
                        <a:pt x="52292" y="207170"/>
                      </a:cubicBezTo>
                      <a:cubicBezTo>
                        <a:pt x="49241" y="203247"/>
                        <a:pt x="46190" y="199324"/>
                        <a:pt x="42703" y="195837"/>
                      </a:cubicBezTo>
                      <a:cubicBezTo>
                        <a:pt x="40523" y="193657"/>
                        <a:pt x="37908" y="191478"/>
                        <a:pt x="35292" y="189734"/>
                      </a:cubicBezTo>
                      <a:cubicBezTo>
                        <a:pt x="32677" y="187991"/>
                        <a:pt x="29626" y="187555"/>
                        <a:pt x="27446" y="184939"/>
                      </a:cubicBezTo>
                      <a:cubicBezTo>
                        <a:pt x="24395" y="180580"/>
                        <a:pt x="21344" y="175786"/>
                        <a:pt x="18728" y="171427"/>
                      </a:cubicBezTo>
                      <a:cubicBezTo>
                        <a:pt x="-6990" y="128273"/>
                        <a:pt x="-8297" y="69863"/>
                        <a:pt x="27882" y="31940"/>
                      </a:cubicBezTo>
                      <a:cubicBezTo>
                        <a:pt x="53600" y="4914"/>
                        <a:pt x="94574" y="-6419"/>
                        <a:pt x="130318" y="3606"/>
                      </a:cubicBezTo>
                      <a:cubicBezTo>
                        <a:pt x="139908" y="6222"/>
                        <a:pt x="149497" y="10581"/>
                        <a:pt x="158215" y="14940"/>
                      </a:cubicBezTo>
                      <a:cubicBezTo>
                        <a:pt x="166061" y="18863"/>
                        <a:pt x="173908" y="23222"/>
                        <a:pt x="179574" y="29760"/>
                      </a:cubicBezTo>
                      <a:cubicBezTo>
                        <a:pt x="183497" y="34119"/>
                        <a:pt x="186549" y="38914"/>
                        <a:pt x="189164" y="43709"/>
                      </a:cubicBezTo>
                      <a:cubicBezTo>
                        <a:pt x="193087" y="51119"/>
                        <a:pt x="196574" y="58965"/>
                        <a:pt x="199626" y="66811"/>
                      </a:cubicBezTo>
                      <a:cubicBezTo>
                        <a:pt x="202241" y="72914"/>
                        <a:pt x="202241" y="79888"/>
                        <a:pt x="202241" y="86427"/>
                      </a:cubicBezTo>
                      <a:cubicBezTo>
                        <a:pt x="202241" y="100811"/>
                        <a:pt x="197882" y="113016"/>
                        <a:pt x="194831" y="126965"/>
                      </a:cubicBezTo>
                      <a:cubicBezTo>
                        <a:pt x="192215" y="139170"/>
                        <a:pt x="197882" y="150504"/>
                        <a:pt x="201805" y="162273"/>
                      </a:cubicBezTo>
                      <a:cubicBezTo>
                        <a:pt x="203985" y="168811"/>
                        <a:pt x="207472" y="176222"/>
                        <a:pt x="203549" y="182760"/>
                      </a:cubicBezTo>
                      <a:cubicBezTo>
                        <a:pt x="200933" y="186683"/>
                        <a:pt x="197446" y="190170"/>
                        <a:pt x="195703" y="194529"/>
                      </a:cubicBezTo>
                      <a:cubicBezTo>
                        <a:pt x="193959" y="198888"/>
                        <a:pt x="192215" y="203247"/>
                        <a:pt x="191344" y="208042"/>
                      </a:cubicBezTo>
                      <a:cubicBezTo>
                        <a:pt x="190472" y="211093"/>
                        <a:pt x="188292" y="222427"/>
                        <a:pt x="187856" y="224606"/>
                      </a:cubicBezTo>
                      <a:cubicBezTo>
                        <a:pt x="187420" y="227657"/>
                        <a:pt x="186985" y="230273"/>
                        <a:pt x="186549" y="233324"/>
                      </a:cubicBezTo>
                      <a:cubicBezTo>
                        <a:pt x="186113" y="236811"/>
                        <a:pt x="185677" y="239862"/>
                        <a:pt x="184805" y="243350"/>
                      </a:cubicBezTo>
                      <a:cubicBezTo>
                        <a:pt x="183497" y="251196"/>
                        <a:pt x="179574" y="258170"/>
                        <a:pt x="172164" y="261221"/>
                      </a:cubicBezTo>
                      <a:cubicBezTo>
                        <a:pt x="167805" y="262965"/>
                        <a:pt x="163446" y="263837"/>
                        <a:pt x="158651" y="264273"/>
                      </a:cubicBezTo>
                      <a:cubicBezTo>
                        <a:pt x="154292" y="264273"/>
                        <a:pt x="149497" y="264273"/>
                        <a:pt x="145138" y="262529"/>
                      </a:cubicBezTo>
                      <a:cubicBezTo>
                        <a:pt x="126395" y="257298"/>
                        <a:pt x="85421" y="235068"/>
                        <a:pt x="79318" y="230709"/>
                      </a:cubicBezTo>
                      <a:cubicBezTo>
                        <a:pt x="73215" y="226350"/>
                        <a:pt x="66677" y="221555"/>
                        <a:pt x="61010" y="216760"/>
                      </a:cubicBezTo>
                      <a:close/>
                    </a:path>
                  </a:pathLst>
                </a:custGeom>
                <a:solidFill>
                  <a:srgbClr val="FFC7AD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  <p:sp>
              <p:nvSpPr>
                <p:cNvPr id="1275" name="任意多边形: 形状 1274"/>
                <p:cNvSpPr/>
                <p:nvPr>
                  <p:custDataLst>
                    <p:tags r:id="rId270"/>
                  </p:custDataLst>
                </p:nvPr>
              </p:nvSpPr>
              <p:spPr>
                <a:xfrm>
                  <a:off x="7193238" y="2993262"/>
                  <a:ext cx="229111" cy="209825"/>
                </a:xfrm>
                <a:custGeom>
                  <a:avLst/>
                  <a:gdLst>
                    <a:gd name="connsiteX0" fmla="*/ 0 w 229111"/>
                    <a:gd name="connsiteY0" fmla="*/ 105510 h 209825"/>
                    <a:gd name="connsiteX1" fmla="*/ 36179 w 229111"/>
                    <a:gd name="connsiteY1" fmla="*/ 22254 h 209825"/>
                    <a:gd name="connsiteX2" fmla="*/ 111590 w 229111"/>
                    <a:gd name="connsiteY2" fmla="*/ 23 h 209825"/>
                    <a:gd name="connsiteX3" fmla="*/ 168692 w 229111"/>
                    <a:gd name="connsiteY3" fmla="*/ 13972 h 209825"/>
                    <a:gd name="connsiteX4" fmla="*/ 210538 w 229111"/>
                    <a:gd name="connsiteY4" fmla="*/ 47100 h 209825"/>
                    <a:gd name="connsiteX5" fmla="*/ 226231 w 229111"/>
                    <a:gd name="connsiteY5" fmla="*/ 113792 h 209825"/>
                    <a:gd name="connsiteX6" fmla="*/ 221000 w 229111"/>
                    <a:gd name="connsiteY6" fmla="*/ 127305 h 209825"/>
                    <a:gd name="connsiteX7" fmla="*/ 214897 w 229111"/>
                    <a:gd name="connsiteY7" fmla="*/ 113356 h 209825"/>
                    <a:gd name="connsiteX8" fmla="*/ 210538 w 229111"/>
                    <a:gd name="connsiteY8" fmla="*/ 100279 h 209825"/>
                    <a:gd name="connsiteX9" fmla="*/ 205308 w 229111"/>
                    <a:gd name="connsiteY9" fmla="*/ 89818 h 209825"/>
                    <a:gd name="connsiteX10" fmla="*/ 165641 w 229111"/>
                    <a:gd name="connsiteY10" fmla="*/ 103767 h 209825"/>
                    <a:gd name="connsiteX11" fmla="*/ 129026 w 229111"/>
                    <a:gd name="connsiteY11" fmla="*/ 143869 h 209825"/>
                    <a:gd name="connsiteX12" fmla="*/ 115513 w 229111"/>
                    <a:gd name="connsiteY12" fmla="*/ 167408 h 209825"/>
                    <a:gd name="connsiteX13" fmla="*/ 109410 w 229111"/>
                    <a:gd name="connsiteY13" fmla="*/ 176561 h 209825"/>
                    <a:gd name="connsiteX14" fmla="*/ 83692 w 229111"/>
                    <a:gd name="connsiteY14" fmla="*/ 193997 h 209825"/>
                    <a:gd name="connsiteX15" fmla="*/ 60590 w 229111"/>
                    <a:gd name="connsiteY15" fmla="*/ 201407 h 209825"/>
                    <a:gd name="connsiteX16" fmla="*/ 42718 w 229111"/>
                    <a:gd name="connsiteY16" fmla="*/ 209254 h 209825"/>
                    <a:gd name="connsiteX17" fmla="*/ 9154 w 229111"/>
                    <a:gd name="connsiteY17" fmla="*/ 159561 h 209825"/>
                    <a:gd name="connsiteX18" fmla="*/ 436 w 229111"/>
                    <a:gd name="connsiteY18" fmla="*/ 105946 h 2098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229111" h="209825">
                      <a:moveTo>
                        <a:pt x="0" y="105510"/>
                      </a:moveTo>
                      <a:cubicBezTo>
                        <a:pt x="1744" y="50587"/>
                        <a:pt x="15692" y="39690"/>
                        <a:pt x="36179" y="22254"/>
                      </a:cubicBezTo>
                      <a:cubicBezTo>
                        <a:pt x="56231" y="5254"/>
                        <a:pt x="85436" y="-413"/>
                        <a:pt x="111590" y="23"/>
                      </a:cubicBezTo>
                      <a:cubicBezTo>
                        <a:pt x="131205" y="459"/>
                        <a:pt x="150820" y="5690"/>
                        <a:pt x="168692" y="13972"/>
                      </a:cubicBezTo>
                      <a:cubicBezTo>
                        <a:pt x="186128" y="21818"/>
                        <a:pt x="198769" y="32715"/>
                        <a:pt x="210538" y="47100"/>
                      </a:cubicBezTo>
                      <a:cubicBezTo>
                        <a:pt x="224923" y="64536"/>
                        <a:pt x="234077" y="91997"/>
                        <a:pt x="226231" y="113792"/>
                      </a:cubicBezTo>
                      <a:cubicBezTo>
                        <a:pt x="224923" y="117715"/>
                        <a:pt x="223615" y="123818"/>
                        <a:pt x="221000" y="127305"/>
                      </a:cubicBezTo>
                      <a:cubicBezTo>
                        <a:pt x="220564" y="128177"/>
                        <a:pt x="215333" y="114664"/>
                        <a:pt x="214897" y="113356"/>
                      </a:cubicBezTo>
                      <a:cubicBezTo>
                        <a:pt x="213590" y="108997"/>
                        <a:pt x="212282" y="104638"/>
                        <a:pt x="210538" y="100279"/>
                      </a:cubicBezTo>
                      <a:cubicBezTo>
                        <a:pt x="209231" y="96792"/>
                        <a:pt x="206179" y="93741"/>
                        <a:pt x="205308" y="89818"/>
                      </a:cubicBezTo>
                      <a:cubicBezTo>
                        <a:pt x="190487" y="88946"/>
                        <a:pt x="177410" y="95049"/>
                        <a:pt x="165641" y="103767"/>
                      </a:cubicBezTo>
                      <a:cubicBezTo>
                        <a:pt x="150385" y="115100"/>
                        <a:pt x="138179" y="126869"/>
                        <a:pt x="129026" y="143869"/>
                      </a:cubicBezTo>
                      <a:cubicBezTo>
                        <a:pt x="124667" y="151715"/>
                        <a:pt x="120308" y="159561"/>
                        <a:pt x="115513" y="167408"/>
                      </a:cubicBezTo>
                      <a:cubicBezTo>
                        <a:pt x="113333" y="170459"/>
                        <a:pt x="111590" y="173510"/>
                        <a:pt x="109410" y="176561"/>
                      </a:cubicBezTo>
                      <a:cubicBezTo>
                        <a:pt x="104179" y="184844"/>
                        <a:pt x="92846" y="191382"/>
                        <a:pt x="83692" y="193997"/>
                      </a:cubicBezTo>
                      <a:cubicBezTo>
                        <a:pt x="76282" y="195741"/>
                        <a:pt x="66256" y="195741"/>
                        <a:pt x="60590" y="201407"/>
                      </a:cubicBezTo>
                      <a:cubicBezTo>
                        <a:pt x="54487" y="207074"/>
                        <a:pt x="52308" y="211433"/>
                        <a:pt x="42718" y="209254"/>
                      </a:cubicBezTo>
                      <a:cubicBezTo>
                        <a:pt x="25282" y="205331"/>
                        <a:pt x="14385" y="174382"/>
                        <a:pt x="9154" y="159561"/>
                      </a:cubicBezTo>
                      <a:cubicBezTo>
                        <a:pt x="2615" y="142561"/>
                        <a:pt x="0" y="124254"/>
                        <a:pt x="436" y="105946"/>
                      </a:cubicBezTo>
                      <a:close/>
                    </a:path>
                  </a:pathLst>
                </a:custGeom>
                <a:solidFill>
                  <a:srgbClr val="A26749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  <p:sp>
              <p:nvSpPr>
                <p:cNvPr id="1276" name="任意多边形: 形状 1275"/>
                <p:cNvSpPr/>
                <p:nvPr>
                  <p:custDataLst>
                    <p:tags r:id="rId271"/>
                  </p:custDataLst>
                </p:nvPr>
              </p:nvSpPr>
              <p:spPr>
                <a:xfrm>
                  <a:off x="7157349" y="3028157"/>
                  <a:ext cx="159340" cy="441247"/>
                </a:xfrm>
                <a:custGeom>
                  <a:avLst/>
                  <a:gdLst>
                    <a:gd name="connsiteX0" fmla="*/ 13658 w 159340"/>
                    <a:gd name="connsiteY0" fmla="*/ 188308 h 441247"/>
                    <a:gd name="connsiteX1" fmla="*/ 9735 w 159340"/>
                    <a:gd name="connsiteY1" fmla="*/ 235820 h 441247"/>
                    <a:gd name="connsiteX2" fmla="*/ 146 w 159340"/>
                    <a:gd name="connsiteY2" fmla="*/ 287692 h 441247"/>
                    <a:gd name="connsiteX3" fmla="*/ 33274 w 159340"/>
                    <a:gd name="connsiteY3" fmla="*/ 289436 h 441247"/>
                    <a:gd name="connsiteX4" fmla="*/ 50710 w 159340"/>
                    <a:gd name="connsiteY4" fmla="*/ 350025 h 441247"/>
                    <a:gd name="connsiteX5" fmla="*/ 57248 w 159340"/>
                    <a:gd name="connsiteY5" fmla="*/ 400589 h 441247"/>
                    <a:gd name="connsiteX6" fmla="*/ 107812 w 159340"/>
                    <a:gd name="connsiteY6" fmla="*/ 440692 h 441247"/>
                    <a:gd name="connsiteX7" fmla="*/ 157069 w 159340"/>
                    <a:gd name="connsiteY7" fmla="*/ 404077 h 441247"/>
                    <a:gd name="connsiteX8" fmla="*/ 149658 w 159340"/>
                    <a:gd name="connsiteY8" fmla="*/ 331718 h 441247"/>
                    <a:gd name="connsiteX9" fmla="*/ 103889 w 159340"/>
                    <a:gd name="connsiteY9" fmla="*/ 248461 h 441247"/>
                    <a:gd name="connsiteX10" fmla="*/ 98223 w 159340"/>
                    <a:gd name="connsiteY10" fmla="*/ 192231 h 441247"/>
                    <a:gd name="connsiteX11" fmla="*/ 103889 w 159340"/>
                    <a:gd name="connsiteY11" fmla="*/ 173051 h 441247"/>
                    <a:gd name="connsiteX12" fmla="*/ 106940 w 159340"/>
                    <a:gd name="connsiteY12" fmla="*/ 139923 h 441247"/>
                    <a:gd name="connsiteX13" fmla="*/ 101274 w 159340"/>
                    <a:gd name="connsiteY13" fmla="*/ 102436 h 441247"/>
                    <a:gd name="connsiteX14" fmla="*/ 94735 w 159340"/>
                    <a:gd name="connsiteY14" fmla="*/ 76718 h 441247"/>
                    <a:gd name="connsiteX15" fmla="*/ 86889 w 159340"/>
                    <a:gd name="connsiteY15" fmla="*/ 51000 h 441247"/>
                    <a:gd name="connsiteX16" fmla="*/ 56812 w 159340"/>
                    <a:gd name="connsiteY16" fmla="*/ 0 h 441247"/>
                    <a:gd name="connsiteX17" fmla="*/ 51146 w 159340"/>
                    <a:gd name="connsiteY17" fmla="*/ 8282 h 441247"/>
                    <a:gd name="connsiteX18" fmla="*/ 36325 w 159340"/>
                    <a:gd name="connsiteY18" fmla="*/ 30077 h 441247"/>
                    <a:gd name="connsiteX19" fmla="*/ 18453 w 159340"/>
                    <a:gd name="connsiteY19" fmla="*/ 86744 h 441247"/>
                    <a:gd name="connsiteX20" fmla="*/ 14094 w 159340"/>
                    <a:gd name="connsiteY20" fmla="*/ 187436 h 4412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159340" h="441247">
                      <a:moveTo>
                        <a:pt x="13658" y="188308"/>
                      </a:moveTo>
                      <a:cubicBezTo>
                        <a:pt x="13658" y="204436"/>
                        <a:pt x="12787" y="220128"/>
                        <a:pt x="9735" y="235820"/>
                      </a:cubicBezTo>
                      <a:cubicBezTo>
                        <a:pt x="6684" y="252384"/>
                        <a:pt x="-1162" y="270692"/>
                        <a:pt x="146" y="287692"/>
                      </a:cubicBezTo>
                      <a:cubicBezTo>
                        <a:pt x="9300" y="282897"/>
                        <a:pt x="25864" y="279846"/>
                        <a:pt x="33274" y="289436"/>
                      </a:cubicBezTo>
                      <a:cubicBezTo>
                        <a:pt x="45043" y="304256"/>
                        <a:pt x="47223" y="331718"/>
                        <a:pt x="50710" y="350025"/>
                      </a:cubicBezTo>
                      <a:cubicBezTo>
                        <a:pt x="53761" y="366589"/>
                        <a:pt x="54633" y="383589"/>
                        <a:pt x="57248" y="400589"/>
                      </a:cubicBezTo>
                      <a:cubicBezTo>
                        <a:pt x="61171" y="426743"/>
                        <a:pt x="83402" y="438076"/>
                        <a:pt x="107812" y="440692"/>
                      </a:cubicBezTo>
                      <a:cubicBezTo>
                        <a:pt x="139633" y="443743"/>
                        <a:pt x="150530" y="434589"/>
                        <a:pt x="157069" y="404077"/>
                      </a:cubicBezTo>
                      <a:cubicBezTo>
                        <a:pt x="162299" y="379666"/>
                        <a:pt x="157940" y="354384"/>
                        <a:pt x="149658" y="331718"/>
                      </a:cubicBezTo>
                      <a:cubicBezTo>
                        <a:pt x="138761" y="301205"/>
                        <a:pt x="117402" y="277666"/>
                        <a:pt x="103889" y="248461"/>
                      </a:cubicBezTo>
                      <a:cubicBezTo>
                        <a:pt x="96479" y="232769"/>
                        <a:pt x="90376" y="210102"/>
                        <a:pt x="98223" y="192231"/>
                      </a:cubicBezTo>
                      <a:cubicBezTo>
                        <a:pt x="101710" y="183949"/>
                        <a:pt x="101710" y="182641"/>
                        <a:pt x="103889" y="173051"/>
                      </a:cubicBezTo>
                      <a:cubicBezTo>
                        <a:pt x="106505" y="162154"/>
                        <a:pt x="107376" y="150820"/>
                        <a:pt x="106940" y="139923"/>
                      </a:cubicBezTo>
                      <a:cubicBezTo>
                        <a:pt x="106505" y="127282"/>
                        <a:pt x="101274" y="115513"/>
                        <a:pt x="101274" y="102436"/>
                      </a:cubicBezTo>
                      <a:cubicBezTo>
                        <a:pt x="101274" y="93282"/>
                        <a:pt x="98658" y="85000"/>
                        <a:pt x="94735" y="76718"/>
                      </a:cubicBezTo>
                      <a:cubicBezTo>
                        <a:pt x="91248" y="68436"/>
                        <a:pt x="90376" y="59282"/>
                        <a:pt x="86889" y="51000"/>
                      </a:cubicBezTo>
                      <a:cubicBezTo>
                        <a:pt x="79915" y="34436"/>
                        <a:pt x="56812" y="0"/>
                        <a:pt x="56812" y="0"/>
                      </a:cubicBezTo>
                      <a:cubicBezTo>
                        <a:pt x="56812" y="0"/>
                        <a:pt x="51146" y="7846"/>
                        <a:pt x="51146" y="8282"/>
                      </a:cubicBezTo>
                      <a:cubicBezTo>
                        <a:pt x="46351" y="15692"/>
                        <a:pt x="40248" y="22231"/>
                        <a:pt x="36325" y="30077"/>
                      </a:cubicBezTo>
                      <a:cubicBezTo>
                        <a:pt x="27171" y="48385"/>
                        <a:pt x="22812" y="67128"/>
                        <a:pt x="18453" y="86744"/>
                      </a:cubicBezTo>
                      <a:cubicBezTo>
                        <a:pt x="11479" y="119872"/>
                        <a:pt x="14530" y="153872"/>
                        <a:pt x="14094" y="187436"/>
                      </a:cubicBezTo>
                      <a:close/>
                    </a:path>
                  </a:pathLst>
                </a:custGeom>
                <a:solidFill>
                  <a:srgbClr val="A26749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  <p:sp>
              <p:nvSpPr>
                <p:cNvPr id="1277" name="任意多边形: 形状 1276"/>
                <p:cNvSpPr/>
                <p:nvPr>
                  <p:custDataLst>
                    <p:tags r:id="rId272"/>
                  </p:custDataLst>
                </p:nvPr>
              </p:nvSpPr>
              <p:spPr>
                <a:xfrm>
                  <a:off x="7351631" y="3147014"/>
                  <a:ext cx="47883" cy="56192"/>
                </a:xfrm>
                <a:custGeom>
                  <a:avLst/>
                  <a:gdLst>
                    <a:gd name="connsiteX0" fmla="*/ 40376 w 47883"/>
                    <a:gd name="connsiteY0" fmla="*/ 1015 h 56192"/>
                    <a:gd name="connsiteX1" fmla="*/ 2889 w 47883"/>
                    <a:gd name="connsiteY1" fmla="*/ 15400 h 56192"/>
                    <a:gd name="connsiteX2" fmla="*/ 9864 w 47883"/>
                    <a:gd name="connsiteY2" fmla="*/ 54195 h 56192"/>
                    <a:gd name="connsiteX3" fmla="*/ 42556 w 47883"/>
                    <a:gd name="connsiteY3" fmla="*/ 39374 h 56192"/>
                    <a:gd name="connsiteX4" fmla="*/ 39941 w 47883"/>
                    <a:gd name="connsiteY4" fmla="*/ 1451 h 56192"/>
                    <a:gd name="connsiteX5" fmla="*/ 42556 w 47883"/>
                    <a:gd name="connsiteY5" fmla="*/ 27605 h 56192"/>
                    <a:gd name="connsiteX6" fmla="*/ 35582 w 47883"/>
                    <a:gd name="connsiteY6" fmla="*/ 41554 h 56192"/>
                    <a:gd name="connsiteX7" fmla="*/ 7248 w 47883"/>
                    <a:gd name="connsiteY7" fmla="*/ 42861 h 56192"/>
                    <a:gd name="connsiteX8" fmla="*/ 16402 w 47883"/>
                    <a:gd name="connsiteY8" fmla="*/ 10169 h 56192"/>
                    <a:gd name="connsiteX9" fmla="*/ 39941 w 47883"/>
                    <a:gd name="connsiteY9" fmla="*/ 7554 h 56192"/>
                    <a:gd name="connsiteX10" fmla="*/ 42556 w 47883"/>
                    <a:gd name="connsiteY10" fmla="*/ 27605 h 561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7883" h="56192">
                      <a:moveTo>
                        <a:pt x="40376" y="1015"/>
                      </a:moveTo>
                      <a:cubicBezTo>
                        <a:pt x="28607" y="-2472"/>
                        <a:pt x="8556" y="3195"/>
                        <a:pt x="2889" y="15400"/>
                      </a:cubicBezTo>
                      <a:cubicBezTo>
                        <a:pt x="-1906" y="26297"/>
                        <a:pt x="-1470" y="48528"/>
                        <a:pt x="9864" y="54195"/>
                      </a:cubicBezTo>
                      <a:cubicBezTo>
                        <a:pt x="22069" y="60297"/>
                        <a:pt x="36453" y="51579"/>
                        <a:pt x="42556" y="39374"/>
                      </a:cubicBezTo>
                      <a:cubicBezTo>
                        <a:pt x="46479" y="31092"/>
                        <a:pt x="53453" y="5374"/>
                        <a:pt x="39941" y="1451"/>
                      </a:cubicBezTo>
                      <a:close/>
                      <a:moveTo>
                        <a:pt x="42556" y="27605"/>
                      </a:moveTo>
                      <a:cubicBezTo>
                        <a:pt x="41248" y="32836"/>
                        <a:pt x="38633" y="37631"/>
                        <a:pt x="35582" y="41554"/>
                      </a:cubicBezTo>
                      <a:cubicBezTo>
                        <a:pt x="29043" y="49400"/>
                        <a:pt x="12915" y="55938"/>
                        <a:pt x="7248" y="42861"/>
                      </a:cubicBezTo>
                      <a:cubicBezTo>
                        <a:pt x="2453" y="31528"/>
                        <a:pt x="5941" y="14964"/>
                        <a:pt x="16402" y="10169"/>
                      </a:cubicBezTo>
                      <a:cubicBezTo>
                        <a:pt x="23376" y="6682"/>
                        <a:pt x="34710" y="5374"/>
                        <a:pt x="39941" y="7554"/>
                      </a:cubicBezTo>
                      <a:cubicBezTo>
                        <a:pt x="45171" y="10169"/>
                        <a:pt x="44299" y="21066"/>
                        <a:pt x="42556" y="27605"/>
                      </a:cubicBezTo>
                      <a:close/>
                    </a:path>
                  </a:pathLst>
                </a:custGeom>
                <a:solidFill>
                  <a:srgbClr val="302534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  <p:sp>
              <p:nvSpPr>
                <p:cNvPr id="1278" name="任意多边形: 形状 1277"/>
                <p:cNvSpPr/>
                <p:nvPr>
                  <p:custDataLst>
                    <p:tags r:id="rId273"/>
                  </p:custDataLst>
                </p:nvPr>
              </p:nvSpPr>
              <p:spPr>
                <a:xfrm>
                  <a:off x="7409655" y="3132683"/>
                  <a:ext cx="34227" cy="50072"/>
                </a:xfrm>
                <a:custGeom>
                  <a:avLst/>
                  <a:gdLst>
                    <a:gd name="connsiteX0" fmla="*/ 22455 w 34227"/>
                    <a:gd name="connsiteY0" fmla="*/ 525 h 50072"/>
                    <a:gd name="connsiteX1" fmla="*/ 660 w 34227"/>
                    <a:gd name="connsiteY1" fmla="*/ 18397 h 50072"/>
                    <a:gd name="connsiteX2" fmla="*/ 660 w 34227"/>
                    <a:gd name="connsiteY2" fmla="*/ 18397 h 50072"/>
                    <a:gd name="connsiteX3" fmla="*/ 660 w 34227"/>
                    <a:gd name="connsiteY3" fmla="*/ 18397 h 50072"/>
                    <a:gd name="connsiteX4" fmla="*/ 224 w 34227"/>
                    <a:gd name="connsiteY4" fmla="*/ 22320 h 50072"/>
                    <a:gd name="connsiteX5" fmla="*/ 10686 w 34227"/>
                    <a:gd name="connsiteY5" fmla="*/ 49782 h 50072"/>
                    <a:gd name="connsiteX6" fmla="*/ 33352 w 34227"/>
                    <a:gd name="connsiteY6" fmla="*/ 21448 h 50072"/>
                    <a:gd name="connsiteX7" fmla="*/ 22891 w 34227"/>
                    <a:gd name="connsiteY7" fmla="*/ 961 h 50072"/>
                    <a:gd name="connsiteX8" fmla="*/ 27250 w 34227"/>
                    <a:gd name="connsiteY8" fmla="*/ 25807 h 50072"/>
                    <a:gd name="connsiteX9" fmla="*/ 6763 w 34227"/>
                    <a:gd name="connsiteY9" fmla="*/ 42371 h 50072"/>
                    <a:gd name="connsiteX10" fmla="*/ 19404 w 34227"/>
                    <a:gd name="connsiteY10" fmla="*/ 6192 h 50072"/>
                    <a:gd name="connsiteX11" fmla="*/ 27250 w 34227"/>
                    <a:gd name="connsiteY11" fmla="*/ 25807 h 500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34227" h="50072">
                      <a:moveTo>
                        <a:pt x="22455" y="525"/>
                      </a:moveTo>
                      <a:cubicBezTo>
                        <a:pt x="14609" y="3577"/>
                        <a:pt x="3276" y="9679"/>
                        <a:pt x="660" y="18397"/>
                      </a:cubicBezTo>
                      <a:cubicBezTo>
                        <a:pt x="660" y="18397"/>
                        <a:pt x="660" y="18397"/>
                        <a:pt x="660" y="18397"/>
                      </a:cubicBezTo>
                      <a:cubicBezTo>
                        <a:pt x="660" y="18397"/>
                        <a:pt x="660" y="18397"/>
                        <a:pt x="660" y="18397"/>
                      </a:cubicBezTo>
                      <a:cubicBezTo>
                        <a:pt x="660" y="19705"/>
                        <a:pt x="224" y="21013"/>
                        <a:pt x="224" y="22320"/>
                      </a:cubicBezTo>
                      <a:cubicBezTo>
                        <a:pt x="-647" y="31910"/>
                        <a:pt x="660" y="47602"/>
                        <a:pt x="10686" y="49782"/>
                      </a:cubicBezTo>
                      <a:cubicBezTo>
                        <a:pt x="24635" y="52833"/>
                        <a:pt x="31609" y="31038"/>
                        <a:pt x="33352" y="21448"/>
                      </a:cubicBezTo>
                      <a:cubicBezTo>
                        <a:pt x="34660" y="13166"/>
                        <a:pt x="36404" y="-4270"/>
                        <a:pt x="22891" y="961"/>
                      </a:cubicBezTo>
                      <a:close/>
                      <a:moveTo>
                        <a:pt x="27250" y="25807"/>
                      </a:moveTo>
                      <a:cubicBezTo>
                        <a:pt x="25942" y="30602"/>
                        <a:pt x="16353" y="55884"/>
                        <a:pt x="6763" y="42371"/>
                      </a:cubicBezTo>
                      <a:cubicBezTo>
                        <a:pt x="3712" y="38448"/>
                        <a:pt x="-5006" y="13602"/>
                        <a:pt x="19404" y="6192"/>
                      </a:cubicBezTo>
                      <a:cubicBezTo>
                        <a:pt x="33352" y="1833"/>
                        <a:pt x="28994" y="18833"/>
                        <a:pt x="27250" y="25807"/>
                      </a:cubicBezTo>
                      <a:close/>
                    </a:path>
                  </a:pathLst>
                </a:custGeom>
                <a:solidFill>
                  <a:srgbClr val="302534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  <p:sp>
              <p:nvSpPr>
                <p:cNvPr id="1279" name="任意多边形: 形状 1278"/>
                <p:cNvSpPr/>
                <p:nvPr>
                  <p:custDataLst>
                    <p:tags r:id="rId274"/>
                  </p:custDataLst>
                </p:nvPr>
              </p:nvSpPr>
              <p:spPr>
                <a:xfrm>
                  <a:off x="7391882" y="3141490"/>
                  <a:ext cx="25407" cy="13076"/>
                </a:xfrm>
                <a:custGeom>
                  <a:avLst/>
                  <a:gdLst>
                    <a:gd name="connsiteX0" fmla="*/ 25408 w 25407"/>
                    <a:gd name="connsiteY0" fmla="*/ 0 h 13076"/>
                    <a:gd name="connsiteX1" fmla="*/ 126 w 25407"/>
                    <a:gd name="connsiteY1" fmla="*/ 6103 h 13076"/>
                    <a:gd name="connsiteX2" fmla="*/ 4049 w 25407"/>
                    <a:gd name="connsiteY2" fmla="*/ 13077 h 13076"/>
                    <a:gd name="connsiteX3" fmla="*/ 21049 w 25407"/>
                    <a:gd name="connsiteY3" fmla="*/ 8282 h 13076"/>
                    <a:gd name="connsiteX4" fmla="*/ 25408 w 25407"/>
                    <a:gd name="connsiteY4" fmla="*/ 0 h 130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5407" h="13076">
                      <a:moveTo>
                        <a:pt x="25408" y="0"/>
                      </a:moveTo>
                      <a:cubicBezTo>
                        <a:pt x="22356" y="1743"/>
                        <a:pt x="8843" y="8718"/>
                        <a:pt x="126" y="6103"/>
                      </a:cubicBezTo>
                      <a:cubicBezTo>
                        <a:pt x="-746" y="6103"/>
                        <a:pt x="3177" y="12641"/>
                        <a:pt x="4049" y="13077"/>
                      </a:cubicBezTo>
                      <a:cubicBezTo>
                        <a:pt x="5356" y="13077"/>
                        <a:pt x="17561" y="9590"/>
                        <a:pt x="21049" y="8282"/>
                      </a:cubicBezTo>
                      <a:cubicBezTo>
                        <a:pt x="24100" y="6974"/>
                        <a:pt x="25408" y="0"/>
                        <a:pt x="25408" y="0"/>
                      </a:cubicBezTo>
                      <a:close/>
                    </a:path>
                  </a:pathLst>
                </a:custGeom>
                <a:solidFill>
                  <a:srgbClr val="302534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  <p:sp>
              <p:nvSpPr>
                <p:cNvPr id="1280" name="任意多边形: 形状 1279"/>
                <p:cNvSpPr/>
                <p:nvPr>
                  <p:custDataLst>
                    <p:tags r:id="rId275"/>
                  </p:custDataLst>
                </p:nvPr>
              </p:nvSpPr>
              <p:spPr>
                <a:xfrm>
                  <a:off x="7229527" y="3159468"/>
                  <a:ext cx="127533" cy="44130"/>
                </a:xfrm>
                <a:custGeom>
                  <a:avLst/>
                  <a:gdLst>
                    <a:gd name="connsiteX0" fmla="*/ 126737 w 127533"/>
                    <a:gd name="connsiteY0" fmla="*/ 1201 h 44130"/>
                    <a:gd name="connsiteX1" fmla="*/ 79224 w 127533"/>
                    <a:gd name="connsiteY1" fmla="*/ 329 h 44130"/>
                    <a:gd name="connsiteX2" fmla="*/ 26044 w 127533"/>
                    <a:gd name="connsiteY2" fmla="*/ 2073 h 44130"/>
                    <a:gd name="connsiteX3" fmla="*/ 2070 w 127533"/>
                    <a:gd name="connsiteY3" fmla="*/ 12535 h 44130"/>
                    <a:gd name="connsiteX4" fmla="*/ 8173 w 127533"/>
                    <a:gd name="connsiteY4" fmla="*/ 43047 h 44130"/>
                    <a:gd name="connsiteX5" fmla="*/ 12967 w 127533"/>
                    <a:gd name="connsiteY5" fmla="*/ 40432 h 44130"/>
                    <a:gd name="connsiteX6" fmla="*/ 17326 w 127533"/>
                    <a:gd name="connsiteY6" fmla="*/ 9919 h 44130"/>
                    <a:gd name="connsiteX7" fmla="*/ 40865 w 127533"/>
                    <a:gd name="connsiteY7" fmla="*/ 6432 h 44130"/>
                    <a:gd name="connsiteX8" fmla="*/ 72249 w 127533"/>
                    <a:gd name="connsiteY8" fmla="*/ 5996 h 44130"/>
                    <a:gd name="connsiteX9" fmla="*/ 126301 w 127533"/>
                    <a:gd name="connsiteY9" fmla="*/ 5996 h 44130"/>
                    <a:gd name="connsiteX10" fmla="*/ 127173 w 127533"/>
                    <a:gd name="connsiteY10" fmla="*/ 1201 h 441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27533" h="44130">
                      <a:moveTo>
                        <a:pt x="126737" y="1201"/>
                      </a:moveTo>
                      <a:cubicBezTo>
                        <a:pt x="111480" y="-1414"/>
                        <a:pt x="94916" y="1201"/>
                        <a:pt x="79224" y="329"/>
                      </a:cubicBezTo>
                      <a:cubicBezTo>
                        <a:pt x="61352" y="-106"/>
                        <a:pt x="43916" y="-542"/>
                        <a:pt x="26044" y="2073"/>
                      </a:cubicBezTo>
                      <a:cubicBezTo>
                        <a:pt x="17762" y="3381"/>
                        <a:pt x="6429" y="4253"/>
                        <a:pt x="2070" y="12535"/>
                      </a:cubicBezTo>
                      <a:cubicBezTo>
                        <a:pt x="-3161" y="22124"/>
                        <a:pt x="2506" y="35201"/>
                        <a:pt x="8173" y="43047"/>
                      </a:cubicBezTo>
                      <a:cubicBezTo>
                        <a:pt x="10352" y="45663"/>
                        <a:pt x="15147" y="43047"/>
                        <a:pt x="12967" y="40432"/>
                      </a:cubicBezTo>
                      <a:cubicBezTo>
                        <a:pt x="8608" y="33894"/>
                        <a:pt x="11660" y="15150"/>
                        <a:pt x="17326" y="9919"/>
                      </a:cubicBezTo>
                      <a:cubicBezTo>
                        <a:pt x="21249" y="6432"/>
                        <a:pt x="35634" y="6868"/>
                        <a:pt x="40865" y="6432"/>
                      </a:cubicBezTo>
                      <a:cubicBezTo>
                        <a:pt x="51326" y="5560"/>
                        <a:pt x="61788" y="5560"/>
                        <a:pt x="72249" y="5996"/>
                      </a:cubicBezTo>
                      <a:cubicBezTo>
                        <a:pt x="89685" y="5996"/>
                        <a:pt x="107557" y="6868"/>
                        <a:pt x="126301" y="5996"/>
                      </a:cubicBezTo>
                      <a:cubicBezTo>
                        <a:pt x="127173" y="5996"/>
                        <a:pt x="128044" y="1201"/>
                        <a:pt x="127173" y="1201"/>
                      </a:cubicBezTo>
                      <a:close/>
                    </a:path>
                  </a:pathLst>
                </a:custGeom>
                <a:solidFill>
                  <a:srgbClr val="302534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  <p:grpSp>
              <p:nvGrpSpPr>
                <p:cNvPr id="1281" name="图形 37"/>
                <p:cNvGrpSpPr/>
                <p:nvPr/>
              </p:nvGrpSpPr>
              <p:grpSpPr>
                <a:xfrm>
                  <a:off x="7227458" y="3148029"/>
                  <a:ext cx="57908" cy="65722"/>
                  <a:chOff x="7227458" y="3148029"/>
                  <a:chExt cx="57908" cy="65722"/>
                </a:xfrm>
              </p:grpSpPr>
              <p:sp>
                <p:nvSpPr>
                  <p:cNvPr id="1282" name="任意多边形: 形状 1281"/>
                  <p:cNvSpPr/>
                  <p:nvPr>
                    <p:custDataLst>
                      <p:tags r:id="rId276"/>
                    </p:custDataLst>
                  </p:nvPr>
                </p:nvSpPr>
                <p:spPr>
                  <a:xfrm>
                    <a:off x="7227458" y="3148029"/>
                    <a:ext cx="57908" cy="65722"/>
                  </a:xfrm>
                  <a:custGeom>
                    <a:avLst/>
                    <a:gdLst>
                      <a:gd name="connsiteX0" fmla="*/ 17652 w 57908"/>
                      <a:gd name="connsiteY0" fmla="*/ 436 h 65722"/>
                      <a:gd name="connsiteX1" fmla="*/ 7190 w 57908"/>
                      <a:gd name="connsiteY1" fmla="*/ 40103 h 65722"/>
                      <a:gd name="connsiteX2" fmla="*/ 22447 w 57908"/>
                      <a:gd name="connsiteY2" fmla="*/ 54051 h 65722"/>
                      <a:gd name="connsiteX3" fmla="*/ 53395 w 57908"/>
                      <a:gd name="connsiteY3" fmla="*/ 41846 h 65722"/>
                      <a:gd name="connsiteX4" fmla="*/ 17216 w 57908"/>
                      <a:gd name="connsiteY4" fmla="*/ 0 h 6572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7908" h="65722">
                        <a:moveTo>
                          <a:pt x="17652" y="436"/>
                        </a:moveTo>
                        <a:cubicBezTo>
                          <a:pt x="-1092" y="-872"/>
                          <a:pt x="-5451" y="22231"/>
                          <a:pt x="7190" y="40103"/>
                        </a:cubicBezTo>
                        <a:cubicBezTo>
                          <a:pt x="11113" y="45333"/>
                          <a:pt x="17652" y="50128"/>
                          <a:pt x="22447" y="54051"/>
                        </a:cubicBezTo>
                        <a:cubicBezTo>
                          <a:pt x="56011" y="82385"/>
                          <a:pt x="64293" y="51436"/>
                          <a:pt x="53395" y="41846"/>
                        </a:cubicBezTo>
                        <a:cubicBezTo>
                          <a:pt x="28549" y="19615"/>
                          <a:pt x="40754" y="1744"/>
                          <a:pt x="17216" y="0"/>
                        </a:cubicBezTo>
                        <a:close/>
                      </a:path>
                    </a:pathLst>
                  </a:custGeom>
                  <a:solidFill>
                    <a:srgbClr val="FFC7AD"/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PPOSans R"/>
                      <a:ea typeface="OPPOSans R"/>
                      <a:cs typeface="+mn-cs"/>
                    </a:endParaRPr>
                  </a:p>
                </p:txBody>
              </p:sp>
              <p:sp>
                <p:nvSpPr>
                  <p:cNvPr id="1283" name="任意多边形: 形状 1282"/>
                  <p:cNvSpPr/>
                  <p:nvPr>
                    <p:custDataLst>
                      <p:tags r:id="rId277"/>
                    </p:custDataLst>
                  </p:nvPr>
                </p:nvSpPr>
                <p:spPr>
                  <a:xfrm>
                    <a:off x="7243505" y="3166972"/>
                    <a:ext cx="22263" cy="27692"/>
                  </a:xfrm>
                  <a:custGeom>
                    <a:avLst/>
                    <a:gdLst>
                      <a:gd name="connsiteX0" fmla="*/ 13810 w 22263"/>
                      <a:gd name="connsiteY0" fmla="*/ 23774 h 27692"/>
                      <a:gd name="connsiteX1" fmla="*/ 4656 w 22263"/>
                      <a:gd name="connsiteY1" fmla="*/ 672 h 27692"/>
                      <a:gd name="connsiteX2" fmla="*/ 13810 w 22263"/>
                      <a:gd name="connsiteY2" fmla="*/ 5903 h 27692"/>
                      <a:gd name="connsiteX3" fmla="*/ 13810 w 22263"/>
                      <a:gd name="connsiteY3" fmla="*/ 12441 h 27692"/>
                      <a:gd name="connsiteX4" fmla="*/ 15117 w 22263"/>
                      <a:gd name="connsiteY4" fmla="*/ 15928 h 27692"/>
                      <a:gd name="connsiteX5" fmla="*/ 22092 w 22263"/>
                      <a:gd name="connsiteY5" fmla="*/ 26390 h 27692"/>
                      <a:gd name="connsiteX6" fmla="*/ 13374 w 22263"/>
                      <a:gd name="connsiteY6" fmla="*/ 23339 h 2769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22263" h="27692">
                        <a:moveTo>
                          <a:pt x="13810" y="23774"/>
                        </a:moveTo>
                        <a:cubicBezTo>
                          <a:pt x="13810" y="23774"/>
                          <a:pt x="-9729" y="9390"/>
                          <a:pt x="4656" y="672"/>
                        </a:cubicBezTo>
                        <a:cubicBezTo>
                          <a:pt x="8579" y="-1507"/>
                          <a:pt x="12938" y="1980"/>
                          <a:pt x="13810" y="5903"/>
                        </a:cubicBezTo>
                        <a:cubicBezTo>
                          <a:pt x="13810" y="8082"/>
                          <a:pt x="13810" y="10262"/>
                          <a:pt x="13810" y="12441"/>
                        </a:cubicBezTo>
                        <a:cubicBezTo>
                          <a:pt x="13810" y="13749"/>
                          <a:pt x="14682" y="15056"/>
                          <a:pt x="15117" y="15928"/>
                        </a:cubicBezTo>
                        <a:cubicBezTo>
                          <a:pt x="16861" y="18980"/>
                          <a:pt x="23400" y="22031"/>
                          <a:pt x="22092" y="26390"/>
                        </a:cubicBezTo>
                        <a:cubicBezTo>
                          <a:pt x="20784" y="30313"/>
                          <a:pt x="14682" y="24210"/>
                          <a:pt x="13374" y="23339"/>
                        </a:cubicBezTo>
                        <a:close/>
                      </a:path>
                    </a:pathLst>
                  </a:custGeom>
                  <a:solidFill>
                    <a:srgbClr val="F3A984"/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PPOSans R"/>
                      <a:ea typeface="OPPOSans R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1284" name="图形 37"/>
              <p:cNvGrpSpPr/>
              <p:nvPr/>
            </p:nvGrpSpPr>
            <p:grpSpPr>
              <a:xfrm>
                <a:off x="7081995" y="3324333"/>
                <a:ext cx="385307" cy="389161"/>
                <a:chOff x="7081995" y="3324333"/>
                <a:chExt cx="385307" cy="389161"/>
              </a:xfrm>
            </p:grpSpPr>
            <p:sp>
              <p:nvSpPr>
                <p:cNvPr id="1285" name="任意多边形: 形状 1284"/>
                <p:cNvSpPr/>
                <p:nvPr>
                  <p:custDataLst>
                    <p:tags r:id="rId278"/>
                  </p:custDataLst>
                </p:nvPr>
              </p:nvSpPr>
              <p:spPr>
                <a:xfrm>
                  <a:off x="7193238" y="3586977"/>
                  <a:ext cx="209013" cy="106244"/>
                </a:xfrm>
                <a:custGeom>
                  <a:avLst/>
                  <a:gdLst>
                    <a:gd name="connsiteX0" fmla="*/ 208795 w 209013"/>
                    <a:gd name="connsiteY0" fmla="*/ 67128 h 106244"/>
                    <a:gd name="connsiteX1" fmla="*/ 138615 w 209013"/>
                    <a:gd name="connsiteY1" fmla="*/ 48385 h 106244"/>
                    <a:gd name="connsiteX2" fmla="*/ 7410 w 209013"/>
                    <a:gd name="connsiteY2" fmla="*/ 0 h 106244"/>
                    <a:gd name="connsiteX3" fmla="*/ 0 w 209013"/>
                    <a:gd name="connsiteY3" fmla="*/ 75846 h 106244"/>
                    <a:gd name="connsiteX4" fmla="*/ 153000 w 209013"/>
                    <a:gd name="connsiteY4" fmla="*/ 105923 h 106244"/>
                    <a:gd name="connsiteX5" fmla="*/ 170436 w 209013"/>
                    <a:gd name="connsiteY5" fmla="*/ 96769 h 106244"/>
                    <a:gd name="connsiteX6" fmla="*/ 208359 w 209013"/>
                    <a:gd name="connsiteY6" fmla="*/ 67564 h 1062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09013" h="106244">
                      <a:moveTo>
                        <a:pt x="208795" y="67128"/>
                      </a:moveTo>
                      <a:cubicBezTo>
                        <a:pt x="201820" y="52308"/>
                        <a:pt x="154308" y="49256"/>
                        <a:pt x="138615" y="48385"/>
                      </a:cubicBezTo>
                      <a:cubicBezTo>
                        <a:pt x="112461" y="46641"/>
                        <a:pt x="57538" y="18308"/>
                        <a:pt x="7410" y="0"/>
                      </a:cubicBezTo>
                      <a:lnTo>
                        <a:pt x="0" y="75846"/>
                      </a:lnTo>
                      <a:cubicBezTo>
                        <a:pt x="47949" y="85000"/>
                        <a:pt x="108538" y="95897"/>
                        <a:pt x="153000" y="105923"/>
                      </a:cubicBezTo>
                      <a:cubicBezTo>
                        <a:pt x="161718" y="107667"/>
                        <a:pt x="163897" y="102000"/>
                        <a:pt x="170436" y="96769"/>
                      </a:cubicBezTo>
                      <a:cubicBezTo>
                        <a:pt x="181333" y="88051"/>
                        <a:pt x="214026" y="79333"/>
                        <a:pt x="208359" y="67564"/>
                      </a:cubicBezTo>
                      <a:close/>
                    </a:path>
                  </a:pathLst>
                </a:custGeom>
                <a:solidFill>
                  <a:srgbClr val="FFBFA2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  <p:sp>
              <p:nvSpPr>
                <p:cNvPr id="1286" name="任意多边形: 形状 1285"/>
                <p:cNvSpPr/>
                <p:nvPr>
                  <p:custDataLst>
                    <p:tags r:id="rId279"/>
                  </p:custDataLst>
                </p:nvPr>
              </p:nvSpPr>
              <p:spPr>
                <a:xfrm>
                  <a:off x="7081995" y="3324333"/>
                  <a:ext cx="238447" cy="362464"/>
                </a:xfrm>
                <a:custGeom>
                  <a:avLst/>
                  <a:gdLst>
                    <a:gd name="connsiteX0" fmla="*/ 93372 w 238447"/>
                    <a:gd name="connsiteY0" fmla="*/ 237362 h 362464"/>
                    <a:gd name="connsiteX1" fmla="*/ 95552 w 238447"/>
                    <a:gd name="connsiteY1" fmla="*/ 185055 h 362464"/>
                    <a:gd name="connsiteX2" fmla="*/ 113423 w 238447"/>
                    <a:gd name="connsiteY2" fmla="*/ 118362 h 362464"/>
                    <a:gd name="connsiteX3" fmla="*/ 105577 w 238447"/>
                    <a:gd name="connsiteY3" fmla="*/ 12875 h 362464"/>
                    <a:gd name="connsiteX4" fmla="*/ 61552 w 238447"/>
                    <a:gd name="connsiteY4" fmla="*/ 3285 h 362464"/>
                    <a:gd name="connsiteX5" fmla="*/ 30167 w 238447"/>
                    <a:gd name="connsiteY5" fmla="*/ 38593 h 362464"/>
                    <a:gd name="connsiteX6" fmla="*/ 10116 w 238447"/>
                    <a:gd name="connsiteY6" fmla="*/ 142772 h 362464"/>
                    <a:gd name="connsiteX7" fmla="*/ 962 w 238447"/>
                    <a:gd name="connsiteY7" fmla="*/ 254798 h 362464"/>
                    <a:gd name="connsiteX8" fmla="*/ 55013 w 238447"/>
                    <a:gd name="connsiteY8" fmla="*/ 314952 h 362464"/>
                    <a:gd name="connsiteX9" fmla="*/ 134346 w 238447"/>
                    <a:gd name="connsiteY9" fmla="*/ 345029 h 362464"/>
                    <a:gd name="connsiteX10" fmla="*/ 194500 w 238447"/>
                    <a:gd name="connsiteY10" fmla="*/ 360285 h 362464"/>
                    <a:gd name="connsiteX11" fmla="*/ 210192 w 238447"/>
                    <a:gd name="connsiteY11" fmla="*/ 362465 h 362464"/>
                    <a:gd name="connsiteX12" fmla="*/ 220654 w 238447"/>
                    <a:gd name="connsiteY12" fmla="*/ 358106 h 362464"/>
                    <a:gd name="connsiteX13" fmla="*/ 228500 w 238447"/>
                    <a:gd name="connsiteY13" fmla="*/ 341542 h 362464"/>
                    <a:gd name="connsiteX14" fmla="*/ 236782 w 238447"/>
                    <a:gd name="connsiteY14" fmla="*/ 319311 h 362464"/>
                    <a:gd name="connsiteX15" fmla="*/ 232859 w 238447"/>
                    <a:gd name="connsiteY15" fmla="*/ 303183 h 362464"/>
                    <a:gd name="connsiteX16" fmla="*/ 145680 w 238447"/>
                    <a:gd name="connsiteY16" fmla="*/ 267439 h 362464"/>
                    <a:gd name="connsiteX17" fmla="*/ 92936 w 238447"/>
                    <a:gd name="connsiteY17" fmla="*/ 237362 h 3624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238447" h="362464">
                      <a:moveTo>
                        <a:pt x="93372" y="237362"/>
                      </a:moveTo>
                      <a:cubicBezTo>
                        <a:pt x="81603" y="222542"/>
                        <a:pt x="92500" y="200747"/>
                        <a:pt x="95552" y="185055"/>
                      </a:cubicBezTo>
                      <a:cubicBezTo>
                        <a:pt x="100346" y="162388"/>
                        <a:pt x="107757" y="140593"/>
                        <a:pt x="113423" y="118362"/>
                      </a:cubicBezTo>
                      <a:cubicBezTo>
                        <a:pt x="119526" y="95260"/>
                        <a:pt x="132603" y="36850"/>
                        <a:pt x="105577" y="12875"/>
                      </a:cubicBezTo>
                      <a:cubicBezTo>
                        <a:pt x="94244" y="2850"/>
                        <a:pt x="75064" y="-4561"/>
                        <a:pt x="61552" y="3285"/>
                      </a:cubicBezTo>
                      <a:cubicBezTo>
                        <a:pt x="47603" y="11132"/>
                        <a:pt x="37141" y="24644"/>
                        <a:pt x="30167" y="38593"/>
                      </a:cubicBezTo>
                      <a:cubicBezTo>
                        <a:pt x="14039" y="71285"/>
                        <a:pt x="13603" y="107029"/>
                        <a:pt x="10116" y="142772"/>
                      </a:cubicBezTo>
                      <a:cubicBezTo>
                        <a:pt x="8372" y="161080"/>
                        <a:pt x="-3397" y="236054"/>
                        <a:pt x="962" y="254798"/>
                      </a:cubicBezTo>
                      <a:cubicBezTo>
                        <a:pt x="7500" y="283131"/>
                        <a:pt x="31475" y="301003"/>
                        <a:pt x="55013" y="314952"/>
                      </a:cubicBezTo>
                      <a:cubicBezTo>
                        <a:pt x="79423" y="329772"/>
                        <a:pt x="106885" y="338926"/>
                        <a:pt x="134346" y="345029"/>
                      </a:cubicBezTo>
                      <a:cubicBezTo>
                        <a:pt x="154398" y="349388"/>
                        <a:pt x="174013" y="356798"/>
                        <a:pt x="194500" y="360285"/>
                      </a:cubicBezTo>
                      <a:cubicBezTo>
                        <a:pt x="199731" y="361157"/>
                        <a:pt x="204962" y="362029"/>
                        <a:pt x="210192" y="362465"/>
                      </a:cubicBezTo>
                      <a:cubicBezTo>
                        <a:pt x="214987" y="362465"/>
                        <a:pt x="218039" y="362465"/>
                        <a:pt x="220654" y="358106"/>
                      </a:cubicBezTo>
                      <a:cubicBezTo>
                        <a:pt x="223705" y="352875"/>
                        <a:pt x="226321" y="347208"/>
                        <a:pt x="228500" y="341542"/>
                      </a:cubicBezTo>
                      <a:cubicBezTo>
                        <a:pt x="231551" y="334131"/>
                        <a:pt x="234603" y="327157"/>
                        <a:pt x="236782" y="319311"/>
                      </a:cubicBezTo>
                      <a:cubicBezTo>
                        <a:pt x="238526" y="312772"/>
                        <a:pt x="240705" y="306234"/>
                        <a:pt x="232859" y="303183"/>
                      </a:cubicBezTo>
                      <a:cubicBezTo>
                        <a:pt x="203654" y="291849"/>
                        <a:pt x="174449" y="279644"/>
                        <a:pt x="145680" y="267439"/>
                      </a:cubicBezTo>
                      <a:cubicBezTo>
                        <a:pt x="130859" y="261337"/>
                        <a:pt x="95552" y="240414"/>
                        <a:pt x="92936" y="237362"/>
                      </a:cubicBezTo>
                      <a:close/>
                    </a:path>
                  </a:pathLst>
                </a:custGeom>
                <a:solidFill>
                  <a:srgbClr val="EBEEFC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  <p:grpSp>
              <p:nvGrpSpPr>
                <p:cNvPr id="1287" name="图形 37"/>
                <p:cNvGrpSpPr/>
                <p:nvPr/>
              </p:nvGrpSpPr>
              <p:grpSpPr>
                <a:xfrm>
                  <a:off x="7308315" y="3623203"/>
                  <a:ext cx="158986" cy="90291"/>
                  <a:chOff x="7308315" y="3623203"/>
                  <a:chExt cx="158986" cy="90291"/>
                </a:xfrm>
                <a:solidFill>
                  <a:srgbClr val="FFBFA2"/>
                </a:solidFill>
              </p:grpSpPr>
              <p:sp>
                <p:nvSpPr>
                  <p:cNvPr id="1288" name="任意多边形: 形状 1287"/>
                  <p:cNvSpPr/>
                  <p:nvPr>
                    <p:custDataLst>
                      <p:tags r:id="rId280"/>
                    </p:custDataLst>
                  </p:nvPr>
                </p:nvSpPr>
                <p:spPr>
                  <a:xfrm>
                    <a:off x="7308315" y="3632310"/>
                    <a:ext cx="108538" cy="81184"/>
                  </a:xfrm>
                  <a:custGeom>
                    <a:avLst/>
                    <a:gdLst>
                      <a:gd name="connsiteX0" fmla="*/ 97641 w 108538"/>
                      <a:gd name="connsiteY0" fmla="*/ 13949 h 81184"/>
                      <a:gd name="connsiteX1" fmla="*/ 104179 w 108538"/>
                      <a:gd name="connsiteY1" fmla="*/ 18744 h 81184"/>
                      <a:gd name="connsiteX2" fmla="*/ 108538 w 108538"/>
                      <a:gd name="connsiteY2" fmla="*/ 29205 h 81184"/>
                      <a:gd name="connsiteX3" fmla="*/ 102872 w 108538"/>
                      <a:gd name="connsiteY3" fmla="*/ 44026 h 81184"/>
                      <a:gd name="connsiteX4" fmla="*/ 99385 w 108538"/>
                      <a:gd name="connsiteY4" fmla="*/ 46641 h 81184"/>
                      <a:gd name="connsiteX5" fmla="*/ 101128 w 108538"/>
                      <a:gd name="connsiteY5" fmla="*/ 49256 h 81184"/>
                      <a:gd name="connsiteX6" fmla="*/ 87179 w 108538"/>
                      <a:gd name="connsiteY6" fmla="*/ 69743 h 81184"/>
                      <a:gd name="connsiteX7" fmla="*/ 7846 w 108538"/>
                      <a:gd name="connsiteY7" fmla="*/ 63641 h 81184"/>
                      <a:gd name="connsiteX8" fmla="*/ 0 w 108538"/>
                      <a:gd name="connsiteY8" fmla="*/ 47949 h 81184"/>
                      <a:gd name="connsiteX9" fmla="*/ 20487 w 108538"/>
                      <a:gd name="connsiteY9" fmla="*/ 5231 h 81184"/>
                      <a:gd name="connsiteX10" fmla="*/ 57974 w 108538"/>
                      <a:gd name="connsiteY10" fmla="*/ 0 h 81184"/>
                      <a:gd name="connsiteX11" fmla="*/ 84128 w 108538"/>
                      <a:gd name="connsiteY11" fmla="*/ 3051 h 81184"/>
                      <a:gd name="connsiteX12" fmla="*/ 95026 w 108538"/>
                      <a:gd name="connsiteY12" fmla="*/ 12205 h 81184"/>
                      <a:gd name="connsiteX13" fmla="*/ 97205 w 108538"/>
                      <a:gd name="connsiteY13" fmla="*/ 14385 h 8118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</a:cxnLst>
                    <a:rect l="l" t="t" r="r" b="b"/>
                    <a:pathLst>
                      <a:path w="108538" h="81184">
                        <a:moveTo>
                          <a:pt x="97641" y="13949"/>
                        </a:moveTo>
                        <a:cubicBezTo>
                          <a:pt x="99820" y="15256"/>
                          <a:pt x="101564" y="16128"/>
                          <a:pt x="104179" y="18744"/>
                        </a:cubicBezTo>
                        <a:cubicBezTo>
                          <a:pt x="106795" y="21795"/>
                          <a:pt x="108102" y="25282"/>
                          <a:pt x="108538" y="29205"/>
                        </a:cubicBezTo>
                        <a:cubicBezTo>
                          <a:pt x="108538" y="34436"/>
                          <a:pt x="106795" y="40102"/>
                          <a:pt x="102872" y="44026"/>
                        </a:cubicBezTo>
                        <a:cubicBezTo>
                          <a:pt x="102000" y="44897"/>
                          <a:pt x="99820" y="45769"/>
                          <a:pt x="99385" y="46641"/>
                        </a:cubicBezTo>
                        <a:cubicBezTo>
                          <a:pt x="98949" y="47949"/>
                          <a:pt x="100256" y="47949"/>
                          <a:pt x="101128" y="49256"/>
                        </a:cubicBezTo>
                        <a:cubicBezTo>
                          <a:pt x="106795" y="55795"/>
                          <a:pt x="102872" y="68000"/>
                          <a:pt x="87179" y="69743"/>
                        </a:cubicBezTo>
                        <a:cubicBezTo>
                          <a:pt x="86744" y="91538"/>
                          <a:pt x="27462" y="78026"/>
                          <a:pt x="7846" y="63641"/>
                        </a:cubicBezTo>
                        <a:cubicBezTo>
                          <a:pt x="1744" y="59282"/>
                          <a:pt x="1744" y="55359"/>
                          <a:pt x="0" y="47949"/>
                        </a:cubicBezTo>
                        <a:lnTo>
                          <a:pt x="20487" y="5231"/>
                        </a:lnTo>
                        <a:cubicBezTo>
                          <a:pt x="32692" y="2615"/>
                          <a:pt x="45333" y="436"/>
                          <a:pt x="57974" y="0"/>
                        </a:cubicBezTo>
                        <a:cubicBezTo>
                          <a:pt x="66692" y="0"/>
                          <a:pt x="75846" y="0"/>
                          <a:pt x="84128" y="3051"/>
                        </a:cubicBezTo>
                        <a:cubicBezTo>
                          <a:pt x="88923" y="4795"/>
                          <a:pt x="92846" y="7846"/>
                          <a:pt x="95026" y="12205"/>
                        </a:cubicBezTo>
                        <a:cubicBezTo>
                          <a:pt x="95461" y="13077"/>
                          <a:pt x="96333" y="13949"/>
                          <a:pt x="97205" y="14385"/>
                        </a:cubicBezTo>
                        <a:close/>
                      </a:path>
                    </a:pathLst>
                  </a:custGeom>
                  <a:solidFill>
                    <a:srgbClr val="FFBFA2"/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PPOSans R"/>
                      <a:ea typeface="OPPOSans R"/>
                      <a:cs typeface="+mn-cs"/>
                    </a:endParaRPr>
                  </a:p>
                </p:txBody>
              </p:sp>
              <p:sp>
                <p:nvSpPr>
                  <p:cNvPr id="1289" name="任意多边形: 形状 1288"/>
                  <p:cNvSpPr/>
                  <p:nvPr>
                    <p:custDataLst>
                      <p:tags r:id="rId281"/>
                    </p:custDataLst>
                  </p:nvPr>
                </p:nvSpPr>
                <p:spPr>
                  <a:xfrm>
                    <a:off x="7343233" y="3623203"/>
                    <a:ext cx="63664" cy="28722"/>
                  </a:xfrm>
                  <a:custGeom>
                    <a:avLst/>
                    <a:gdLst>
                      <a:gd name="connsiteX0" fmla="*/ 63595 w 63664"/>
                      <a:gd name="connsiteY0" fmla="*/ 4312 h 28722"/>
                      <a:gd name="connsiteX1" fmla="*/ 62723 w 63664"/>
                      <a:gd name="connsiteY1" fmla="*/ 11287 h 28722"/>
                      <a:gd name="connsiteX2" fmla="*/ 57056 w 63664"/>
                      <a:gd name="connsiteY2" fmla="*/ 15646 h 28722"/>
                      <a:gd name="connsiteX3" fmla="*/ 50518 w 63664"/>
                      <a:gd name="connsiteY3" fmla="*/ 17825 h 28722"/>
                      <a:gd name="connsiteX4" fmla="*/ 18697 w 63664"/>
                      <a:gd name="connsiteY4" fmla="*/ 28723 h 28722"/>
                      <a:gd name="connsiteX5" fmla="*/ 8671 w 63664"/>
                      <a:gd name="connsiteY5" fmla="*/ 28287 h 28722"/>
                      <a:gd name="connsiteX6" fmla="*/ 825 w 63664"/>
                      <a:gd name="connsiteY6" fmla="*/ 22184 h 28722"/>
                      <a:gd name="connsiteX7" fmla="*/ 825 w 63664"/>
                      <a:gd name="connsiteY7" fmla="*/ 15646 h 28722"/>
                      <a:gd name="connsiteX8" fmla="*/ 3877 w 63664"/>
                      <a:gd name="connsiteY8" fmla="*/ 13902 h 28722"/>
                      <a:gd name="connsiteX9" fmla="*/ 32210 w 63664"/>
                      <a:gd name="connsiteY9" fmla="*/ 4312 h 28722"/>
                      <a:gd name="connsiteX10" fmla="*/ 37441 w 63664"/>
                      <a:gd name="connsiteY10" fmla="*/ 3005 h 28722"/>
                      <a:gd name="connsiteX11" fmla="*/ 44415 w 63664"/>
                      <a:gd name="connsiteY11" fmla="*/ 825 h 28722"/>
                      <a:gd name="connsiteX12" fmla="*/ 58800 w 63664"/>
                      <a:gd name="connsiteY12" fmla="*/ 825 h 28722"/>
                      <a:gd name="connsiteX13" fmla="*/ 62723 w 63664"/>
                      <a:gd name="connsiteY13" fmla="*/ 3441 h 28722"/>
                      <a:gd name="connsiteX14" fmla="*/ 62723 w 63664"/>
                      <a:gd name="connsiteY14" fmla="*/ 3877 h 2872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63664" h="28722">
                        <a:moveTo>
                          <a:pt x="63595" y="4312"/>
                        </a:moveTo>
                        <a:cubicBezTo>
                          <a:pt x="63595" y="4312"/>
                          <a:pt x="64030" y="9107"/>
                          <a:pt x="62723" y="11287"/>
                        </a:cubicBezTo>
                        <a:cubicBezTo>
                          <a:pt x="61415" y="13030"/>
                          <a:pt x="59236" y="15210"/>
                          <a:pt x="57056" y="15646"/>
                        </a:cubicBezTo>
                        <a:cubicBezTo>
                          <a:pt x="54877" y="16518"/>
                          <a:pt x="52697" y="16518"/>
                          <a:pt x="50518" y="17825"/>
                        </a:cubicBezTo>
                        <a:cubicBezTo>
                          <a:pt x="41364" y="24364"/>
                          <a:pt x="30030" y="27851"/>
                          <a:pt x="18697" y="28723"/>
                        </a:cubicBezTo>
                        <a:cubicBezTo>
                          <a:pt x="15210" y="28723"/>
                          <a:pt x="12159" y="28723"/>
                          <a:pt x="8671" y="28287"/>
                        </a:cubicBezTo>
                        <a:cubicBezTo>
                          <a:pt x="5620" y="27415"/>
                          <a:pt x="2569" y="25236"/>
                          <a:pt x="825" y="22184"/>
                        </a:cubicBezTo>
                        <a:cubicBezTo>
                          <a:pt x="-46" y="20005"/>
                          <a:pt x="-482" y="17389"/>
                          <a:pt x="825" y="15646"/>
                        </a:cubicBezTo>
                        <a:cubicBezTo>
                          <a:pt x="1697" y="14774"/>
                          <a:pt x="2569" y="14338"/>
                          <a:pt x="3877" y="13902"/>
                        </a:cubicBezTo>
                        <a:cubicBezTo>
                          <a:pt x="13030" y="9979"/>
                          <a:pt x="22620" y="6928"/>
                          <a:pt x="32210" y="4312"/>
                        </a:cubicBezTo>
                        <a:cubicBezTo>
                          <a:pt x="33953" y="3877"/>
                          <a:pt x="35697" y="3877"/>
                          <a:pt x="37441" y="3005"/>
                        </a:cubicBezTo>
                        <a:cubicBezTo>
                          <a:pt x="39620" y="2133"/>
                          <a:pt x="42236" y="1261"/>
                          <a:pt x="44415" y="825"/>
                        </a:cubicBezTo>
                        <a:cubicBezTo>
                          <a:pt x="49210" y="-46"/>
                          <a:pt x="54005" y="-482"/>
                          <a:pt x="58800" y="825"/>
                        </a:cubicBezTo>
                        <a:cubicBezTo>
                          <a:pt x="60543" y="1261"/>
                          <a:pt x="61851" y="2133"/>
                          <a:pt x="62723" y="3441"/>
                        </a:cubicBezTo>
                        <a:cubicBezTo>
                          <a:pt x="62723" y="3441"/>
                          <a:pt x="62723" y="3441"/>
                          <a:pt x="62723" y="3877"/>
                        </a:cubicBezTo>
                        <a:close/>
                      </a:path>
                    </a:pathLst>
                  </a:custGeom>
                  <a:solidFill>
                    <a:srgbClr val="FFBFA2"/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PPOSans R"/>
                      <a:ea typeface="OPPOSans R"/>
                      <a:cs typeface="+mn-cs"/>
                    </a:endParaRPr>
                  </a:p>
                </p:txBody>
              </p:sp>
              <p:sp>
                <p:nvSpPr>
                  <p:cNvPr id="1290" name="任意多边形: 形状 1289"/>
                  <p:cNvSpPr/>
                  <p:nvPr>
                    <p:custDataLst>
                      <p:tags r:id="rId282"/>
                    </p:custDataLst>
                  </p:nvPr>
                </p:nvSpPr>
                <p:spPr>
                  <a:xfrm>
                    <a:off x="7388956" y="3638849"/>
                    <a:ext cx="78345" cy="30234"/>
                  </a:xfrm>
                  <a:custGeom>
                    <a:avLst/>
                    <a:gdLst>
                      <a:gd name="connsiteX0" fmla="*/ 436 w 78345"/>
                      <a:gd name="connsiteY0" fmla="*/ 0 h 30234"/>
                      <a:gd name="connsiteX1" fmla="*/ 30513 w 78345"/>
                      <a:gd name="connsiteY1" fmla="*/ 3923 h 30234"/>
                      <a:gd name="connsiteX2" fmla="*/ 61461 w 78345"/>
                      <a:gd name="connsiteY2" fmla="*/ 10461 h 30234"/>
                      <a:gd name="connsiteX3" fmla="*/ 70615 w 78345"/>
                      <a:gd name="connsiteY3" fmla="*/ 14385 h 30234"/>
                      <a:gd name="connsiteX4" fmla="*/ 77590 w 78345"/>
                      <a:gd name="connsiteY4" fmla="*/ 25718 h 30234"/>
                      <a:gd name="connsiteX5" fmla="*/ 74103 w 78345"/>
                      <a:gd name="connsiteY5" fmla="*/ 28333 h 30234"/>
                      <a:gd name="connsiteX6" fmla="*/ 62333 w 78345"/>
                      <a:gd name="connsiteY6" fmla="*/ 30077 h 30234"/>
                      <a:gd name="connsiteX7" fmla="*/ 31820 w 78345"/>
                      <a:gd name="connsiteY7" fmla="*/ 23102 h 30234"/>
                      <a:gd name="connsiteX8" fmla="*/ 0 w 78345"/>
                      <a:gd name="connsiteY8" fmla="*/ 14385 h 30234"/>
                      <a:gd name="connsiteX9" fmla="*/ 0 w 78345"/>
                      <a:gd name="connsiteY9" fmla="*/ 436 h 302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78345" h="30234">
                        <a:moveTo>
                          <a:pt x="436" y="0"/>
                        </a:moveTo>
                        <a:cubicBezTo>
                          <a:pt x="10462" y="436"/>
                          <a:pt x="20487" y="2179"/>
                          <a:pt x="30513" y="3923"/>
                        </a:cubicBezTo>
                        <a:cubicBezTo>
                          <a:pt x="40974" y="5231"/>
                          <a:pt x="51436" y="7410"/>
                          <a:pt x="61461" y="10461"/>
                        </a:cubicBezTo>
                        <a:cubicBezTo>
                          <a:pt x="64513" y="11333"/>
                          <a:pt x="68000" y="12641"/>
                          <a:pt x="70615" y="14385"/>
                        </a:cubicBezTo>
                        <a:cubicBezTo>
                          <a:pt x="73667" y="16128"/>
                          <a:pt x="80641" y="21359"/>
                          <a:pt x="77590" y="25718"/>
                        </a:cubicBezTo>
                        <a:cubicBezTo>
                          <a:pt x="76718" y="27026"/>
                          <a:pt x="75410" y="27461"/>
                          <a:pt x="74103" y="28333"/>
                        </a:cubicBezTo>
                        <a:cubicBezTo>
                          <a:pt x="70615" y="30077"/>
                          <a:pt x="66256" y="30513"/>
                          <a:pt x="62333" y="30077"/>
                        </a:cubicBezTo>
                        <a:cubicBezTo>
                          <a:pt x="52308" y="29205"/>
                          <a:pt x="41846" y="25718"/>
                          <a:pt x="31820" y="23102"/>
                        </a:cubicBezTo>
                        <a:cubicBezTo>
                          <a:pt x="21359" y="20487"/>
                          <a:pt x="10462" y="17436"/>
                          <a:pt x="0" y="14385"/>
                        </a:cubicBezTo>
                        <a:lnTo>
                          <a:pt x="0" y="436"/>
                        </a:lnTo>
                        <a:close/>
                      </a:path>
                    </a:pathLst>
                  </a:custGeom>
                  <a:solidFill>
                    <a:srgbClr val="FFBFA2"/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PPOSans R"/>
                      <a:ea typeface="OPPOSans R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1291" name="图形 37"/>
              <p:cNvGrpSpPr/>
              <p:nvPr/>
            </p:nvGrpSpPr>
            <p:grpSpPr>
              <a:xfrm>
                <a:off x="7407264" y="3471028"/>
                <a:ext cx="226666" cy="292051"/>
                <a:chOff x="7407264" y="3471028"/>
                <a:chExt cx="226666" cy="292051"/>
              </a:xfrm>
            </p:grpSpPr>
            <p:sp>
              <p:nvSpPr>
                <p:cNvPr id="1292" name="任意多边形: 形状 1291"/>
                <p:cNvSpPr/>
                <p:nvPr>
                  <p:custDataLst>
                    <p:tags r:id="rId283"/>
                  </p:custDataLst>
                </p:nvPr>
              </p:nvSpPr>
              <p:spPr>
                <a:xfrm>
                  <a:off x="7468289" y="3471028"/>
                  <a:ext cx="165640" cy="95461"/>
                </a:xfrm>
                <a:custGeom>
                  <a:avLst/>
                  <a:gdLst>
                    <a:gd name="connsiteX0" fmla="*/ 7410 w 165640"/>
                    <a:gd name="connsiteY0" fmla="*/ 95462 h 95461"/>
                    <a:gd name="connsiteX1" fmla="*/ 165641 w 165640"/>
                    <a:gd name="connsiteY1" fmla="*/ 4795 h 95461"/>
                    <a:gd name="connsiteX2" fmla="*/ 158231 w 165640"/>
                    <a:gd name="connsiteY2" fmla="*/ 0 h 95461"/>
                    <a:gd name="connsiteX3" fmla="*/ 0 w 165640"/>
                    <a:gd name="connsiteY3" fmla="*/ 90667 h 95461"/>
                    <a:gd name="connsiteX4" fmla="*/ 7410 w 165640"/>
                    <a:gd name="connsiteY4" fmla="*/ 95462 h 954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65640" h="95461">
                      <a:moveTo>
                        <a:pt x="7410" y="95462"/>
                      </a:moveTo>
                      <a:lnTo>
                        <a:pt x="165641" y="4795"/>
                      </a:lnTo>
                      <a:lnTo>
                        <a:pt x="158231" y="0"/>
                      </a:lnTo>
                      <a:lnTo>
                        <a:pt x="0" y="90667"/>
                      </a:lnTo>
                      <a:lnTo>
                        <a:pt x="7410" y="95462"/>
                      </a:lnTo>
                      <a:close/>
                    </a:path>
                  </a:pathLst>
                </a:custGeom>
                <a:solidFill>
                  <a:srgbClr val="453C4C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  <p:sp>
              <p:nvSpPr>
                <p:cNvPr id="1293" name="任意多边形: 形状 1292"/>
                <p:cNvSpPr/>
                <p:nvPr>
                  <p:custDataLst>
                    <p:tags r:id="rId284"/>
                  </p:custDataLst>
                </p:nvPr>
              </p:nvSpPr>
              <p:spPr>
                <a:xfrm>
                  <a:off x="7407264" y="3561695"/>
                  <a:ext cx="68435" cy="201384"/>
                </a:xfrm>
                <a:custGeom>
                  <a:avLst/>
                  <a:gdLst>
                    <a:gd name="connsiteX0" fmla="*/ 68436 w 68435"/>
                    <a:gd name="connsiteY0" fmla="*/ 4795 h 201384"/>
                    <a:gd name="connsiteX1" fmla="*/ 3923 w 68435"/>
                    <a:gd name="connsiteY1" fmla="*/ 201384 h 201384"/>
                    <a:gd name="connsiteX2" fmla="*/ 0 w 68435"/>
                    <a:gd name="connsiteY2" fmla="*/ 192231 h 201384"/>
                    <a:gd name="connsiteX3" fmla="*/ 61026 w 68435"/>
                    <a:gd name="connsiteY3" fmla="*/ 0 h 201384"/>
                    <a:gd name="connsiteX4" fmla="*/ 68436 w 68435"/>
                    <a:gd name="connsiteY4" fmla="*/ 4795 h 201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8435" h="201384">
                      <a:moveTo>
                        <a:pt x="68436" y="4795"/>
                      </a:moveTo>
                      <a:lnTo>
                        <a:pt x="3923" y="201384"/>
                      </a:lnTo>
                      <a:lnTo>
                        <a:pt x="0" y="192231"/>
                      </a:lnTo>
                      <a:lnTo>
                        <a:pt x="61026" y="0"/>
                      </a:lnTo>
                      <a:lnTo>
                        <a:pt x="68436" y="4795"/>
                      </a:lnTo>
                      <a:close/>
                    </a:path>
                  </a:pathLst>
                </a:custGeom>
                <a:solidFill>
                  <a:srgbClr val="302534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  <p:sp>
              <p:nvSpPr>
                <p:cNvPr id="1294" name="任意多边形: 形状 1293"/>
                <p:cNvSpPr/>
                <p:nvPr>
                  <p:custDataLst>
                    <p:tags r:id="rId285"/>
                  </p:custDataLst>
                </p:nvPr>
              </p:nvSpPr>
              <p:spPr>
                <a:xfrm>
                  <a:off x="7411187" y="3475823"/>
                  <a:ext cx="222743" cy="287256"/>
                </a:xfrm>
                <a:custGeom>
                  <a:avLst/>
                  <a:gdLst>
                    <a:gd name="connsiteX0" fmla="*/ 0 w 222743"/>
                    <a:gd name="connsiteY0" fmla="*/ 287256 h 287256"/>
                    <a:gd name="connsiteX1" fmla="*/ 158231 w 222743"/>
                    <a:gd name="connsiteY1" fmla="*/ 196589 h 287256"/>
                    <a:gd name="connsiteX2" fmla="*/ 222743 w 222743"/>
                    <a:gd name="connsiteY2" fmla="*/ 0 h 287256"/>
                    <a:gd name="connsiteX3" fmla="*/ 64513 w 222743"/>
                    <a:gd name="connsiteY3" fmla="*/ 90667 h 287256"/>
                    <a:gd name="connsiteX4" fmla="*/ 0 w 222743"/>
                    <a:gd name="connsiteY4" fmla="*/ 287256 h 2872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22743" h="287256">
                      <a:moveTo>
                        <a:pt x="0" y="287256"/>
                      </a:moveTo>
                      <a:lnTo>
                        <a:pt x="158231" y="196589"/>
                      </a:lnTo>
                      <a:lnTo>
                        <a:pt x="222743" y="0"/>
                      </a:lnTo>
                      <a:lnTo>
                        <a:pt x="64513" y="90667"/>
                      </a:lnTo>
                      <a:lnTo>
                        <a:pt x="0" y="287256"/>
                      </a:lnTo>
                      <a:close/>
                    </a:path>
                  </a:pathLst>
                </a:custGeom>
                <a:solidFill>
                  <a:srgbClr val="302534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</p:grpSp>
          <p:grpSp>
            <p:nvGrpSpPr>
              <p:cNvPr id="1295" name="图形 37"/>
              <p:cNvGrpSpPr/>
              <p:nvPr/>
            </p:nvGrpSpPr>
            <p:grpSpPr>
              <a:xfrm>
                <a:off x="7575916" y="3556396"/>
                <a:ext cx="42215" cy="60480"/>
                <a:chOff x="7575916" y="3556396"/>
                <a:chExt cx="42215" cy="60480"/>
              </a:xfrm>
              <a:solidFill>
                <a:srgbClr val="FFBFA2"/>
              </a:solidFill>
            </p:grpSpPr>
            <p:sp>
              <p:nvSpPr>
                <p:cNvPr id="1296" name="任意多边形: 形状 1295"/>
                <p:cNvSpPr/>
                <p:nvPr>
                  <p:custDataLst>
                    <p:tags r:id="rId286"/>
                  </p:custDataLst>
                </p:nvPr>
              </p:nvSpPr>
              <p:spPr>
                <a:xfrm>
                  <a:off x="7575916" y="3601574"/>
                  <a:ext cx="24945" cy="15302"/>
                </a:xfrm>
                <a:custGeom>
                  <a:avLst/>
                  <a:gdLst>
                    <a:gd name="connsiteX0" fmla="*/ 12681 w 24945"/>
                    <a:gd name="connsiteY0" fmla="*/ 14172 h 15302"/>
                    <a:gd name="connsiteX1" fmla="*/ 23578 w 24945"/>
                    <a:gd name="connsiteY1" fmla="*/ 3275 h 15302"/>
                    <a:gd name="connsiteX2" fmla="*/ 476 w 24945"/>
                    <a:gd name="connsiteY2" fmla="*/ 5891 h 15302"/>
                    <a:gd name="connsiteX3" fmla="*/ 13117 w 24945"/>
                    <a:gd name="connsiteY3" fmla="*/ 14172 h 153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4945" h="15302">
                      <a:moveTo>
                        <a:pt x="12681" y="14172"/>
                      </a:moveTo>
                      <a:cubicBezTo>
                        <a:pt x="22707" y="18967"/>
                        <a:pt x="27502" y="7198"/>
                        <a:pt x="23578" y="3275"/>
                      </a:cubicBezTo>
                      <a:cubicBezTo>
                        <a:pt x="19219" y="-648"/>
                        <a:pt x="3963" y="-2391"/>
                        <a:pt x="476" y="5891"/>
                      </a:cubicBezTo>
                      <a:cubicBezTo>
                        <a:pt x="-2139" y="12865"/>
                        <a:pt x="6578" y="11121"/>
                        <a:pt x="13117" y="14172"/>
                      </a:cubicBezTo>
                      <a:close/>
                    </a:path>
                  </a:pathLst>
                </a:custGeom>
                <a:solidFill>
                  <a:srgbClr val="FFBFA2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  <p:sp>
              <p:nvSpPr>
                <p:cNvPr id="1297" name="任意多边形: 形状 1296"/>
                <p:cNvSpPr/>
                <p:nvPr>
                  <p:custDataLst>
                    <p:tags r:id="rId287"/>
                  </p:custDataLst>
                </p:nvPr>
              </p:nvSpPr>
              <p:spPr>
                <a:xfrm>
                  <a:off x="7586042" y="3556396"/>
                  <a:ext cx="32089" cy="19683"/>
                </a:xfrm>
                <a:custGeom>
                  <a:avLst/>
                  <a:gdLst>
                    <a:gd name="connsiteX0" fmla="*/ 29145 w 32089"/>
                    <a:gd name="connsiteY0" fmla="*/ 3992 h 19683"/>
                    <a:gd name="connsiteX1" fmla="*/ 27401 w 32089"/>
                    <a:gd name="connsiteY1" fmla="*/ 19684 h 19683"/>
                    <a:gd name="connsiteX2" fmla="*/ 22171 w 32089"/>
                    <a:gd name="connsiteY2" fmla="*/ 17505 h 19683"/>
                    <a:gd name="connsiteX3" fmla="*/ 9530 w 32089"/>
                    <a:gd name="connsiteY3" fmla="*/ 16197 h 19683"/>
                    <a:gd name="connsiteX4" fmla="*/ 4299 w 32089"/>
                    <a:gd name="connsiteY4" fmla="*/ 17069 h 19683"/>
                    <a:gd name="connsiteX5" fmla="*/ 376 w 32089"/>
                    <a:gd name="connsiteY5" fmla="*/ 14017 h 19683"/>
                    <a:gd name="connsiteX6" fmla="*/ 13017 w 32089"/>
                    <a:gd name="connsiteY6" fmla="*/ 940 h 19683"/>
                    <a:gd name="connsiteX7" fmla="*/ 29145 w 32089"/>
                    <a:gd name="connsiteY7" fmla="*/ 3556 h 196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32089" h="19683">
                      <a:moveTo>
                        <a:pt x="29145" y="3992"/>
                      </a:moveTo>
                      <a:cubicBezTo>
                        <a:pt x="35248" y="8351"/>
                        <a:pt x="30453" y="19684"/>
                        <a:pt x="27401" y="19684"/>
                      </a:cubicBezTo>
                      <a:cubicBezTo>
                        <a:pt x="25658" y="19684"/>
                        <a:pt x="23478" y="18376"/>
                        <a:pt x="22171" y="17505"/>
                      </a:cubicBezTo>
                      <a:cubicBezTo>
                        <a:pt x="18248" y="15761"/>
                        <a:pt x="13889" y="15325"/>
                        <a:pt x="9530" y="16197"/>
                      </a:cubicBezTo>
                      <a:cubicBezTo>
                        <a:pt x="7786" y="16197"/>
                        <a:pt x="6042" y="17069"/>
                        <a:pt x="4299" y="17069"/>
                      </a:cubicBezTo>
                      <a:cubicBezTo>
                        <a:pt x="2555" y="17069"/>
                        <a:pt x="812" y="16197"/>
                        <a:pt x="376" y="14017"/>
                      </a:cubicBezTo>
                      <a:cubicBezTo>
                        <a:pt x="-2240" y="6171"/>
                        <a:pt x="9530" y="1812"/>
                        <a:pt x="13017" y="940"/>
                      </a:cubicBezTo>
                      <a:cubicBezTo>
                        <a:pt x="22607" y="-1675"/>
                        <a:pt x="26530" y="1812"/>
                        <a:pt x="29145" y="3556"/>
                      </a:cubicBezTo>
                      <a:close/>
                    </a:path>
                  </a:pathLst>
                </a:custGeom>
                <a:solidFill>
                  <a:srgbClr val="FFBFA2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  <p:sp>
              <p:nvSpPr>
                <p:cNvPr id="1298" name="任意多边形: 形状 1297"/>
                <p:cNvSpPr/>
                <p:nvPr>
                  <p:custDataLst>
                    <p:tags r:id="rId288"/>
                  </p:custDataLst>
                </p:nvPr>
              </p:nvSpPr>
              <p:spPr>
                <a:xfrm>
                  <a:off x="7582130" y="3571725"/>
                  <a:ext cx="33442" cy="19329"/>
                </a:xfrm>
                <a:custGeom>
                  <a:avLst/>
                  <a:gdLst>
                    <a:gd name="connsiteX0" fmla="*/ 29569 w 33442"/>
                    <a:gd name="connsiteY0" fmla="*/ 17867 h 19329"/>
                    <a:gd name="connsiteX1" fmla="*/ 9518 w 33442"/>
                    <a:gd name="connsiteY1" fmla="*/ 16123 h 19329"/>
                    <a:gd name="connsiteX2" fmla="*/ 4287 w 33442"/>
                    <a:gd name="connsiteY2" fmla="*/ 16559 h 19329"/>
                    <a:gd name="connsiteX3" fmla="*/ 364 w 33442"/>
                    <a:gd name="connsiteY3" fmla="*/ 13508 h 19329"/>
                    <a:gd name="connsiteX4" fmla="*/ 13441 w 33442"/>
                    <a:gd name="connsiteY4" fmla="*/ 867 h 19329"/>
                    <a:gd name="connsiteX5" fmla="*/ 30005 w 33442"/>
                    <a:gd name="connsiteY5" fmla="*/ 17867 h 193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3442" h="19329">
                      <a:moveTo>
                        <a:pt x="29569" y="17867"/>
                      </a:moveTo>
                      <a:cubicBezTo>
                        <a:pt x="24775" y="22662"/>
                        <a:pt x="23031" y="13944"/>
                        <a:pt x="9518" y="16123"/>
                      </a:cubicBezTo>
                      <a:cubicBezTo>
                        <a:pt x="7775" y="16123"/>
                        <a:pt x="6031" y="16995"/>
                        <a:pt x="4287" y="16559"/>
                      </a:cubicBezTo>
                      <a:cubicBezTo>
                        <a:pt x="2544" y="16559"/>
                        <a:pt x="800" y="15687"/>
                        <a:pt x="364" y="13508"/>
                      </a:cubicBezTo>
                      <a:cubicBezTo>
                        <a:pt x="-2251" y="5662"/>
                        <a:pt x="9954" y="1739"/>
                        <a:pt x="13441" y="867"/>
                      </a:cubicBezTo>
                      <a:cubicBezTo>
                        <a:pt x="30005" y="-3492"/>
                        <a:pt x="38723" y="9585"/>
                        <a:pt x="30005" y="17867"/>
                      </a:cubicBezTo>
                      <a:close/>
                    </a:path>
                  </a:pathLst>
                </a:custGeom>
                <a:solidFill>
                  <a:srgbClr val="FFBFA2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  <p:sp>
              <p:nvSpPr>
                <p:cNvPr id="1299" name="任意多边形: 形状 1298"/>
                <p:cNvSpPr/>
                <p:nvPr>
                  <p:custDataLst>
                    <p:tags r:id="rId289"/>
                  </p:custDataLst>
                </p:nvPr>
              </p:nvSpPr>
              <p:spPr>
                <a:xfrm>
                  <a:off x="7579736" y="3587532"/>
                  <a:ext cx="30276" cy="16487"/>
                </a:xfrm>
                <a:custGeom>
                  <a:avLst/>
                  <a:gdLst>
                    <a:gd name="connsiteX0" fmla="*/ 25862 w 30276"/>
                    <a:gd name="connsiteY0" fmla="*/ 15573 h 16487"/>
                    <a:gd name="connsiteX1" fmla="*/ 9297 w 30276"/>
                    <a:gd name="connsiteY1" fmla="*/ 13830 h 16487"/>
                    <a:gd name="connsiteX2" fmla="*/ 18015 w 30276"/>
                    <a:gd name="connsiteY2" fmla="*/ 317 h 16487"/>
                    <a:gd name="connsiteX3" fmla="*/ 25862 w 30276"/>
                    <a:gd name="connsiteY3" fmla="*/ 1624 h 16487"/>
                    <a:gd name="connsiteX4" fmla="*/ 25862 w 30276"/>
                    <a:gd name="connsiteY4" fmla="*/ 15137 h 164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276" h="16487">
                      <a:moveTo>
                        <a:pt x="25862" y="15573"/>
                      </a:moveTo>
                      <a:cubicBezTo>
                        <a:pt x="20631" y="17753"/>
                        <a:pt x="19759" y="15573"/>
                        <a:pt x="9297" y="13830"/>
                      </a:cubicBezTo>
                      <a:cubicBezTo>
                        <a:pt x="-6831" y="12086"/>
                        <a:pt x="-728" y="-2299"/>
                        <a:pt x="18015" y="317"/>
                      </a:cubicBezTo>
                      <a:cubicBezTo>
                        <a:pt x="19323" y="317"/>
                        <a:pt x="24118" y="1189"/>
                        <a:pt x="25862" y="1624"/>
                      </a:cubicBezTo>
                      <a:cubicBezTo>
                        <a:pt x="31964" y="3804"/>
                        <a:pt x="31528" y="12522"/>
                        <a:pt x="25862" y="15137"/>
                      </a:cubicBezTo>
                      <a:close/>
                    </a:path>
                  </a:pathLst>
                </a:custGeom>
                <a:solidFill>
                  <a:srgbClr val="FFBFA2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</p:grpSp>
        </p:grpSp>
        <p:grpSp>
          <p:nvGrpSpPr>
            <p:cNvPr id="1300" name="图形 37"/>
            <p:cNvGrpSpPr/>
            <p:nvPr/>
          </p:nvGrpSpPr>
          <p:grpSpPr>
            <a:xfrm>
              <a:off x="7134809" y="2161269"/>
              <a:ext cx="393428" cy="459778"/>
              <a:chOff x="7134809" y="2161269"/>
              <a:chExt cx="393428" cy="459778"/>
            </a:xfrm>
          </p:grpSpPr>
          <p:grpSp>
            <p:nvGrpSpPr>
              <p:cNvPr id="1301" name="图形 37"/>
              <p:cNvGrpSpPr/>
              <p:nvPr/>
            </p:nvGrpSpPr>
            <p:grpSpPr>
              <a:xfrm>
                <a:off x="7139623" y="2201115"/>
                <a:ext cx="62769" cy="32837"/>
                <a:chOff x="7139623" y="2201115"/>
                <a:chExt cx="62769" cy="32837"/>
              </a:xfrm>
              <a:solidFill>
                <a:srgbClr val="FFB700"/>
              </a:solidFill>
            </p:grpSpPr>
            <p:sp>
              <p:nvSpPr>
                <p:cNvPr id="1302" name="任意多边形: 形状 1301"/>
                <p:cNvSpPr/>
                <p:nvPr>
                  <p:custDataLst>
                    <p:tags r:id="rId290"/>
                  </p:custDataLst>
                </p:nvPr>
              </p:nvSpPr>
              <p:spPr>
                <a:xfrm>
                  <a:off x="7139623" y="2201115"/>
                  <a:ext cx="62769" cy="32837"/>
                </a:xfrm>
                <a:custGeom>
                  <a:avLst/>
                  <a:gdLst>
                    <a:gd name="connsiteX0" fmla="*/ 0 w 62769"/>
                    <a:gd name="connsiteY0" fmla="*/ 32838 h 32837"/>
                    <a:gd name="connsiteX1" fmla="*/ 55795 w 62769"/>
                    <a:gd name="connsiteY1" fmla="*/ 581 h 32837"/>
                    <a:gd name="connsiteX2" fmla="*/ 62769 w 62769"/>
                    <a:gd name="connsiteY2" fmla="*/ 581 h 32837"/>
                    <a:gd name="connsiteX3" fmla="*/ 6974 w 62769"/>
                    <a:gd name="connsiteY3" fmla="*/ 32838 h 32837"/>
                    <a:gd name="connsiteX4" fmla="*/ 0 w 62769"/>
                    <a:gd name="connsiteY4" fmla="*/ 32838 h 32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2769" h="32837">
                      <a:moveTo>
                        <a:pt x="0" y="32838"/>
                      </a:moveTo>
                      <a:lnTo>
                        <a:pt x="55795" y="581"/>
                      </a:lnTo>
                      <a:cubicBezTo>
                        <a:pt x="55795" y="581"/>
                        <a:pt x="59718" y="-727"/>
                        <a:pt x="62769" y="581"/>
                      </a:cubicBezTo>
                      <a:lnTo>
                        <a:pt x="6974" y="32838"/>
                      </a:lnTo>
                      <a:cubicBezTo>
                        <a:pt x="4359" y="31966"/>
                        <a:pt x="1744" y="31966"/>
                        <a:pt x="0" y="32838"/>
                      </a:cubicBezTo>
                      <a:close/>
                    </a:path>
                  </a:pathLst>
                </a:custGeom>
                <a:solidFill>
                  <a:srgbClr val="FFB700"/>
                </a:solidFill>
                <a:ln w="4348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  <p:sp>
              <p:nvSpPr>
                <p:cNvPr id="1303" name="任意多边形: 形状 1302"/>
                <p:cNvSpPr/>
                <p:nvPr>
                  <p:custDataLst>
                    <p:tags r:id="rId291"/>
                  </p:custDataLst>
                </p:nvPr>
              </p:nvSpPr>
              <p:spPr>
                <a:xfrm>
                  <a:off x="7139623" y="2201115"/>
                  <a:ext cx="62769" cy="32837"/>
                </a:xfrm>
                <a:custGeom>
                  <a:avLst/>
                  <a:gdLst>
                    <a:gd name="connsiteX0" fmla="*/ 0 w 62769"/>
                    <a:gd name="connsiteY0" fmla="*/ 32838 h 32837"/>
                    <a:gd name="connsiteX1" fmla="*/ 55795 w 62769"/>
                    <a:gd name="connsiteY1" fmla="*/ 581 h 32837"/>
                    <a:gd name="connsiteX2" fmla="*/ 62769 w 62769"/>
                    <a:gd name="connsiteY2" fmla="*/ 581 h 32837"/>
                    <a:gd name="connsiteX3" fmla="*/ 6974 w 62769"/>
                    <a:gd name="connsiteY3" fmla="*/ 32838 h 32837"/>
                    <a:gd name="connsiteX4" fmla="*/ 0 w 62769"/>
                    <a:gd name="connsiteY4" fmla="*/ 32838 h 32837"/>
                    <a:gd name="connsiteX5" fmla="*/ 0 w 62769"/>
                    <a:gd name="connsiteY5" fmla="*/ 32838 h 32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62769" h="32837">
                      <a:moveTo>
                        <a:pt x="0" y="32838"/>
                      </a:moveTo>
                      <a:lnTo>
                        <a:pt x="55795" y="581"/>
                      </a:lnTo>
                      <a:cubicBezTo>
                        <a:pt x="55795" y="581"/>
                        <a:pt x="59718" y="-727"/>
                        <a:pt x="62769" y="581"/>
                      </a:cubicBezTo>
                      <a:lnTo>
                        <a:pt x="6974" y="32838"/>
                      </a:lnTo>
                      <a:cubicBezTo>
                        <a:pt x="4359" y="31966"/>
                        <a:pt x="1744" y="31966"/>
                        <a:pt x="0" y="32838"/>
                      </a:cubicBezTo>
                      <a:lnTo>
                        <a:pt x="0" y="32838"/>
                      </a:lnTo>
                      <a:close/>
                    </a:path>
                  </a:pathLst>
                </a:custGeom>
                <a:solidFill>
                  <a:srgbClr val="FFB700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</p:grpSp>
          <p:grpSp>
            <p:nvGrpSpPr>
              <p:cNvPr id="1304" name="图形 37"/>
              <p:cNvGrpSpPr/>
              <p:nvPr/>
            </p:nvGrpSpPr>
            <p:grpSpPr>
              <a:xfrm>
                <a:off x="7408572" y="2577875"/>
                <a:ext cx="59784" cy="43153"/>
                <a:chOff x="7408572" y="2577875"/>
                <a:chExt cx="59784" cy="43153"/>
              </a:xfrm>
              <a:solidFill>
                <a:srgbClr val="FFB700"/>
              </a:solidFill>
            </p:grpSpPr>
            <p:sp>
              <p:nvSpPr>
                <p:cNvPr id="1305" name="任意多边形: 形状 1304"/>
                <p:cNvSpPr/>
                <p:nvPr>
                  <p:custDataLst>
                    <p:tags r:id="rId292"/>
                  </p:custDataLst>
                </p:nvPr>
              </p:nvSpPr>
              <p:spPr>
                <a:xfrm>
                  <a:off x="7408572" y="2577875"/>
                  <a:ext cx="59784" cy="42717"/>
                </a:xfrm>
                <a:custGeom>
                  <a:avLst/>
                  <a:gdLst>
                    <a:gd name="connsiteX0" fmla="*/ 55795 w 59784"/>
                    <a:gd name="connsiteY0" fmla="*/ 10461 h 42717"/>
                    <a:gd name="connsiteX1" fmla="*/ 0 w 59784"/>
                    <a:gd name="connsiteY1" fmla="*/ 42718 h 42717"/>
                    <a:gd name="connsiteX2" fmla="*/ 3923 w 59784"/>
                    <a:gd name="connsiteY2" fmla="*/ 32256 h 42717"/>
                    <a:gd name="connsiteX3" fmla="*/ 59718 w 59784"/>
                    <a:gd name="connsiteY3" fmla="*/ 0 h 42717"/>
                    <a:gd name="connsiteX4" fmla="*/ 55795 w 59784"/>
                    <a:gd name="connsiteY4" fmla="*/ 10461 h 427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9784" h="42717">
                      <a:moveTo>
                        <a:pt x="55795" y="10461"/>
                      </a:moveTo>
                      <a:lnTo>
                        <a:pt x="0" y="42718"/>
                      </a:lnTo>
                      <a:cubicBezTo>
                        <a:pt x="2615" y="40974"/>
                        <a:pt x="4359" y="37487"/>
                        <a:pt x="3923" y="32256"/>
                      </a:cubicBezTo>
                      <a:lnTo>
                        <a:pt x="59718" y="0"/>
                      </a:lnTo>
                      <a:cubicBezTo>
                        <a:pt x="60154" y="5231"/>
                        <a:pt x="58410" y="8718"/>
                        <a:pt x="55795" y="10461"/>
                      </a:cubicBezTo>
                      <a:close/>
                    </a:path>
                  </a:pathLst>
                </a:custGeom>
                <a:solidFill>
                  <a:srgbClr val="FFB700"/>
                </a:solidFill>
                <a:ln w="4348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  <p:sp>
              <p:nvSpPr>
                <p:cNvPr id="1306" name="任意多边形: 形状 1305"/>
                <p:cNvSpPr/>
                <p:nvPr>
                  <p:custDataLst>
                    <p:tags r:id="rId293"/>
                  </p:custDataLst>
                </p:nvPr>
              </p:nvSpPr>
              <p:spPr>
                <a:xfrm>
                  <a:off x="7408572" y="2578311"/>
                  <a:ext cx="59784" cy="42717"/>
                </a:xfrm>
                <a:custGeom>
                  <a:avLst/>
                  <a:gdLst>
                    <a:gd name="connsiteX0" fmla="*/ 3923 w 59784"/>
                    <a:gd name="connsiteY0" fmla="*/ 32256 h 42717"/>
                    <a:gd name="connsiteX1" fmla="*/ 59718 w 59784"/>
                    <a:gd name="connsiteY1" fmla="*/ 0 h 42717"/>
                    <a:gd name="connsiteX2" fmla="*/ 55795 w 59784"/>
                    <a:gd name="connsiteY2" fmla="*/ 10462 h 42717"/>
                    <a:gd name="connsiteX3" fmla="*/ 0 w 59784"/>
                    <a:gd name="connsiteY3" fmla="*/ 42718 h 42717"/>
                    <a:gd name="connsiteX4" fmla="*/ 3923 w 59784"/>
                    <a:gd name="connsiteY4" fmla="*/ 32256 h 42717"/>
                    <a:gd name="connsiteX5" fmla="*/ 3923 w 59784"/>
                    <a:gd name="connsiteY5" fmla="*/ 32256 h 427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59784" h="42717">
                      <a:moveTo>
                        <a:pt x="3923" y="32256"/>
                      </a:moveTo>
                      <a:lnTo>
                        <a:pt x="59718" y="0"/>
                      </a:lnTo>
                      <a:cubicBezTo>
                        <a:pt x="60154" y="5231"/>
                        <a:pt x="58410" y="8718"/>
                        <a:pt x="55795" y="10462"/>
                      </a:cubicBezTo>
                      <a:lnTo>
                        <a:pt x="0" y="42718"/>
                      </a:lnTo>
                      <a:cubicBezTo>
                        <a:pt x="2615" y="40974"/>
                        <a:pt x="4359" y="37487"/>
                        <a:pt x="3923" y="32256"/>
                      </a:cubicBezTo>
                      <a:lnTo>
                        <a:pt x="3923" y="32256"/>
                      </a:lnTo>
                      <a:close/>
                    </a:path>
                  </a:pathLst>
                </a:custGeom>
                <a:solidFill>
                  <a:srgbClr val="FFB700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</p:grpSp>
          <p:sp>
            <p:nvSpPr>
              <p:cNvPr id="1307" name="任意多边形: 形状 1306"/>
              <p:cNvSpPr/>
              <p:nvPr>
                <p:custDataLst>
                  <p:tags r:id="rId294"/>
                </p:custDataLst>
              </p:nvPr>
            </p:nvSpPr>
            <p:spPr>
              <a:xfrm>
                <a:off x="7146597" y="2201260"/>
                <a:ext cx="146897" cy="64076"/>
              </a:xfrm>
              <a:custGeom>
                <a:avLst/>
                <a:gdLst>
                  <a:gd name="connsiteX0" fmla="*/ 0 w 146897"/>
                  <a:gd name="connsiteY0" fmla="*/ 32692 h 64076"/>
                  <a:gd name="connsiteX1" fmla="*/ 55795 w 146897"/>
                  <a:gd name="connsiteY1" fmla="*/ 0 h 64076"/>
                  <a:gd name="connsiteX2" fmla="*/ 146897 w 146897"/>
                  <a:gd name="connsiteY2" fmla="*/ 31820 h 64076"/>
                  <a:gd name="connsiteX3" fmla="*/ 91102 w 146897"/>
                  <a:gd name="connsiteY3" fmla="*/ 64077 h 64076"/>
                  <a:gd name="connsiteX4" fmla="*/ 0 w 146897"/>
                  <a:gd name="connsiteY4" fmla="*/ 32692 h 640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6897" h="64076">
                    <a:moveTo>
                      <a:pt x="0" y="32692"/>
                    </a:moveTo>
                    <a:lnTo>
                      <a:pt x="55795" y="0"/>
                    </a:lnTo>
                    <a:lnTo>
                      <a:pt x="146897" y="31820"/>
                    </a:lnTo>
                    <a:lnTo>
                      <a:pt x="91102" y="64077"/>
                    </a:lnTo>
                    <a:lnTo>
                      <a:pt x="0" y="32692"/>
                    </a:lnTo>
                    <a:close/>
                  </a:path>
                </a:pathLst>
              </a:custGeom>
              <a:solidFill>
                <a:srgbClr val="FFB700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grpSp>
            <p:nvGrpSpPr>
              <p:cNvPr id="1308" name="图形 37"/>
              <p:cNvGrpSpPr/>
              <p:nvPr/>
            </p:nvGrpSpPr>
            <p:grpSpPr>
              <a:xfrm>
                <a:off x="7237700" y="2232645"/>
                <a:ext cx="62769" cy="33273"/>
                <a:chOff x="7237700" y="2232645"/>
                <a:chExt cx="62769" cy="33273"/>
              </a:xfrm>
              <a:solidFill>
                <a:srgbClr val="FFB700"/>
              </a:solidFill>
            </p:grpSpPr>
            <p:sp>
              <p:nvSpPr>
                <p:cNvPr id="1309" name="任意多边形: 形状 1308"/>
                <p:cNvSpPr/>
                <p:nvPr>
                  <p:custDataLst>
                    <p:tags r:id="rId295"/>
                  </p:custDataLst>
                </p:nvPr>
              </p:nvSpPr>
              <p:spPr>
                <a:xfrm>
                  <a:off x="7237700" y="2232645"/>
                  <a:ext cx="62769" cy="32837"/>
                </a:xfrm>
                <a:custGeom>
                  <a:avLst/>
                  <a:gdLst>
                    <a:gd name="connsiteX0" fmla="*/ 62769 w 62769"/>
                    <a:gd name="connsiteY0" fmla="*/ 0 h 32837"/>
                    <a:gd name="connsiteX1" fmla="*/ 6974 w 62769"/>
                    <a:gd name="connsiteY1" fmla="*/ 32256 h 32837"/>
                    <a:gd name="connsiteX2" fmla="*/ 0 w 62769"/>
                    <a:gd name="connsiteY2" fmla="*/ 32256 h 32837"/>
                    <a:gd name="connsiteX3" fmla="*/ 55795 w 62769"/>
                    <a:gd name="connsiteY3" fmla="*/ 0 h 32837"/>
                    <a:gd name="connsiteX4" fmla="*/ 62769 w 62769"/>
                    <a:gd name="connsiteY4" fmla="*/ 0 h 32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2769" h="32837">
                      <a:moveTo>
                        <a:pt x="62769" y="0"/>
                      </a:moveTo>
                      <a:lnTo>
                        <a:pt x="6974" y="32256"/>
                      </a:lnTo>
                      <a:cubicBezTo>
                        <a:pt x="6974" y="32256"/>
                        <a:pt x="2615" y="33564"/>
                        <a:pt x="0" y="32256"/>
                      </a:cubicBezTo>
                      <a:lnTo>
                        <a:pt x="55795" y="0"/>
                      </a:lnTo>
                      <a:cubicBezTo>
                        <a:pt x="58410" y="872"/>
                        <a:pt x="61026" y="872"/>
                        <a:pt x="62769" y="0"/>
                      </a:cubicBezTo>
                      <a:close/>
                    </a:path>
                  </a:pathLst>
                </a:custGeom>
                <a:solidFill>
                  <a:srgbClr val="FFB700"/>
                </a:solidFill>
                <a:ln w="4348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  <p:sp>
              <p:nvSpPr>
                <p:cNvPr id="1310" name="任意多边形: 形状 1309"/>
                <p:cNvSpPr/>
                <p:nvPr>
                  <p:custDataLst>
                    <p:tags r:id="rId296"/>
                  </p:custDataLst>
                </p:nvPr>
              </p:nvSpPr>
              <p:spPr>
                <a:xfrm>
                  <a:off x="7237700" y="2233081"/>
                  <a:ext cx="62769" cy="32837"/>
                </a:xfrm>
                <a:custGeom>
                  <a:avLst/>
                  <a:gdLst>
                    <a:gd name="connsiteX0" fmla="*/ 0 w 62769"/>
                    <a:gd name="connsiteY0" fmla="*/ 32256 h 32837"/>
                    <a:gd name="connsiteX1" fmla="*/ 55795 w 62769"/>
                    <a:gd name="connsiteY1" fmla="*/ 0 h 32837"/>
                    <a:gd name="connsiteX2" fmla="*/ 62769 w 62769"/>
                    <a:gd name="connsiteY2" fmla="*/ 0 h 32837"/>
                    <a:gd name="connsiteX3" fmla="*/ 6974 w 62769"/>
                    <a:gd name="connsiteY3" fmla="*/ 32256 h 32837"/>
                    <a:gd name="connsiteX4" fmla="*/ 0 w 62769"/>
                    <a:gd name="connsiteY4" fmla="*/ 32256 h 32837"/>
                    <a:gd name="connsiteX5" fmla="*/ 0 w 62769"/>
                    <a:gd name="connsiteY5" fmla="*/ 32256 h 32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62769" h="32837">
                      <a:moveTo>
                        <a:pt x="0" y="32256"/>
                      </a:moveTo>
                      <a:lnTo>
                        <a:pt x="55795" y="0"/>
                      </a:lnTo>
                      <a:cubicBezTo>
                        <a:pt x="58410" y="872"/>
                        <a:pt x="61026" y="872"/>
                        <a:pt x="62769" y="0"/>
                      </a:cubicBezTo>
                      <a:lnTo>
                        <a:pt x="6974" y="32256"/>
                      </a:lnTo>
                      <a:cubicBezTo>
                        <a:pt x="6974" y="32256"/>
                        <a:pt x="2615" y="33564"/>
                        <a:pt x="0" y="32256"/>
                      </a:cubicBezTo>
                      <a:lnTo>
                        <a:pt x="0" y="32256"/>
                      </a:lnTo>
                      <a:close/>
                    </a:path>
                  </a:pathLst>
                </a:custGeom>
                <a:solidFill>
                  <a:srgbClr val="FFB700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</p:grpSp>
          <p:sp>
            <p:nvSpPr>
              <p:cNvPr id="1311" name="任意多边形: 形状 1310"/>
              <p:cNvSpPr/>
              <p:nvPr>
                <p:custDataLst>
                  <p:tags r:id="rId297"/>
                </p:custDataLst>
              </p:nvPr>
            </p:nvSpPr>
            <p:spPr>
              <a:xfrm>
                <a:off x="7402033" y="2465414"/>
                <a:ext cx="66256" cy="145153"/>
              </a:xfrm>
              <a:custGeom>
                <a:avLst/>
                <a:gdLst>
                  <a:gd name="connsiteX0" fmla="*/ 0 w 66256"/>
                  <a:gd name="connsiteY0" fmla="*/ 32692 h 145153"/>
                  <a:gd name="connsiteX1" fmla="*/ 55795 w 66256"/>
                  <a:gd name="connsiteY1" fmla="*/ 0 h 145153"/>
                  <a:gd name="connsiteX2" fmla="*/ 66256 w 66256"/>
                  <a:gd name="connsiteY2" fmla="*/ 112897 h 145153"/>
                  <a:gd name="connsiteX3" fmla="*/ 10462 w 66256"/>
                  <a:gd name="connsiteY3" fmla="*/ 145154 h 145153"/>
                  <a:gd name="connsiteX4" fmla="*/ 0 w 66256"/>
                  <a:gd name="connsiteY4" fmla="*/ 32692 h 1451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256" h="145153">
                    <a:moveTo>
                      <a:pt x="0" y="32692"/>
                    </a:moveTo>
                    <a:lnTo>
                      <a:pt x="55795" y="0"/>
                    </a:lnTo>
                    <a:lnTo>
                      <a:pt x="66256" y="112897"/>
                    </a:lnTo>
                    <a:lnTo>
                      <a:pt x="10462" y="145154"/>
                    </a:lnTo>
                    <a:lnTo>
                      <a:pt x="0" y="32692"/>
                    </a:lnTo>
                    <a:close/>
                  </a:path>
                </a:pathLst>
              </a:custGeom>
              <a:solidFill>
                <a:srgbClr val="FFB700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grpSp>
            <p:nvGrpSpPr>
              <p:cNvPr id="1312" name="图形 37"/>
              <p:cNvGrpSpPr/>
              <p:nvPr/>
            </p:nvGrpSpPr>
            <p:grpSpPr>
              <a:xfrm>
                <a:off x="7401950" y="2455388"/>
                <a:ext cx="59364" cy="42282"/>
                <a:chOff x="7401950" y="2455388"/>
                <a:chExt cx="59364" cy="42282"/>
              </a:xfrm>
              <a:solidFill>
                <a:srgbClr val="FFB700"/>
              </a:solidFill>
            </p:grpSpPr>
            <p:sp>
              <p:nvSpPr>
                <p:cNvPr id="1313" name="任意多边形: 形状 1312"/>
                <p:cNvSpPr/>
                <p:nvPr>
                  <p:custDataLst>
                    <p:tags r:id="rId298"/>
                  </p:custDataLst>
                </p:nvPr>
              </p:nvSpPr>
              <p:spPr>
                <a:xfrm>
                  <a:off x="7401950" y="2455388"/>
                  <a:ext cx="59364" cy="42282"/>
                </a:xfrm>
                <a:custGeom>
                  <a:avLst/>
                  <a:gdLst>
                    <a:gd name="connsiteX0" fmla="*/ 3570 w 59364"/>
                    <a:gd name="connsiteY0" fmla="*/ 32256 h 42282"/>
                    <a:gd name="connsiteX1" fmla="*/ 59365 w 59364"/>
                    <a:gd name="connsiteY1" fmla="*/ 0 h 42282"/>
                    <a:gd name="connsiteX2" fmla="*/ 55877 w 59364"/>
                    <a:gd name="connsiteY2" fmla="*/ 10026 h 42282"/>
                    <a:gd name="connsiteX3" fmla="*/ 83 w 59364"/>
                    <a:gd name="connsiteY3" fmla="*/ 42282 h 42282"/>
                    <a:gd name="connsiteX4" fmla="*/ 3570 w 59364"/>
                    <a:gd name="connsiteY4" fmla="*/ 32256 h 422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9364" h="42282">
                      <a:moveTo>
                        <a:pt x="3570" y="32256"/>
                      </a:moveTo>
                      <a:lnTo>
                        <a:pt x="59365" y="0"/>
                      </a:lnTo>
                      <a:cubicBezTo>
                        <a:pt x="56749" y="1744"/>
                        <a:pt x="55442" y="5667"/>
                        <a:pt x="55877" y="10026"/>
                      </a:cubicBezTo>
                      <a:lnTo>
                        <a:pt x="83" y="42282"/>
                      </a:lnTo>
                      <a:cubicBezTo>
                        <a:pt x="-353" y="37487"/>
                        <a:pt x="954" y="34000"/>
                        <a:pt x="3570" y="32256"/>
                      </a:cubicBezTo>
                      <a:close/>
                    </a:path>
                  </a:pathLst>
                </a:custGeom>
                <a:solidFill>
                  <a:srgbClr val="FFB700"/>
                </a:solidFill>
                <a:ln w="4348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  <p:sp>
              <p:nvSpPr>
                <p:cNvPr id="1314" name="任意多边形: 形状 1313"/>
                <p:cNvSpPr/>
                <p:nvPr>
                  <p:custDataLst>
                    <p:tags r:id="rId299"/>
                  </p:custDataLst>
                </p:nvPr>
              </p:nvSpPr>
              <p:spPr>
                <a:xfrm>
                  <a:off x="7401950" y="2455388"/>
                  <a:ext cx="59364" cy="42282"/>
                </a:xfrm>
                <a:custGeom>
                  <a:avLst/>
                  <a:gdLst>
                    <a:gd name="connsiteX0" fmla="*/ 3570 w 59364"/>
                    <a:gd name="connsiteY0" fmla="*/ 32256 h 42282"/>
                    <a:gd name="connsiteX1" fmla="*/ 59365 w 59364"/>
                    <a:gd name="connsiteY1" fmla="*/ 0 h 42282"/>
                    <a:gd name="connsiteX2" fmla="*/ 55877 w 59364"/>
                    <a:gd name="connsiteY2" fmla="*/ 10026 h 42282"/>
                    <a:gd name="connsiteX3" fmla="*/ 83 w 59364"/>
                    <a:gd name="connsiteY3" fmla="*/ 42282 h 42282"/>
                    <a:gd name="connsiteX4" fmla="*/ 3570 w 59364"/>
                    <a:gd name="connsiteY4" fmla="*/ 32256 h 42282"/>
                    <a:gd name="connsiteX5" fmla="*/ 3570 w 59364"/>
                    <a:gd name="connsiteY5" fmla="*/ 32256 h 422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59364" h="42282">
                      <a:moveTo>
                        <a:pt x="3570" y="32256"/>
                      </a:moveTo>
                      <a:lnTo>
                        <a:pt x="59365" y="0"/>
                      </a:lnTo>
                      <a:cubicBezTo>
                        <a:pt x="56749" y="1744"/>
                        <a:pt x="55442" y="5667"/>
                        <a:pt x="55877" y="10026"/>
                      </a:cubicBezTo>
                      <a:lnTo>
                        <a:pt x="83" y="42282"/>
                      </a:lnTo>
                      <a:cubicBezTo>
                        <a:pt x="-353" y="37487"/>
                        <a:pt x="954" y="34000"/>
                        <a:pt x="3570" y="32256"/>
                      </a:cubicBezTo>
                      <a:lnTo>
                        <a:pt x="3570" y="32256"/>
                      </a:lnTo>
                      <a:close/>
                    </a:path>
                  </a:pathLst>
                </a:custGeom>
                <a:solidFill>
                  <a:srgbClr val="FFB700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</p:grpSp>
          <p:grpSp>
            <p:nvGrpSpPr>
              <p:cNvPr id="1315" name="图形 37"/>
              <p:cNvGrpSpPr/>
              <p:nvPr/>
            </p:nvGrpSpPr>
            <p:grpSpPr>
              <a:xfrm>
                <a:off x="7361495" y="2297158"/>
                <a:ext cx="64948" cy="44897"/>
                <a:chOff x="7361495" y="2297158"/>
                <a:chExt cx="64948" cy="44897"/>
              </a:xfrm>
              <a:solidFill>
                <a:srgbClr val="FFB700"/>
              </a:solidFill>
            </p:grpSpPr>
            <p:sp>
              <p:nvSpPr>
                <p:cNvPr id="1316" name="任意多边形: 形状 1315"/>
                <p:cNvSpPr/>
                <p:nvPr>
                  <p:custDataLst>
                    <p:tags r:id="rId300"/>
                  </p:custDataLst>
                </p:nvPr>
              </p:nvSpPr>
              <p:spPr>
                <a:xfrm>
                  <a:off x="7361495" y="2297158"/>
                  <a:ext cx="64948" cy="44897"/>
                </a:xfrm>
                <a:custGeom>
                  <a:avLst/>
                  <a:gdLst>
                    <a:gd name="connsiteX0" fmla="*/ 0 w 64948"/>
                    <a:gd name="connsiteY0" fmla="*/ 32256 h 44897"/>
                    <a:gd name="connsiteX1" fmla="*/ 55795 w 64948"/>
                    <a:gd name="connsiteY1" fmla="*/ 0 h 44897"/>
                    <a:gd name="connsiteX2" fmla="*/ 64949 w 64948"/>
                    <a:gd name="connsiteY2" fmla="*/ 12641 h 44897"/>
                    <a:gd name="connsiteX3" fmla="*/ 9154 w 64948"/>
                    <a:gd name="connsiteY3" fmla="*/ 44897 h 44897"/>
                    <a:gd name="connsiteX4" fmla="*/ 0 w 64948"/>
                    <a:gd name="connsiteY4" fmla="*/ 32256 h 448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4948" h="44897">
                      <a:moveTo>
                        <a:pt x="0" y="32256"/>
                      </a:moveTo>
                      <a:lnTo>
                        <a:pt x="55795" y="0"/>
                      </a:lnTo>
                      <a:cubicBezTo>
                        <a:pt x="57538" y="4795"/>
                        <a:pt x="61026" y="9590"/>
                        <a:pt x="64949" y="12641"/>
                      </a:cubicBezTo>
                      <a:lnTo>
                        <a:pt x="9154" y="44897"/>
                      </a:lnTo>
                      <a:cubicBezTo>
                        <a:pt x="5231" y="41846"/>
                        <a:pt x="2179" y="37051"/>
                        <a:pt x="0" y="32256"/>
                      </a:cubicBezTo>
                      <a:close/>
                    </a:path>
                  </a:pathLst>
                </a:custGeom>
                <a:solidFill>
                  <a:srgbClr val="FFB700"/>
                </a:solidFill>
                <a:ln w="4348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  <p:sp>
              <p:nvSpPr>
                <p:cNvPr id="1317" name="任意多边形: 形状 1316"/>
                <p:cNvSpPr/>
                <p:nvPr>
                  <p:custDataLst>
                    <p:tags r:id="rId301"/>
                  </p:custDataLst>
                </p:nvPr>
              </p:nvSpPr>
              <p:spPr>
                <a:xfrm>
                  <a:off x="7361495" y="2297158"/>
                  <a:ext cx="64948" cy="44897"/>
                </a:xfrm>
                <a:custGeom>
                  <a:avLst/>
                  <a:gdLst>
                    <a:gd name="connsiteX0" fmla="*/ 0 w 64948"/>
                    <a:gd name="connsiteY0" fmla="*/ 32256 h 44897"/>
                    <a:gd name="connsiteX1" fmla="*/ 55795 w 64948"/>
                    <a:gd name="connsiteY1" fmla="*/ 0 h 44897"/>
                    <a:gd name="connsiteX2" fmla="*/ 64949 w 64948"/>
                    <a:gd name="connsiteY2" fmla="*/ 12641 h 44897"/>
                    <a:gd name="connsiteX3" fmla="*/ 9154 w 64948"/>
                    <a:gd name="connsiteY3" fmla="*/ 44897 h 44897"/>
                    <a:gd name="connsiteX4" fmla="*/ 0 w 64948"/>
                    <a:gd name="connsiteY4" fmla="*/ 32256 h 44897"/>
                    <a:gd name="connsiteX5" fmla="*/ 0 w 64948"/>
                    <a:gd name="connsiteY5" fmla="*/ 32256 h 448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64948" h="44897">
                      <a:moveTo>
                        <a:pt x="0" y="32256"/>
                      </a:moveTo>
                      <a:lnTo>
                        <a:pt x="55795" y="0"/>
                      </a:lnTo>
                      <a:cubicBezTo>
                        <a:pt x="57538" y="4795"/>
                        <a:pt x="61026" y="9590"/>
                        <a:pt x="64949" y="12641"/>
                      </a:cubicBezTo>
                      <a:lnTo>
                        <a:pt x="9154" y="44897"/>
                      </a:lnTo>
                      <a:cubicBezTo>
                        <a:pt x="5231" y="41846"/>
                        <a:pt x="2179" y="37051"/>
                        <a:pt x="0" y="32256"/>
                      </a:cubicBezTo>
                      <a:lnTo>
                        <a:pt x="0" y="32256"/>
                      </a:lnTo>
                      <a:close/>
                    </a:path>
                  </a:pathLst>
                </a:custGeom>
                <a:solidFill>
                  <a:srgbClr val="FFB700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</p:grpSp>
          <p:grpSp>
            <p:nvGrpSpPr>
              <p:cNvPr id="1318" name="图形 37"/>
              <p:cNvGrpSpPr/>
              <p:nvPr/>
            </p:nvGrpSpPr>
            <p:grpSpPr>
              <a:xfrm>
                <a:off x="7294802" y="2161269"/>
                <a:ext cx="65384" cy="33888"/>
                <a:chOff x="7294802" y="2161269"/>
                <a:chExt cx="65384" cy="33888"/>
              </a:xfrm>
              <a:solidFill>
                <a:srgbClr val="FFB700"/>
              </a:solidFill>
            </p:grpSpPr>
            <p:sp>
              <p:nvSpPr>
                <p:cNvPr id="1319" name="任意多边形: 形状 1318"/>
                <p:cNvSpPr/>
                <p:nvPr>
                  <p:custDataLst>
                    <p:tags r:id="rId302"/>
                  </p:custDataLst>
                </p:nvPr>
              </p:nvSpPr>
              <p:spPr>
                <a:xfrm>
                  <a:off x="7294802" y="2161269"/>
                  <a:ext cx="65384" cy="33888"/>
                </a:xfrm>
                <a:custGeom>
                  <a:avLst/>
                  <a:gdLst>
                    <a:gd name="connsiteX0" fmla="*/ 0 w 65384"/>
                    <a:gd name="connsiteY0" fmla="*/ 33017 h 33888"/>
                    <a:gd name="connsiteX1" fmla="*/ 55795 w 65384"/>
                    <a:gd name="connsiteY1" fmla="*/ 760 h 33888"/>
                    <a:gd name="connsiteX2" fmla="*/ 65385 w 65384"/>
                    <a:gd name="connsiteY2" fmla="*/ 1632 h 33888"/>
                    <a:gd name="connsiteX3" fmla="*/ 9590 w 65384"/>
                    <a:gd name="connsiteY3" fmla="*/ 33889 h 33888"/>
                    <a:gd name="connsiteX4" fmla="*/ 0 w 65384"/>
                    <a:gd name="connsiteY4" fmla="*/ 33017 h 338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5384" h="33888">
                      <a:moveTo>
                        <a:pt x="0" y="33017"/>
                      </a:moveTo>
                      <a:lnTo>
                        <a:pt x="55795" y="760"/>
                      </a:lnTo>
                      <a:cubicBezTo>
                        <a:pt x="58410" y="-547"/>
                        <a:pt x="61897" y="-111"/>
                        <a:pt x="65385" y="1632"/>
                      </a:cubicBezTo>
                      <a:lnTo>
                        <a:pt x="9590" y="33889"/>
                      </a:lnTo>
                      <a:cubicBezTo>
                        <a:pt x="6103" y="31709"/>
                        <a:pt x="2615" y="31273"/>
                        <a:pt x="0" y="33017"/>
                      </a:cubicBezTo>
                      <a:close/>
                    </a:path>
                  </a:pathLst>
                </a:custGeom>
                <a:solidFill>
                  <a:srgbClr val="FFB700"/>
                </a:solidFill>
                <a:ln w="4348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  <p:sp>
              <p:nvSpPr>
                <p:cNvPr id="1320" name="任意多边形: 形状 1319"/>
                <p:cNvSpPr/>
                <p:nvPr>
                  <p:custDataLst>
                    <p:tags r:id="rId303"/>
                  </p:custDataLst>
                </p:nvPr>
              </p:nvSpPr>
              <p:spPr>
                <a:xfrm>
                  <a:off x="7294802" y="2161269"/>
                  <a:ext cx="65384" cy="33888"/>
                </a:xfrm>
                <a:custGeom>
                  <a:avLst/>
                  <a:gdLst>
                    <a:gd name="connsiteX0" fmla="*/ 0 w 65384"/>
                    <a:gd name="connsiteY0" fmla="*/ 33017 h 33888"/>
                    <a:gd name="connsiteX1" fmla="*/ 55795 w 65384"/>
                    <a:gd name="connsiteY1" fmla="*/ 760 h 33888"/>
                    <a:gd name="connsiteX2" fmla="*/ 65385 w 65384"/>
                    <a:gd name="connsiteY2" fmla="*/ 1632 h 33888"/>
                    <a:gd name="connsiteX3" fmla="*/ 9590 w 65384"/>
                    <a:gd name="connsiteY3" fmla="*/ 33889 h 33888"/>
                    <a:gd name="connsiteX4" fmla="*/ 0 w 65384"/>
                    <a:gd name="connsiteY4" fmla="*/ 33017 h 33888"/>
                    <a:gd name="connsiteX5" fmla="*/ 0 w 65384"/>
                    <a:gd name="connsiteY5" fmla="*/ 33017 h 338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65384" h="33888">
                      <a:moveTo>
                        <a:pt x="0" y="33017"/>
                      </a:moveTo>
                      <a:lnTo>
                        <a:pt x="55795" y="760"/>
                      </a:lnTo>
                      <a:cubicBezTo>
                        <a:pt x="58410" y="-547"/>
                        <a:pt x="61897" y="-111"/>
                        <a:pt x="65385" y="1632"/>
                      </a:cubicBezTo>
                      <a:lnTo>
                        <a:pt x="9590" y="33889"/>
                      </a:lnTo>
                      <a:cubicBezTo>
                        <a:pt x="6103" y="31709"/>
                        <a:pt x="2615" y="31273"/>
                        <a:pt x="0" y="33017"/>
                      </a:cubicBezTo>
                      <a:lnTo>
                        <a:pt x="0" y="33017"/>
                      </a:lnTo>
                      <a:close/>
                    </a:path>
                  </a:pathLst>
                </a:custGeom>
                <a:solidFill>
                  <a:srgbClr val="FFB700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</p:grpSp>
          <p:sp>
            <p:nvSpPr>
              <p:cNvPr id="1321" name="任意多边形: 形状 1320"/>
              <p:cNvSpPr/>
              <p:nvPr>
                <p:custDataLst>
                  <p:tags r:id="rId304"/>
                </p:custDataLst>
              </p:nvPr>
            </p:nvSpPr>
            <p:spPr>
              <a:xfrm>
                <a:off x="7316161" y="2177286"/>
                <a:ext cx="101128" cy="152128"/>
              </a:xfrm>
              <a:custGeom>
                <a:avLst/>
                <a:gdLst>
                  <a:gd name="connsiteX0" fmla="*/ 0 w 101128"/>
                  <a:gd name="connsiteY0" fmla="*/ 32256 h 152128"/>
                  <a:gd name="connsiteX1" fmla="*/ 55795 w 101128"/>
                  <a:gd name="connsiteY1" fmla="*/ 0 h 152128"/>
                  <a:gd name="connsiteX2" fmla="*/ 101128 w 101128"/>
                  <a:gd name="connsiteY2" fmla="*/ 119436 h 152128"/>
                  <a:gd name="connsiteX3" fmla="*/ 45333 w 101128"/>
                  <a:gd name="connsiteY3" fmla="*/ 152128 h 152128"/>
                  <a:gd name="connsiteX4" fmla="*/ 0 w 101128"/>
                  <a:gd name="connsiteY4" fmla="*/ 32256 h 1521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1128" h="152128">
                    <a:moveTo>
                      <a:pt x="0" y="32256"/>
                    </a:moveTo>
                    <a:lnTo>
                      <a:pt x="55795" y="0"/>
                    </a:lnTo>
                    <a:lnTo>
                      <a:pt x="101128" y="119436"/>
                    </a:lnTo>
                    <a:lnTo>
                      <a:pt x="45333" y="152128"/>
                    </a:lnTo>
                    <a:lnTo>
                      <a:pt x="0" y="32256"/>
                    </a:lnTo>
                    <a:close/>
                  </a:path>
                </a:pathLst>
              </a:custGeom>
              <a:solidFill>
                <a:srgbClr val="FFB700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grpSp>
            <p:nvGrpSpPr>
              <p:cNvPr id="1322" name="图形 37"/>
              <p:cNvGrpSpPr/>
              <p:nvPr/>
            </p:nvGrpSpPr>
            <p:grpSpPr>
              <a:xfrm>
                <a:off x="7304392" y="2162902"/>
                <a:ext cx="67564" cy="46640"/>
                <a:chOff x="7304392" y="2162902"/>
                <a:chExt cx="67564" cy="46640"/>
              </a:xfrm>
              <a:solidFill>
                <a:srgbClr val="FFB700"/>
              </a:solidFill>
            </p:grpSpPr>
            <p:sp>
              <p:nvSpPr>
                <p:cNvPr id="1323" name="任意多边形: 形状 1322"/>
                <p:cNvSpPr/>
                <p:nvPr>
                  <p:custDataLst>
                    <p:tags r:id="rId305"/>
                  </p:custDataLst>
                </p:nvPr>
              </p:nvSpPr>
              <p:spPr>
                <a:xfrm>
                  <a:off x="7304392" y="2162902"/>
                  <a:ext cx="67564" cy="46640"/>
                </a:xfrm>
                <a:custGeom>
                  <a:avLst/>
                  <a:gdLst>
                    <a:gd name="connsiteX0" fmla="*/ 0 w 67564"/>
                    <a:gd name="connsiteY0" fmla="*/ 32256 h 46640"/>
                    <a:gd name="connsiteX1" fmla="*/ 55795 w 67564"/>
                    <a:gd name="connsiteY1" fmla="*/ 0 h 46640"/>
                    <a:gd name="connsiteX2" fmla="*/ 67564 w 67564"/>
                    <a:gd name="connsiteY2" fmla="*/ 14385 h 46640"/>
                    <a:gd name="connsiteX3" fmla="*/ 11769 w 67564"/>
                    <a:gd name="connsiteY3" fmla="*/ 46641 h 46640"/>
                    <a:gd name="connsiteX4" fmla="*/ 0 w 67564"/>
                    <a:gd name="connsiteY4" fmla="*/ 32256 h 46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7564" h="46640">
                      <a:moveTo>
                        <a:pt x="0" y="32256"/>
                      </a:moveTo>
                      <a:lnTo>
                        <a:pt x="55795" y="0"/>
                      </a:lnTo>
                      <a:cubicBezTo>
                        <a:pt x="60154" y="2615"/>
                        <a:pt x="64949" y="7846"/>
                        <a:pt x="67564" y="14385"/>
                      </a:cubicBezTo>
                      <a:lnTo>
                        <a:pt x="11769" y="46641"/>
                      </a:lnTo>
                      <a:cubicBezTo>
                        <a:pt x="9154" y="40102"/>
                        <a:pt x="4795" y="34872"/>
                        <a:pt x="0" y="32256"/>
                      </a:cubicBezTo>
                      <a:close/>
                    </a:path>
                  </a:pathLst>
                </a:custGeom>
                <a:solidFill>
                  <a:srgbClr val="FFB700"/>
                </a:solidFill>
                <a:ln w="4348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  <p:sp>
              <p:nvSpPr>
                <p:cNvPr id="1324" name="任意多边形: 形状 1323"/>
                <p:cNvSpPr/>
                <p:nvPr>
                  <p:custDataLst>
                    <p:tags r:id="rId306"/>
                  </p:custDataLst>
                </p:nvPr>
              </p:nvSpPr>
              <p:spPr>
                <a:xfrm>
                  <a:off x="7304392" y="2162902"/>
                  <a:ext cx="67564" cy="46640"/>
                </a:xfrm>
                <a:custGeom>
                  <a:avLst/>
                  <a:gdLst>
                    <a:gd name="connsiteX0" fmla="*/ 0 w 67564"/>
                    <a:gd name="connsiteY0" fmla="*/ 32256 h 46640"/>
                    <a:gd name="connsiteX1" fmla="*/ 55795 w 67564"/>
                    <a:gd name="connsiteY1" fmla="*/ 0 h 46640"/>
                    <a:gd name="connsiteX2" fmla="*/ 67564 w 67564"/>
                    <a:gd name="connsiteY2" fmla="*/ 14385 h 46640"/>
                    <a:gd name="connsiteX3" fmla="*/ 11769 w 67564"/>
                    <a:gd name="connsiteY3" fmla="*/ 46641 h 46640"/>
                    <a:gd name="connsiteX4" fmla="*/ 0 w 67564"/>
                    <a:gd name="connsiteY4" fmla="*/ 32256 h 46640"/>
                    <a:gd name="connsiteX5" fmla="*/ 0 w 67564"/>
                    <a:gd name="connsiteY5" fmla="*/ 32256 h 46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67564" h="46640">
                      <a:moveTo>
                        <a:pt x="0" y="32256"/>
                      </a:moveTo>
                      <a:lnTo>
                        <a:pt x="55795" y="0"/>
                      </a:lnTo>
                      <a:cubicBezTo>
                        <a:pt x="60154" y="2615"/>
                        <a:pt x="64949" y="7846"/>
                        <a:pt x="67564" y="14385"/>
                      </a:cubicBezTo>
                      <a:lnTo>
                        <a:pt x="11769" y="46641"/>
                      </a:lnTo>
                      <a:cubicBezTo>
                        <a:pt x="9154" y="40102"/>
                        <a:pt x="4795" y="34872"/>
                        <a:pt x="0" y="32256"/>
                      </a:cubicBezTo>
                      <a:lnTo>
                        <a:pt x="0" y="32256"/>
                      </a:lnTo>
                      <a:close/>
                    </a:path>
                  </a:pathLst>
                </a:custGeom>
                <a:solidFill>
                  <a:srgbClr val="FFB700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</p:grpSp>
          <p:sp>
            <p:nvSpPr>
              <p:cNvPr id="1325" name="任意多边形: 形状 1324"/>
              <p:cNvSpPr/>
              <p:nvPr>
                <p:custDataLst>
                  <p:tags r:id="rId307"/>
                </p:custDataLst>
              </p:nvPr>
            </p:nvSpPr>
            <p:spPr>
              <a:xfrm>
                <a:off x="7405520" y="2413106"/>
                <a:ext cx="118999" cy="74538"/>
              </a:xfrm>
              <a:custGeom>
                <a:avLst/>
                <a:gdLst>
                  <a:gd name="connsiteX0" fmla="*/ 63205 w 118999"/>
                  <a:gd name="connsiteY0" fmla="*/ 32256 h 74538"/>
                  <a:gd name="connsiteX1" fmla="*/ 119000 w 118999"/>
                  <a:gd name="connsiteY1" fmla="*/ 0 h 74538"/>
                  <a:gd name="connsiteX2" fmla="*/ 55795 w 118999"/>
                  <a:gd name="connsiteY2" fmla="*/ 42282 h 74538"/>
                  <a:gd name="connsiteX3" fmla="*/ 0 w 118999"/>
                  <a:gd name="connsiteY3" fmla="*/ 74538 h 74538"/>
                  <a:gd name="connsiteX4" fmla="*/ 63205 w 118999"/>
                  <a:gd name="connsiteY4" fmla="*/ 32256 h 74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8999" h="74538">
                    <a:moveTo>
                      <a:pt x="63205" y="32256"/>
                    </a:moveTo>
                    <a:lnTo>
                      <a:pt x="119000" y="0"/>
                    </a:lnTo>
                    <a:lnTo>
                      <a:pt x="55795" y="42282"/>
                    </a:lnTo>
                    <a:lnTo>
                      <a:pt x="0" y="74538"/>
                    </a:lnTo>
                    <a:lnTo>
                      <a:pt x="63205" y="32256"/>
                    </a:lnTo>
                    <a:close/>
                  </a:path>
                </a:pathLst>
              </a:custGeom>
              <a:solidFill>
                <a:srgbClr val="FFB700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sp>
            <p:nvSpPr>
              <p:cNvPr id="1326" name="任意多边形: 形状 1325"/>
              <p:cNvSpPr/>
              <p:nvPr>
                <p:custDataLst>
                  <p:tags r:id="rId308"/>
                </p:custDataLst>
              </p:nvPr>
            </p:nvSpPr>
            <p:spPr>
              <a:xfrm>
                <a:off x="7370648" y="2309799"/>
                <a:ext cx="146897" cy="105922"/>
              </a:xfrm>
              <a:custGeom>
                <a:avLst/>
                <a:gdLst>
                  <a:gd name="connsiteX0" fmla="*/ 0 w 146897"/>
                  <a:gd name="connsiteY0" fmla="*/ 32256 h 105922"/>
                  <a:gd name="connsiteX1" fmla="*/ 55795 w 146897"/>
                  <a:gd name="connsiteY1" fmla="*/ 0 h 105922"/>
                  <a:gd name="connsiteX2" fmla="*/ 146897 w 146897"/>
                  <a:gd name="connsiteY2" fmla="*/ 73667 h 105922"/>
                  <a:gd name="connsiteX3" fmla="*/ 91103 w 146897"/>
                  <a:gd name="connsiteY3" fmla="*/ 105923 h 105922"/>
                  <a:gd name="connsiteX4" fmla="*/ 0 w 146897"/>
                  <a:gd name="connsiteY4" fmla="*/ 32256 h 1059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6897" h="105922">
                    <a:moveTo>
                      <a:pt x="0" y="32256"/>
                    </a:moveTo>
                    <a:lnTo>
                      <a:pt x="55795" y="0"/>
                    </a:lnTo>
                    <a:lnTo>
                      <a:pt x="146897" y="73667"/>
                    </a:lnTo>
                    <a:lnTo>
                      <a:pt x="91103" y="105923"/>
                    </a:lnTo>
                    <a:lnTo>
                      <a:pt x="0" y="32256"/>
                    </a:lnTo>
                    <a:close/>
                  </a:path>
                </a:pathLst>
              </a:custGeom>
              <a:solidFill>
                <a:srgbClr val="FFB700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sp>
            <p:nvSpPr>
              <p:cNvPr id="1327" name="任意多边形: 形状 1326"/>
              <p:cNvSpPr/>
              <p:nvPr>
                <p:custDataLst>
                  <p:tags r:id="rId309"/>
                </p:custDataLst>
              </p:nvPr>
            </p:nvSpPr>
            <p:spPr>
              <a:xfrm>
                <a:off x="7134809" y="2192703"/>
                <a:ext cx="337634" cy="428345"/>
              </a:xfrm>
              <a:custGeom>
                <a:avLst/>
                <a:gdLst>
                  <a:gd name="connsiteX0" fmla="*/ 169583 w 337634"/>
                  <a:gd name="connsiteY0" fmla="*/ 2455 h 428345"/>
                  <a:gd name="connsiteX1" fmla="*/ 181352 w 337634"/>
                  <a:gd name="connsiteY1" fmla="*/ 16839 h 428345"/>
                  <a:gd name="connsiteX2" fmla="*/ 226686 w 337634"/>
                  <a:gd name="connsiteY2" fmla="*/ 136275 h 428345"/>
                  <a:gd name="connsiteX3" fmla="*/ 235839 w 337634"/>
                  <a:gd name="connsiteY3" fmla="*/ 148916 h 428345"/>
                  <a:gd name="connsiteX4" fmla="*/ 326942 w 337634"/>
                  <a:gd name="connsiteY4" fmla="*/ 222583 h 428345"/>
                  <a:gd name="connsiteX5" fmla="*/ 333916 w 337634"/>
                  <a:gd name="connsiteY5" fmla="*/ 252224 h 428345"/>
                  <a:gd name="connsiteX6" fmla="*/ 270711 w 337634"/>
                  <a:gd name="connsiteY6" fmla="*/ 294506 h 428345"/>
                  <a:gd name="connsiteX7" fmla="*/ 267224 w 337634"/>
                  <a:gd name="connsiteY7" fmla="*/ 304531 h 428345"/>
                  <a:gd name="connsiteX8" fmla="*/ 277686 w 337634"/>
                  <a:gd name="connsiteY8" fmla="*/ 416993 h 428345"/>
                  <a:gd name="connsiteX9" fmla="*/ 264173 w 337634"/>
                  <a:gd name="connsiteY9" fmla="*/ 426582 h 428345"/>
                  <a:gd name="connsiteX10" fmla="*/ 258506 w 337634"/>
                  <a:gd name="connsiteY10" fmla="*/ 421788 h 428345"/>
                  <a:gd name="connsiteX11" fmla="*/ 173942 w 337634"/>
                  <a:gd name="connsiteY11" fmla="*/ 328506 h 428345"/>
                  <a:gd name="connsiteX12" fmla="*/ 168275 w 337634"/>
                  <a:gd name="connsiteY12" fmla="*/ 323711 h 428345"/>
                  <a:gd name="connsiteX13" fmla="*/ 162609 w 337634"/>
                  <a:gd name="connsiteY13" fmla="*/ 321967 h 428345"/>
                  <a:gd name="connsiteX14" fmla="*/ 77609 w 337634"/>
                  <a:gd name="connsiteY14" fmla="*/ 317608 h 428345"/>
                  <a:gd name="connsiteX15" fmla="*/ 71942 w 337634"/>
                  <a:gd name="connsiteY15" fmla="*/ 315865 h 428345"/>
                  <a:gd name="connsiteX16" fmla="*/ 58865 w 337634"/>
                  <a:gd name="connsiteY16" fmla="*/ 291019 h 428345"/>
                  <a:gd name="connsiteX17" fmla="*/ 69763 w 337634"/>
                  <a:gd name="connsiteY17" fmla="*/ 190762 h 428345"/>
                  <a:gd name="connsiteX18" fmla="*/ 66275 w 337634"/>
                  <a:gd name="connsiteY18" fmla="*/ 176813 h 428345"/>
                  <a:gd name="connsiteX19" fmla="*/ 3506 w 337634"/>
                  <a:gd name="connsiteY19" fmla="*/ 61737 h 428345"/>
                  <a:gd name="connsiteX20" fmla="*/ 10917 w 337634"/>
                  <a:gd name="connsiteY20" fmla="*/ 40378 h 428345"/>
                  <a:gd name="connsiteX21" fmla="*/ 102455 w 337634"/>
                  <a:gd name="connsiteY21" fmla="*/ 71762 h 428345"/>
                  <a:gd name="connsiteX22" fmla="*/ 111609 w 337634"/>
                  <a:gd name="connsiteY22" fmla="*/ 69583 h 428345"/>
                  <a:gd name="connsiteX23" fmla="*/ 157378 w 337634"/>
                  <a:gd name="connsiteY23" fmla="*/ 2891 h 428345"/>
                  <a:gd name="connsiteX24" fmla="*/ 169147 w 337634"/>
                  <a:gd name="connsiteY24" fmla="*/ 2019 h 4283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337634" h="428345">
                    <a:moveTo>
                      <a:pt x="169583" y="2455"/>
                    </a:moveTo>
                    <a:cubicBezTo>
                      <a:pt x="173942" y="5070"/>
                      <a:pt x="178737" y="10301"/>
                      <a:pt x="181352" y="16839"/>
                    </a:cubicBezTo>
                    <a:lnTo>
                      <a:pt x="226686" y="136275"/>
                    </a:lnTo>
                    <a:cubicBezTo>
                      <a:pt x="228429" y="141070"/>
                      <a:pt x="231916" y="145865"/>
                      <a:pt x="235839" y="148916"/>
                    </a:cubicBezTo>
                    <a:lnTo>
                      <a:pt x="326942" y="222583"/>
                    </a:lnTo>
                    <a:cubicBezTo>
                      <a:pt x="336968" y="230865"/>
                      <a:pt x="341327" y="247429"/>
                      <a:pt x="333916" y="252224"/>
                    </a:cubicBezTo>
                    <a:lnTo>
                      <a:pt x="270711" y="294506"/>
                    </a:lnTo>
                    <a:cubicBezTo>
                      <a:pt x="268096" y="296249"/>
                      <a:pt x="266788" y="300172"/>
                      <a:pt x="267224" y="304531"/>
                    </a:cubicBezTo>
                    <a:lnTo>
                      <a:pt x="277686" y="416993"/>
                    </a:lnTo>
                    <a:cubicBezTo>
                      <a:pt x="278557" y="427018"/>
                      <a:pt x="272019" y="430941"/>
                      <a:pt x="264173" y="426582"/>
                    </a:cubicBezTo>
                    <a:cubicBezTo>
                      <a:pt x="262429" y="425711"/>
                      <a:pt x="260250" y="423967"/>
                      <a:pt x="258506" y="421788"/>
                    </a:cubicBezTo>
                    <a:lnTo>
                      <a:pt x="173942" y="328506"/>
                    </a:lnTo>
                    <a:cubicBezTo>
                      <a:pt x="173942" y="328506"/>
                      <a:pt x="170455" y="325018"/>
                      <a:pt x="168275" y="323711"/>
                    </a:cubicBezTo>
                    <a:cubicBezTo>
                      <a:pt x="166532" y="322403"/>
                      <a:pt x="164352" y="321967"/>
                      <a:pt x="162609" y="321967"/>
                    </a:cubicBezTo>
                    <a:lnTo>
                      <a:pt x="77609" y="317608"/>
                    </a:lnTo>
                    <a:cubicBezTo>
                      <a:pt x="77609" y="317608"/>
                      <a:pt x="73686" y="316736"/>
                      <a:pt x="71942" y="315865"/>
                    </a:cubicBezTo>
                    <a:cubicBezTo>
                      <a:pt x="64532" y="311506"/>
                      <a:pt x="57558" y="300172"/>
                      <a:pt x="58865" y="291019"/>
                    </a:cubicBezTo>
                    <a:lnTo>
                      <a:pt x="69763" y="190762"/>
                    </a:lnTo>
                    <a:cubicBezTo>
                      <a:pt x="70199" y="186403"/>
                      <a:pt x="68891" y="181608"/>
                      <a:pt x="66275" y="176813"/>
                    </a:cubicBezTo>
                    <a:lnTo>
                      <a:pt x="3506" y="61737"/>
                    </a:lnTo>
                    <a:cubicBezTo>
                      <a:pt x="-3468" y="48660"/>
                      <a:pt x="455" y="36891"/>
                      <a:pt x="10917" y="40378"/>
                    </a:cubicBezTo>
                    <a:lnTo>
                      <a:pt x="102455" y="71762"/>
                    </a:lnTo>
                    <a:cubicBezTo>
                      <a:pt x="106378" y="73070"/>
                      <a:pt x="109429" y="72198"/>
                      <a:pt x="111609" y="69583"/>
                    </a:cubicBezTo>
                    <a:lnTo>
                      <a:pt x="157378" y="2891"/>
                    </a:lnTo>
                    <a:cubicBezTo>
                      <a:pt x="159993" y="-1032"/>
                      <a:pt x="164352" y="-597"/>
                      <a:pt x="169147" y="2019"/>
                    </a:cubicBezTo>
                    <a:close/>
                  </a:path>
                </a:pathLst>
              </a:custGeom>
              <a:solidFill>
                <a:srgbClr val="FFD43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grpSp>
            <p:nvGrpSpPr>
              <p:cNvPr id="1328" name="图形 37"/>
              <p:cNvGrpSpPr/>
              <p:nvPr/>
            </p:nvGrpSpPr>
            <p:grpSpPr>
              <a:xfrm>
                <a:off x="7461751" y="2383465"/>
                <a:ext cx="66486" cy="61897"/>
                <a:chOff x="7461751" y="2383465"/>
                <a:chExt cx="66486" cy="61897"/>
              </a:xfrm>
              <a:solidFill>
                <a:srgbClr val="FFB700"/>
              </a:solidFill>
            </p:grpSpPr>
            <p:sp>
              <p:nvSpPr>
                <p:cNvPr id="1329" name="任意多边形: 形状 1328"/>
                <p:cNvSpPr/>
                <p:nvPr>
                  <p:custDataLst>
                    <p:tags r:id="rId310"/>
                  </p:custDataLst>
                </p:nvPr>
              </p:nvSpPr>
              <p:spPr>
                <a:xfrm>
                  <a:off x="7461751" y="2383465"/>
                  <a:ext cx="66486" cy="61897"/>
                </a:xfrm>
                <a:custGeom>
                  <a:avLst/>
                  <a:gdLst>
                    <a:gd name="connsiteX0" fmla="*/ 0 w 66486"/>
                    <a:gd name="connsiteY0" fmla="*/ 32256 h 61897"/>
                    <a:gd name="connsiteX1" fmla="*/ 55795 w 66486"/>
                    <a:gd name="connsiteY1" fmla="*/ 0 h 61897"/>
                    <a:gd name="connsiteX2" fmla="*/ 62769 w 66486"/>
                    <a:gd name="connsiteY2" fmla="*/ 29641 h 61897"/>
                    <a:gd name="connsiteX3" fmla="*/ 6974 w 66486"/>
                    <a:gd name="connsiteY3" fmla="*/ 61897 h 61897"/>
                    <a:gd name="connsiteX4" fmla="*/ 0 w 66486"/>
                    <a:gd name="connsiteY4" fmla="*/ 32256 h 618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6486" h="61897">
                      <a:moveTo>
                        <a:pt x="0" y="32256"/>
                      </a:moveTo>
                      <a:lnTo>
                        <a:pt x="55795" y="0"/>
                      </a:lnTo>
                      <a:cubicBezTo>
                        <a:pt x="65820" y="8282"/>
                        <a:pt x="70179" y="24846"/>
                        <a:pt x="62769" y="29641"/>
                      </a:cubicBezTo>
                      <a:lnTo>
                        <a:pt x="6974" y="61897"/>
                      </a:lnTo>
                      <a:cubicBezTo>
                        <a:pt x="13949" y="57102"/>
                        <a:pt x="10026" y="40538"/>
                        <a:pt x="0" y="32256"/>
                      </a:cubicBezTo>
                      <a:close/>
                    </a:path>
                  </a:pathLst>
                </a:custGeom>
                <a:solidFill>
                  <a:srgbClr val="FFB700"/>
                </a:solidFill>
                <a:ln w="4348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  <p:sp>
              <p:nvSpPr>
                <p:cNvPr id="1330" name="任意多边形: 形状 1329"/>
                <p:cNvSpPr/>
                <p:nvPr>
                  <p:custDataLst>
                    <p:tags r:id="rId311"/>
                  </p:custDataLst>
                </p:nvPr>
              </p:nvSpPr>
              <p:spPr>
                <a:xfrm>
                  <a:off x="7461751" y="2383465"/>
                  <a:ext cx="66486" cy="61897"/>
                </a:xfrm>
                <a:custGeom>
                  <a:avLst/>
                  <a:gdLst>
                    <a:gd name="connsiteX0" fmla="*/ 0 w 66486"/>
                    <a:gd name="connsiteY0" fmla="*/ 32256 h 61897"/>
                    <a:gd name="connsiteX1" fmla="*/ 55795 w 66486"/>
                    <a:gd name="connsiteY1" fmla="*/ 0 h 61897"/>
                    <a:gd name="connsiteX2" fmla="*/ 62769 w 66486"/>
                    <a:gd name="connsiteY2" fmla="*/ 29641 h 61897"/>
                    <a:gd name="connsiteX3" fmla="*/ 6974 w 66486"/>
                    <a:gd name="connsiteY3" fmla="*/ 61897 h 61897"/>
                    <a:gd name="connsiteX4" fmla="*/ 0 w 66486"/>
                    <a:gd name="connsiteY4" fmla="*/ 32256 h 61897"/>
                    <a:gd name="connsiteX5" fmla="*/ 0 w 66486"/>
                    <a:gd name="connsiteY5" fmla="*/ 32256 h 618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66486" h="61897">
                      <a:moveTo>
                        <a:pt x="0" y="32256"/>
                      </a:moveTo>
                      <a:lnTo>
                        <a:pt x="55795" y="0"/>
                      </a:lnTo>
                      <a:cubicBezTo>
                        <a:pt x="65820" y="8282"/>
                        <a:pt x="70179" y="24846"/>
                        <a:pt x="62769" y="29641"/>
                      </a:cubicBezTo>
                      <a:lnTo>
                        <a:pt x="6974" y="61897"/>
                      </a:lnTo>
                      <a:cubicBezTo>
                        <a:pt x="13949" y="57102"/>
                        <a:pt x="10026" y="40538"/>
                        <a:pt x="0" y="32256"/>
                      </a:cubicBezTo>
                      <a:lnTo>
                        <a:pt x="0" y="32256"/>
                      </a:lnTo>
                      <a:close/>
                    </a:path>
                  </a:pathLst>
                </a:custGeom>
                <a:solidFill>
                  <a:srgbClr val="FFB700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</p:grpSp>
        </p:grpSp>
        <p:grpSp>
          <p:nvGrpSpPr>
            <p:cNvPr id="1331" name="图形 37"/>
            <p:cNvGrpSpPr/>
            <p:nvPr/>
          </p:nvGrpSpPr>
          <p:grpSpPr>
            <a:xfrm>
              <a:off x="7111287" y="1663581"/>
              <a:ext cx="281400" cy="330134"/>
              <a:chOff x="7111287" y="1663581"/>
              <a:chExt cx="281400" cy="330134"/>
            </a:xfrm>
          </p:grpSpPr>
          <p:grpSp>
            <p:nvGrpSpPr>
              <p:cNvPr id="1332" name="图形 37"/>
              <p:cNvGrpSpPr/>
              <p:nvPr/>
            </p:nvGrpSpPr>
            <p:grpSpPr>
              <a:xfrm>
                <a:off x="7113905" y="1691745"/>
                <a:ext cx="44897" cy="23490"/>
                <a:chOff x="7113905" y="1691745"/>
                <a:chExt cx="44897" cy="23490"/>
              </a:xfrm>
              <a:solidFill>
                <a:srgbClr val="FFB700"/>
              </a:solidFill>
            </p:grpSpPr>
            <p:sp>
              <p:nvSpPr>
                <p:cNvPr id="1333" name="任意多边形: 形状 1332"/>
                <p:cNvSpPr/>
                <p:nvPr>
                  <p:custDataLst>
                    <p:tags r:id="rId312"/>
                  </p:custDataLst>
                </p:nvPr>
              </p:nvSpPr>
              <p:spPr>
                <a:xfrm>
                  <a:off x="7113905" y="1691745"/>
                  <a:ext cx="44897" cy="23490"/>
                </a:xfrm>
                <a:custGeom>
                  <a:avLst/>
                  <a:gdLst>
                    <a:gd name="connsiteX0" fmla="*/ 0 w 44897"/>
                    <a:gd name="connsiteY0" fmla="*/ 23490 h 23490"/>
                    <a:gd name="connsiteX1" fmla="*/ 40103 w 44897"/>
                    <a:gd name="connsiteY1" fmla="*/ 387 h 23490"/>
                    <a:gd name="connsiteX2" fmla="*/ 44897 w 44897"/>
                    <a:gd name="connsiteY2" fmla="*/ 387 h 23490"/>
                    <a:gd name="connsiteX3" fmla="*/ 4795 w 44897"/>
                    <a:gd name="connsiteY3" fmla="*/ 23490 h 23490"/>
                    <a:gd name="connsiteX4" fmla="*/ 0 w 44897"/>
                    <a:gd name="connsiteY4" fmla="*/ 23490 h 234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4897" h="23490">
                      <a:moveTo>
                        <a:pt x="0" y="23490"/>
                      </a:moveTo>
                      <a:lnTo>
                        <a:pt x="40103" y="387"/>
                      </a:lnTo>
                      <a:cubicBezTo>
                        <a:pt x="40103" y="387"/>
                        <a:pt x="43154" y="-484"/>
                        <a:pt x="44897" y="387"/>
                      </a:cubicBezTo>
                      <a:lnTo>
                        <a:pt x="4795" y="23490"/>
                      </a:lnTo>
                      <a:cubicBezTo>
                        <a:pt x="4795" y="23490"/>
                        <a:pt x="1308" y="23054"/>
                        <a:pt x="0" y="23490"/>
                      </a:cubicBezTo>
                      <a:close/>
                    </a:path>
                  </a:pathLst>
                </a:custGeom>
                <a:solidFill>
                  <a:srgbClr val="FFB700"/>
                </a:solidFill>
                <a:ln w="4348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  <p:sp>
              <p:nvSpPr>
                <p:cNvPr id="1334" name="任意多边形: 形状 1333"/>
                <p:cNvSpPr/>
                <p:nvPr>
                  <p:custDataLst>
                    <p:tags r:id="rId313"/>
                  </p:custDataLst>
                </p:nvPr>
              </p:nvSpPr>
              <p:spPr>
                <a:xfrm>
                  <a:off x="7113905" y="1691745"/>
                  <a:ext cx="44897" cy="23490"/>
                </a:xfrm>
                <a:custGeom>
                  <a:avLst/>
                  <a:gdLst>
                    <a:gd name="connsiteX0" fmla="*/ 0 w 44897"/>
                    <a:gd name="connsiteY0" fmla="*/ 23490 h 23490"/>
                    <a:gd name="connsiteX1" fmla="*/ 40103 w 44897"/>
                    <a:gd name="connsiteY1" fmla="*/ 387 h 23490"/>
                    <a:gd name="connsiteX2" fmla="*/ 44897 w 44897"/>
                    <a:gd name="connsiteY2" fmla="*/ 387 h 23490"/>
                    <a:gd name="connsiteX3" fmla="*/ 4795 w 44897"/>
                    <a:gd name="connsiteY3" fmla="*/ 23490 h 23490"/>
                    <a:gd name="connsiteX4" fmla="*/ 0 w 44897"/>
                    <a:gd name="connsiteY4" fmla="*/ 23490 h 23490"/>
                    <a:gd name="connsiteX5" fmla="*/ 0 w 44897"/>
                    <a:gd name="connsiteY5" fmla="*/ 23490 h 234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4897" h="23490">
                      <a:moveTo>
                        <a:pt x="0" y="23490"/>
                      </a:moveTo>
                      <a:lnTo>
                        <a:pt x="40103" y="387"/>
                      </a:lnTo>
                      <a:cubicBezTo>
                        <a:pt x="40103" y="387"/>
                        <a:pt x="43154" y="-484"/>
                        <a:pt x="44897" y="387"/>
                      </a:cubicBezTo>
                      <a:lnTo>
                        <a:pt x="4795" y="23490"/>
                      </a:lnTo>
                      <a:cubicBezTo>
                        <a:pt x="4795" y="23490"/>
                        <a:pt x="1308" y="23054"/>
                        <a:pt x="0" y="23490"/>
                      </a:cubicBezTo>
                      <a:lnTo>
                        <a:pt x="0" y="23490"/>
                      </a:lnTo>
                      <a:close/>
                    </a:path>
                  </a:pathLst>
                </a:custGeom>
                <a:solidFill>
                  <a:srgbClr val="FFB700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</p:grpSp>
          <p:grpSp>
            <p:nvGrpSpPr>
              <p:cNvPr id="1335" name="图形 37"/>
              <p:cNvGrpSpPr/>
              <p:nvPr/>
            </p:nvGrpSpPr>
            <p:grpSpPr>
              <a:xfrm>
                <a:off x="7306572" y="1961953"/>
                <a:ext cx="43153" cy="30512"/>
                <a:chOff x="7306572" y="1961953"/>
                <a:chExt cx="43153" cy="30512"/>
              </a:xfrm>
              <a:solidFill>
                <a:srgbClr val="FFB700"/>
              </a:solidFill>
            </p:grpSpPr>
            <p:sp>
              <p:nvSpPr>
                <p:cNvPr id="1336" name="任意多边形: 形状 1335"/>
                <p:cNvSpPr/>
                <p:nvPr>
                  <p:custDataLst>
                    <p:tags r:id="rId314"/>
                  </p:custDataLst>
                </p:nvPr>
              </p:nvSpPr>
              <p:spPr>
                <a:xfrm>
                  <a:off x="7306572" y="1961953"/>
                  <a:ext cx="42717" cy="30512"/>
                </a:xfrm>
                <a:custGeom>
                  <a:avLst/>
                  <a:gdLst>
                    <a:gd name="connsiteX0" fmla="*/ 40103 w 42717"/>
                    <a:gd name="connsiteY0" fmla="*/ 7410 h 30512"/>
                    <a:gd name="connsiteX1" fmla="*/ 0 w 42717"/>
                    <a:gd name="connsiteY1" fmla="*/ 30513 h 30512"/>
                    <a:gd name="connsiteX2" fmla="*/ 2615 w 42717"/>
                    <a:gd name="connsiteY2" fmla="*/ 23102 h 30512"/>
                    <a:gd name="connsiteX3" fmla="*/ 42718 w 42717"/>
                    <a:gd name="connsiteY3" fmla="*/ 0 h 30512"/>
                    <a:gd name="connsiteX4" fmla="*/ 40103 w 42717"/>
                    <a:gd name="connsiteY4" fmla="*/ 7410 h 305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2717" h="30512">
                      <a:moveTo>
                        <a:pt x="40103" y="7410"/>
                      </a:moveTo>
                      <a:lnTo>
                        <a:pt x="0" y="30513"/>
                      </a:lnTo>
                      <a:cubicBezTo>
                        <a:pt x="0" y="30513"/>
                        <a:pt x="3051" y="27026"/>
                        <a:pt x="2615" y="23102"/>
                      </a:cubicBezTo>
                      <a:lnTo>
                        <a:pt x="42718" y="0"/>
                      </a:lnTo>
                      <a:cubicBezTo>
                        <a:pt x="42718" y="3923"/>
                        <a:pt x="41846" y="6103"/>
                        <a:pt x="40103" y="7410"/>
                      </a:cubicBezTo>
                      <a:close/>
                    </a:path>
                  </a:pathLst>
                </a:custGeom>
                <a:solidFill>
                  <a:srgbClr val="FFB700"/>
                </a:solidFill>
                <a:ln w="4348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  <p:sp>
              <p:nvSpPr>
                <p:cNvPr id="1337" name="任意多边形: 形状 1336"/>
                <p:cNvSpPr/>
                <p:nvPr>
                  <p:custDataLst>
                    <p:tags r:id="rId315"/>
                  </p:custDataLst>
                </p:nvPr>
              </p:nvSpPr>
              <p:spPr>
                <a:xfrm>
                  <a:off x="7307008" y="1961953"/>
                  <a:ext cx="42717" cy="30512"/>
                </a:xfrm>
                <a:custGeom>
                  <a:avLst/>
                  <a:gdLst>
                    <a:gd name="connsiteX0" fmla="*/ 2615 w 42717"/>
                    <a:gd name="connsiteY0" fmla="*/ 23102 h 30512"/>
                    <a:gd name="connsiteX1" fmla="*/ 42718 w 42717"/>
                    <a:gd name="connsiteY1" fmla="*/ 0 h 30512"/>
                    <a:gd name="connsiteX2" fmla="*/ 40103 w 42717"/>
                    <a:gd name="connsiteY2" fmla="*/ 7410 h 30512"/>
                    <a:gd name="connsiteX3" fmla="*/ 0 w 42717"/>
                    <a:gd name="connsiteY3" fmla="*/ 30513 h 30512"/>
                    <a:gd name="connsiteX4" fmla="*/ 2615 w 42717"/>
                    <a:gd name="connsiteY4" fmla="*/ 23102 h 30512"/>
                    <a:gd name="connsiteX5" fmla="*/ 2615 w 42717"/>
                    <a:gd name="connsiteY5" fmla="*/ 23102 h 305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2717" h="30512">
                      <a:moveTo>
                        <a:pt x="2615" y="23102"/>
                      </a:moveTo>
                      <a:lnTo>
                        <a:pt x="42718" y="0"/>
                      </a:lnTo>
                      <a:cubicBezTo>
                        <a:pt x="42718" y="3923"/>
                        <a:pt x="41846" y="6103"/>
                        <a:pt x="40103" y="7410"/>
                      </a:cubicBezTo>
                      <a:lnTo>
                        <a:pt x="0" y="30513"/>
                      </a:lnTo>
                      <a:cubicBezTo>
                        <a:pt x="0" y="30513"/>
                        <a:pt x="3051" y="27026"/>
                        <a:pt x="2615" y="23102"/>
                      </a:cubicBezTo>
                      <a:lnTo>
                        <a:pt x="2615" y="23102"/>
                      </a:lnTo>
                      <a:close/>
                    </a:path>
                  </a:pathLst>
                </a:custGeom>
                <a:solidFill>
                  <a:srgbClr val="FFB700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</p:grpSp>
          <p:sp>
            <p:nvSpPr>
              <p:cNvPr id="1338" name="任意多边形: 形状 1337"/>
              <p:cNvSpPr/>
              <p:nvPr>
                <p:custDataLst>
                  <p:tags r:id="rId316"/>
                </p:custDataLst>
              </p:nvPr>
            </p:nvSpPr>
            <p:spPr>
              <a:xfrm>
                <a:off x="7119136" y="1692133"/>
                <a:ext cx="105051" cy="45769"/>
              </a:xfrm>
              <a:custGeom>
                <a:avLst/>
                <a:gdLst>
                  <a:gd name="connsiteX0" fmla="*/ 0 w 105051"/>
                  <a:gd name="connsiteY0" fmla="*/ 23103 h 45769"/>
                  <a:gd name="connsiteX1" fmla="*/ 39667 w 105051"/>
                  <a:gd name="connsiteY1" fmla="*/ 0 h 45769"/>
                  <a:gd name="connsiteX2" fmla="*/ 105051 w 105051"/>
                  <a:gd name="connsiteY2" fmla="*/ 22667 h 45769"/>
                  <a:gd name="connsiteX3" fmla="*/ 65385 w 105051"/>
                  <a:gd name="connsiteY3" fmla="*/ 45769 h 45769"/>
                  <a:gd name="connsiteX4" fmla="*/ 0 w 105051"/>
                  <a:gd name="connsiteY4" fmla="*/ 23103 h 457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5051" h="45769">
                    <a:moveTo>
                      <a:pt x="0" y="23103"/>
                    </a:moveTo>
                    <a:lnTo>
                      <a:pt x="39667" y="0"/>
                    </a:lnTo>
                    <a:lnTo>
                      <a:pt x="105051" y="22667"/>
                    </a:lnTo>
                    <a:lnTo>
                      <a:pt x="65385" y="45769"/>
                    </a:lnTo>
                    <a:lnTo>
                      <a:pt x="0" y="23103"/>
                    </a:lnTo>
                    <a:close/>
                  </a:path>
                </a:pathLst>
              </a:custGeom>
              <a:solidFill>
                <a:srgbClr val="FFB700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grpSp>
            <p:nvGrpSpPr>
              <p:cNvPr id="1339" name="图形 37"/>
              <p:cNvGrpSpPr/>
              <p:nvPr/>
            </p:nvGrpSpPr>
            <p:grpSpPr>
              <a:xfrm>
                <a:off x="7184520" y="1714363"/>
                <a:ext cx="44897" cy="23925"/>
                <a:chOff x="7184520" y="1714363"/>
                <a:chExt cx="44897" cy="23925"/>
              </a:xfrm>
              <a:solidFill>
                <a:srgbClr val="FFB700"/>
              </a:solidFill>
            </p:grpSpPr>
            <p:sp>
              <p:nvSpPr>
                <p:cNvPr id="1340" name="任意多边形: 形状 1339"/>
                <p:cNvSpPr/>
                <p:nvPr>
                  <p:custDataLst>
                    <p:tags r:id="rId317"/>
                  </p:custDataLst>
                </p:nvPr>
              </p:nvSpPr>
              <p:spPr>
                <a:xfrm>
                  <a:off x="7184520" y="1714363"/>
                  <a:ext cx="44897" cy="23490"/>
                </a:xfrm>
                <a:custGeom>
                  <a:avLst/>
                  <a:gdLst>
                    <a:gd name="connsiteX0" fmla="*/ 44897 w 44897"/>
                    <a:gd name="connsiteY0" fmla="*/ 0 h 23490"/>
                    <a:gd name="connsiteX1" fmla="*/ 4795 w 44897"/>
                    <a:gd name="connsiteY1" fmla="*/ 23103 h 23490"/>
                    <a:gd name="connsiteX2" fmla="*/ 0 w 44897"/>
                    <a:gd name="connsiteY2" fmla="*/ 23103 h 23490"/>
                    <a:gd name="connsiteX3" fmla="*/ 40103 w 44897"/>
                    <a:gd name="connsiteY3" fmla="*/ 0 h 23490"/>
                    <a:gd name="connsiteX4" fmla="*/ 44897 w 44897"/>
                    <a:gd name="connsiteY4" fmla="*/ 0 h 234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4897" h="23490">
                      <a:moveTo>
                        <a:pt x="44897" y="0"/>
                      </a:moveTo>
                      <a:lnTo>
                        <a:pt x="4795" y="23103"/>
                      </a:lnTo>
                      <a:cubicBezTo>
                        <a:pt x="4795" y="23103"/>
                        <a:pt x="1744" y="23974"/>
                        <a:pt x="0" y="23103"/>
                      </a:cubicBezTo>
                      <a:lnTo>
                        <a:pt x="40103" y="0"/>
                      </a:lnTo>
                      <a:cubicBezTo>
                        <a:pt x="40103" y="0"/>
                        <a:pt x="43590" y="436"/>
                        <a:pt x="44897" y="0"/>
                      </a:cubicBezTo>
                      <a:close/>
                    </a:path>
                  </a:pathLst>
                </a:custGeom>
                <a:solidFill>
                  <a:srgbClr val="FFB700"/>
                </a:solidFill>
                <a:ln w="4348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  <p:sp>
              <p:nvSpPr>
                <p:cNvPr id="1341" name="任意多边形: 形状 1340"/>
                <p:cNvSpPr/>
                <p:nvPr>
                  <p:custDataLst>
                    <p:tags r:id="rId318"/>
                  </p:custDataLst>
                </p:nvPr>
              </p:nvSpPr>
              <p:spPr>
                <a:xfrm>
                  <a:off x="7184520" y="1714799"/>
                  <a:ext cx="44897" cy="23490"/>
                </a:xfrm>
                <a:custGeom>
                  <a:avLst/>
                  <a:gdLst>
                    <a:gd name="connsiteX0" fmla="*/ 0 w 44897"/>
                    <a:gd name="connsiteY0" fmla="*/ 23103 h 23490"/>
                    <a:gd name="connsiteX1" fmla="*/ 40103 w 44897"/>
                    <a:gd name="connsiteY1" fmla="*/ 0 h 23490"/>
                    <a:gd name="connsiteX2" fmla="*/ 44897 w 44897"/>
                    <a:gd name="connsiteY2" fmla="*/ 0 h 23490"/>
                    <a:gd name="connsiteX3" fmla="*/ 4795 w 44897"/>
                    <a:gd name="connsiteY3" fmla="*/ 23103 h 23490"/>
                    <a:gd name="connsiteX4" fmla="*/ 0 w 44897"/>
                    <a:gd name="connsiteY4" fmla="*/ 23103 h 23490"/>
                    <a:gd name="connsiteX5" fmla="*/ 0 w 44897"/>
                    <a:gd name="connsiteY5" fmla="*/ 23103 h 234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4897" h="23490">
                      <a:moveTo>
                        <a:pt x="0" y="23103"/>
                      </a:moveTo>
                      <a:lnTo>
                        <a:pt x="40103" y="0"/>
                      </a:lnTo>
                      <a:cubicBezTo>
                        <a:pt x="40103" y="0"/>
                        <a:pt x="43590" y="436"/>
                        <a:pt x="44897" y="0"/>
                      </a:cubicBezTo>
                      <a:lnTo>
                        <a:pt x="4795" y="23103"/>
                      </a:lnTo>
                      <a:cubicBezTo>
                        <a:pt x="4795" y="23103"/>
                        <a:pt x="1744" y="23974"/>
                        <a:pt x="0" y="23103"/>
                      </a:cubicBezTo>
                      <a:lnTo>
                        <a:pt x="0" y="23103"/>
                      </a:lnTo>
                      <a:close/>
                    </a:path>
                  </a:pathLst>
                </a:custGeom>
                <a:solidFill>
                  <a:srgbClr val="FFB700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</p:grpSp>
          <p:sp>
            <p:nvSpPr>
              <p:cNvPr id="1342" name="任意多边形: 形状 1341"/>
              <p:cNvSpPr/>
              <p:nvPr>
                <p:custDataLst>
                  <p:tags r:id="rId319"/>
                </p:custDataLst>
              </p:nvPr>
            </p:nvSpPr>
            <p:spPr>
              <a:xfrm>
                <a:off x="7302213" y="1881312"/>
                <a:ext cx="47076" cy="103743"/>
              </a:xfrm>
              <a:custGeom>
                <a:avLst/>
                <a:gdLst>
                  <a:gd name="connsiteX0" fmla="*/ 0 w 47076"/>
                  <a:gd name="connsiteY0" fmla="*/ 23103 h 103743"/>
                  <a:gd name="connsiteX1" fmla="*/ 39667 w 47076"/>
                  <a:gd name="connsiteY1" fmla="*/ 0 h 103743"/>
                  <a:gd name="connsiteX2" fmla="*/ 47077 w 47076"/>
                  <a:gd name="connsiteY2" fmla="*/ 80205 h 103743"/>
                  <a:gd name="connsiteX3" fmla="*/ 7410 w 47076"/>
                  <a:gd name="connsiteY3" fmla="*/ 103743 h 103743"/>
                  <a:gd name="connsiteX4" fmla="*/ 0 w 47076"/>
                  <a:gd name="connsiteY4" fmla="*/ 23103 h 1037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076" h="103743">
                    <a:moveTo>
                      <a:pt x="0" y="23103"/>
                    </a:moveTo>
                    <a:lnTo>
                      <a:pt x="39667" y="0"/>
                    </a:lnTo>
                    <a:lnTo>
                      <a:pt x="47077" y="80205"/>
                    </a:lnTo>
                    <a:lnTo>
                      <a:pt x="7410" y="103743"/>
                    </a:lnTo>
                    <a:lnTo>
                      <a:pt x="0" y="23103"/>
                    </a:lnTo>
                    <a:close/>
                  </a:path>
                </a:pathLst>
              </a:custGeom>
              <a:solidFill>
                <a:srgbClr val="FFB700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grpSp>
            <p:nvGrpSpPr>
              <p:cNvPr id="1343" name="图形 37"/>
              <p:cNvGrpSpPr/>
              <p:nvPr/>
            </p:nvGrpSpPr>
            <p:grpSpPr>
              <a:xfrm>
                <a:off x="7301777" y="1873902"/>
                <a:ext cx="42717" cy="30512"/>
                <a:chOff x="7301777" y="1873902"/>
                <a:chExt cx="42717" cy="30512"/>
              </a:xfrm>
              <a:solidFill>
                <a:srgbClr val="FFB700"/>
              </a:solidFill>
            </p:grpSpPr>
            <p:sp>
              <p:nvSpPr>
                <p:cNvPr id="1344" name="任意多边形: 形状 1343"/>
                <p:cNvSpPr/>
                <p:nvPr>
                  <p:custDataLst>
                    <p:tags r:id="rId320"/>
                  </p:custDataLst>
                </p:nvPr>
              </p:nvSpPr>
              <p:spPr>
                <a:xfrm>
                  <a:off x="7301777" y="1873902"/>
                  <a:ext cx="42717" cy="30512"/>
                </a:xfrm>
                <a:custGeom>
                  <a:avLst/>
                  <a:gdLst>
                    <a:gd name="connsiteX0" fmla="*/ 2615 w 42717"/>
                    <a:gd name="connsiteY0" fmla="*/ 23103 h 30512"/>
                    <a:gd name="connsiteX1" fmla="*/ 42718 w 42717"/>
                    <a:gd name="connsiteY1" fmla="*/ 0 h 30512"/>
                    <a:gd name="connsiteX2" fmla="*/ 40103 w 42717"/>
                    <a:gd name="connsiteY2" fmla="*/ 7410 h 30512"/>
                    <a:gd name="connsiteX3" fmla="*/ 0 w 42717"/>
                    <a:gd name="connsiteY3" fmla="*/ 30513 h 30512"/>
                    <a:gd name="connsiteX4" fmla="*/ 2615 w 42717"/>
                    <a:gd name="connsiteY4" fmla="*/ 23103 h 305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2717" h="30512">
                      <a:moveTo>
                        <a:pt x="2615" y="23103"/>
                      </a:moveTo>
                      <a:lnTo>
                        <a:pt x="42718" y="0"/>
                      </a:lnTo>
                      <a:cubicBezTo>
                        <a:pt x="42718" y="0"/>
                        <a:pt x="40103" y="3923"/>
                        <a:pt x="40103" y="7410"/>
                      </a:cubicBezTo>
                      <a:lnTo>
                        <a:pt x="0" y="30513"/>
                      </a:lnTo>
                      <a:cubicBezTo>
                        <a:pt x="0" y="27026"/>
                        <a:pt x="436" y="24410"/>
                        <a:pt x="2615" y="23103"/>
                      </a:cubicBezTo>
                      <a:close/>
                    </a:path>
                  </a:pathLst>
                </a:custGeom>
                <a:solidFill>
                  <a:srgbClr val="FFB700"/>
                </a:solidFill>
                <a:ln w="4348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  <p:sp>
              <p:nvSpPr>
                <p:cNvPr id="1345" name="任意多边形: 形状 1344"/>
                <p:cNvSpPr/>
                <p:nvPr>
                  <p:custDataLst>
                    <p:tags r:id="rId321"/>
                  </p:custDataLst>
                </p:nvPr>
              </p:nvSpPr>
              <p:spPr>
                <a:xfrm>
                  <a:off x="7301777" y="1873902"/>
                  <a:ext cx="42717" cy="30512"/>
                </a:xfrm>
                <a:custGeom>
                  <a:avLst/>
                  <a:gdLst>
                    <a:gd name="connsiteX0" fmla="*/ 2615 w 42717"/>
                    <a:gd name="connsiteY0" fmla="*/ 23103 h 30512"/>
                    <a:gd name="connsiteX1" fmla="*/ 42718 w 42717"/>
                    <a:gd name="connsiteY1" fmla="*/ 0 h 30512"/>
                    <a:gd name="connsiteX2" fmla="*/ 40103 w 42717"/>
                    <a:gd name="connsiteY2" fmla="*/ 7410 h 30512"/>
                    <a:gd name="connsiteX3" fmla="*/ 0 w 42717"/>
                    <a:gd name="connsiteY3" fmla="*/ 30513 h 30512"/>
                    <a:gd name="connsiteX4" fmla="*/ 2615 w 42717"/>
                    <a:gd name="connsiteY4" fmla="*/ 23103 h 30512"/>
                    <a:gd name="connsiteX5" fmla="*/ 2615 w 42717"/>
                    <a:gd name="connsiteY5" fmla="*/ 23103 h 305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2717" h="30512">
                      <a:moveTo>
                        <a:pt x="2615" y="23103"/>
                      </a:moveTo>
                      <a:lnTo>
                        <a:pt x="42718" y="0"/>
                      </a:lnTo>
                      <a:cubicBezTo>
                        <a:pt x="42718" y="0"/>
                        <a:pt x="40103" y="3923"/>
                        <a:pt x="40103" y="7410"/>
                      </a:cubicBezTo>
                      <a:lnTo>
                        <a:pt x="0" y="30513"/>
                      </a:lnTo>
                      <a:cubicBezTo>
                        <a:pt x="0" y="27026"/>
                        <a:pt x="436" y="24410"/>
                        <a:pt x="2615" y="23103"/>
                      </a:cubicBezTo>
                      <a:lnTo>
                        <a:pt x="2615" y="23103"/>
                      </a:lnTo>
                      <a:close/>
                    </a:path>
                  </a:pathLst>
                </a:custGeom>
                <a:solidFill>
                  <a:srgbClr val="FFB700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</p:grpSp>
          <p:grpSp>
            <p:nvGrpSpPr>
              <p:cNvPr id="1346" name="图形 37"/>
              <p:cNvGrpSpPr/>
              <p:nvPr/>
            </p:nvGrpSpPr>
            <p:grpSpPr>
              <a:xfrm>
                <a:off x="7273008" y="1760568"/>
                <a:ext cx="46640" cy="32256"/>
                <a:chOff x="7273008" y="1760568"/>
                <a:chExt cx="46640" cy="32256"/>
              </a:xfrm>
              <a:solidFill>
                <a:srgbClr val="FFB700"/>
              </a:solidFill>
            </p:grpSpPr>
            <p:sp>
              <p:nvSpPr>
                <p:cNvPr id="1347" name="任意多边形: 形状 1346"/>
                <p:cNvSpPr/>
                <p:nvPr>
                  <p:custDataLst>
                    <p:tags r:id="rId322"/>
                  </p:custDataLst>
                </p:nvPr>
              </p:nvSpPr>
              <p:spPr>
                <a:xfrm>
                  <a:off x="7273008" y="1760568"/>
                  <a:ext cx="46640" cy="32256"/>
                </a:xfrm>
                <a:custGeom>
                  <a:avLst/>
                  <a:gdLst>
                    <a:gd name="connsiteX0" fmla="*/ 0 w 46640"/>
                    <a:gd name="connsiteY0" fmla="*/ 23103 h 32256"/>
                    <a:gd name="connsiteX1" fmla="*/ 40103 w 46640"/>
                    <a:gd name="connsiteY1" fmla="*/ 0 h 32256"/>
                    <a:gd name="connsiteX2" fmla="*/ 46641 w 46640"/>
                    <a:gd name="connsiteY2" fmla="*/ 9154 h 32256"/>
                    <a:gd name="connsiteX3" fmla="*/ 6538 w 46640"/>
                    <a:gd name="connsiteY3" fmla="*/ 32256 h 32256"/>
                    <a:gd name="connsiteX4" fmla="*/ 0 w 46640"/>
                    <a:gd name="connsiteY4" fmla="*/ 23103 h 322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6640" h="32256">
                      <a:moveTo>
                        <a:pt x="0" y="23103"/>
                      </a:moveTo>
                      <a:lnTo>
                        <a:pt x="40103" y="0"/>
                      </a:lnTo>
                      <a:cubicBezTo>
                        <a:pt x="41410" y="3487"/>
                        <a:pt x="44026" y="6974"/>
                        <a:pt x="46641" y="9154"/>
                      </a:cubicBezTo>
                      <a:lnTo>
                        <a:pt x="6538" y="32256"/>
                      </a:lnTo>
                      <a:cubicBezTo>
                        <a:pt x="3923" y="30077"/>
                        <a:pt x="1308" y="26590"/>
                        <a:pt x="0" y="23103"/>
                      </a:cubicBezTo>
                      <a:close/>
                    </a:path>
                  </a:pathLst>
                </a:custGeom>
                <a:solidFill>
                  <a:srgbClr val="FFB700"/>
                </a:solidFill>
                <a:ln w="4348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  <p:sp>
              <p:nvSpPr>
                <p:cNvPr id="1348" name="任意多边形: 形状 1347"/>
                <p:cNvSpPr/>
                <p:nvPr>
                  <p:custDataLst>
                    <p:tags r:id="rId323"/>
                  </p:custDataLst>
                </p:nvPr>
              </p:nvSpPr>
              <p:spPr>
                <a:xfrm>
                  <a:off x="7273008" y="1760568"/>
                  <a:ext cx="46640" cy="32256"/>
                </a:xfrm>
                <a:custGeom>
                  <a:avLst/>
                  <a:gdLst>
                    <a:gd name="connsiteX0" fmla="*/ 0 w 46640"/>
                    <a:gd name="connsiteY0" fmla="*/ 23103 h 32256"/>
                    <a:gd name="connsiteX1" fmla="*/ 40103 w 46640"/>
                    <a:gd name="connsiteY1" fmla="*/ 0 h 32256"/>
                    <a:gd name="connsiteX2" fmla="*/ 46641 w 46640"/>
                    <a:gd name="connsiteY2" fmla="*/ 9154 h 32256"/>
                    <a:gd name="connsiteX3" fmla="*/ 6538 w 46640"/>
                    <a:gd name="connsiteY3" fmla="*/ 32256 h 32256"/>
                    <a:gd name="connsiteX4" fmla="*/ 0 w 46640"/>
                    <a:gd name="connsiteY4" fmla="*/ 23103 h 32256"/>
                    <a:gd name="connsiteX5" fmla="*/ 0 w 46640"/>
                    <a:gd name="connsiteY5" fmla="*/ 23103 h 322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6640" h="32256">
                      <a:moveTo>
                        <a:pt x="0" y="23103"/>
                      </a:moveTo>
                      <a:lnTo>
                        <a:pt x="40103" y="0"/>
                      </a:lnTo>
                      <a:cubicBezTo>
                        <a:pt x="41410" y="3487"/>
                        <a:pt x="44026" y="6974"/>
                        <a:pt x="46641" y="9154"/>
                      </a:cubicBezTo>
                      <a:lnTo>
                        <a:pt x="6538" y="32256"/>
                      </a:lnTo>
                      <a:cubicBezTo>
                        <a:pt x="3923" y="30077"/>
                        <a:pt x="1308" y="26590"/>
                        <a:pt x="0" y="23103"/>
                      </a:cubicBezTo>
                      <a:lnTo>
                        <a:pt x="0" y="23103"/>
                      </a:lnTo>
                      <a:close/>
                    </a:path>
                  </a:pathLst>
                </a:custGeom>
                <a:solidFill>
                  <a:srgbClr val="FFB700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</p:grpSp>
          <p:grpSp>
            <p:nvGrpSpPr>
              <p:cNvPr id="1349" name="图形 37"/>
              <p:cNvGrpSpPr/>
              <p:nvPr/>
            </p:nvGrpSpPr>
            <p:grpSpPr>
              <a:xfrm>
                <a:off x="7225495" y="1663581"/>
                <a:ext cx="47076" cy="24192"/>
                <a:chOff x="7225495" y="1663581"/>
                <a:chExt cx="47076" cy="24192"/>
              </a:xfrm>
              <a:solidFill>
                <a:srgbClr val="FFB700"/>
              </a:solidFill>
            </p:grpSpPr>
            <p:sp>
              <p:nvSpPr>
                <p:cNvPr id="1350" name="任意多边形: 形状 1349"/>
                <p:cNvSpPr/>
                <p:nvPr>
                  <p:custDataLst>
                    <p:tags r:id="rId324"/>
                  </p:custDataLst>
                </p:nvPr>
              </p:nvSpPr>
              <p:spPr>
                <a:xfrm>
                  <a:off x="7225495" y="1663581"/>
                  <a:ext cx="47076" cy="24192"/>
                </a:xfrm>
                <a:custGeom>
                  <a:avLst/>
                  <a:gdLst>
                    <a:gd name="connsiteX0" fmla="*/ 0 w 47076"/>
                    <a:gd name="connsiteY0" fmla="*/ 23320 h 24192"/>
                    <a:gd name="connsiteX1" fmla="*/ 40103 w 47076"/>
                    <a:gd name="connsiteY1" fmla="*/ 218 h 24192"/>
                    <a:gd name="connsiteX2" fmla="*/ 47077 w 47076"/>
                    <a:gd name="connsiteY2" fmla="*/ 1090 h 24192"/>
                    <a:gd name="connsiteX3" fmla="*/ 6974 w 47076"/>
                    <a:gd name="connsiteY3" fmla="*/ 24192 h 24192"/>
                    <a:gd name="connsiteX4" fmla="*/ 0 w 47076"/>
                    <a:gd name="connsiteY4" fmla="*/ 23320 h 241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076" h="24192">
                      <a:moveTo>
                        <a:pt x="0" y="23320"/>
                      </a:moveTo>
                      <a:lnTo>
                        <a:pt x="40103" y="218"/>
                      </a:lnTo>
                      <a:cubicBezTo>
                        <a:pt x="40103" y="218"/>
                        <a:pt x="44462" y="-654"/>
                        <a:pt x="47077" y="1090"/>
                      </a:cubicBezTo>
                      <a:lnTo>
                        <a:pt x="6974" y="24192"/>
                      </a:lnTo>
                      <a:cubicBezTo>
                        <a:pt x="4359" y="22885"/>
                        <a:pt x="2179" y="22449"/>
                        <a:pt x="0" y="23320"/>
                      </a:cubicBezTo>
                      <a:close/>
                    </a:path>
                  </a:pathLst>
                </a:custGeom>
                <a:solidFill>
                  <a:srgbClr val="FFB700"/>
                </a:solidFill>
                <a:ln w="4348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  <p:sp>
              <p:nvSpPr>
                <p:cNvPr id="1351" name="任意多边形: 形状 1350"/>
                <p:cNvSpPr/>
                <p:nvPr>
                  <p:custDataLst>
                    <p:tags r:id="rId325"/>
                  </p:custDataLst>
                </p:nvPr>
              </p:nvSpPr>
              <p:spPr>
                <a:xfrm>
                  <a:off x="7225495" y="1663581"/>
                  <a:ext cx="47076" cy="24192"/>
                </a:xfrm>
                <a:custGeom>
                  <a:avLst/>
                  <a:gdLst>
                    <a:gd name="connsiteX0" fmla="*/ 0 w 47076"/>
                    <a:gd name="connsiteY0" fmla="*/ 23320 h 24192"/>
                    <a:gd name="connsiteX1" fmla="*/ 40103 w 47076"/>
                    <a:gd name="connsiteY1" fmla="*/ 218 h 24192"/>
                    <a:gd name="connsiteX2" fmla="*/ 47077 w 47076"/>
                    <a:gd name="connsiteY2" fmla="*/ 1090 h 24192"/>
                    <a:gd name="connsiteX3" fmla="*/ 6974 w 47076"/>
                    <a:gd name="connsiteY3" fmla="*/ 24192 h 24192"/>
                    <a:gd name="connsiteX4" fmla="*/ 0 w 47076"/>
                    <a:gd name="connsiteY4" fmla="*/ 23320 h 24192"/>
                    <a:gd name="connsiteX5" fmla="*/ 0 w 47076"/>
                    <a:gd name="connsiteY5" fmla="*/ 23320 h 241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7076" h="24192">
                      <a:moveTo>
                        <a:pt x="0" y="23320"/>
                      </a:moveTo>
                      <a:lnTo>
                        <a:pt x="40103" y="218"/>
                      </a:lnTo>
                      <a:cubicBezTo>
                        <a:pt x="40103" y="218"/>
                        <a:pt x="44462" y="-654"/>
                        <a:pt x="47077" y="1090"/>
                      </a:cubicBezTo>
                      <a:lnTo>
                        <a:pt x="6974" y="24192"/>
                      </a:lnTo>
                      <a:cubicBezTo>
                        <a:pt x="4359" y="22885"/>
                        <a:pt x="2179" y="22449"/>
                        <a:pt x="0" y="23320"/>
                      </a:cubicBezTo>
                      <a:lnTo>
                        <a:pt x="0" y="23320"/>
                      </a:lnTo>
                      <a:close/>
                    </a:path>
                  </a:pathLst>
                </a:custGeom>
                <a:solidFill>
                  <a:srgbClr val="FFB700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</p:grpSp>
          <p:sp>
            <p:nvSpPr>
              <p:cNvPr id="1352" name="任意多边形: 形状 1351"/>
              <p:cNvSpPr/>
              <p:nvPr>
                <p:custDataLst>
                  <p:tags r:id="rId326"/>
                </p:custDataLst>
              </p:nvPr>
            </p:nvSpPr>
            <p:spPr>
              <a:xfrm>
                <a:off x="7240315" y="1674697"/>
                <a:ext cx="72794" cy="108974"/>
              </a:xfrm>
              <a:custGeom>
                <a:avLst/>
                <a:gdLst>
                  <a:gd name="connsiteX0" fmla="*/ 0 w 72794"/>
                  <a:gd name="connsiteY0" fmla="*/ 23103 h 108974"/>
                  <a:gd name="connsiteX1" fmla="*/ 40103 w 72794"/>
                  <a:gd name="connsiteY1" fmla="*/ 0 h 108974"/>
                  <a:gd name="connsiteX2" fmla="*/ 72795 w 72794"/>
                  <a:gd name="connsiteY2" fmla="*/ 85872 h 108974"/>
                  <a:gd name="connsiteX3" fmla="*/ 32692 w 72794"/>
                  <a:gd name="connsiteY3" fmla="*/ 108974 h 108974"/>
                  <a:gd name="connsiteX4" fmla="*/ 0 w 72794"/>
                  <a:gd name="connsiteY4" fmla="*/ 23103 h 1089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2794" h="108974">
                    <a:moveTo>
                      <a:pt x="0" y="23103"/>
                    </a:moveTo>
                    <a:lnTo>
                      <a:pt x="40103" y="0"/>
                    </a:lnTo>
                    <a:lnTo>
                      <a:pt x="72795" y="85872"/>
                    </a:lnTo>
                    <a:lnTo>
                      <a:pt x="32692" y="108974"/>
                    </a:lnTo>
                    <a:lnTo>
                      <a:pt x="0" y="23103"/>
                    </a:lnTo>
                    <a:close/>
                  </a:path>
                </a:pathLst>
              </a:custGeom>
              <a:solidFill>
                <a:srgbClr val="FFB700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grpSp>
            <p:nvGrpSpPr>
              <p:cNvPr id="1353" name="图形 37"/>
              <p:cNvGrpSpPr/>
              <p:nvPr/>
            </p:nvGrpSpPr>
            <p:grpSpPr>
              <a:xfrm>
                <a:off x="7232033" y="1664235"/>
                <a:ext cx="48384" cy="33564"/>
                <a:chOff x="7232033" y="1664235"/>
                <a:chExt cx="48384" cy="33564"/>
              </a:xfrm>
              <a:solidFill>
                <a:srgbClr val="FFB700"/>
              </a:solidFill>
            </p:grpSpPr>
            <p:sp>
              <p:nvSpPr>
                <p:cNvPr id="1354" name="任意多边形: 形状 1353"/>
                <p:cNvSpPr/>
                <p:nvPr>
                  <p:custDataLst>
                    <p:tags r:id="rId327"/>
                  </p:custDataLst>
                </p:nvPr>
              </p:nvSpPr>
              <p:spPr>
                <a:xfrm>
                  <a:off x="7232033" y="1664235"/>
                  <a:ext cx="48384" cy="33564"/>
                </a:xfrm>
                <a:custGeom>
                  <a:avLst/>
                  <a:gdLst>
                    <a:gd name="connsiteX0" fmla="*/ 0 w 48384"/>
                    <a:gd name="connsiteY0" fmla="*/ 23103 h 33564"/>
                    <a:gd name="connsiteX1" fmla="*/ 40103 w 48384"/>
                    <a:gd name="connsiteY1" fmla="*/ 0 h 33564"/>
                    <a:gd name="connsiteX2" fmla="*/ 48385 w 48384"/>
                    <a:gd name="connsiteY2" fmla="*/ 10462 h 33564"/>
                    <a:gd name="connsiteX3" fmla="*/ 8282 w 48384"/>
                    <a:gd name="connsiteY3" fmla="*/ 33564 h 33564"/>
                    <a:gd name="connsiteX4" fmla="*/ 0 w 48384"/>
                    <a:gd name="connsiteY4" fmla="*/ 23103 h 335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8384" h="33564">
                      <a:moveTo>
                        <a:pt x="0" y="23103"/>
                      </a:moveTo>
                      <a:lnTo>
                        <a:pt x="40103" y="0"/>
                      </a:lnTo>
                      <a:cubicBezTo>
                        <a:pt x="43154" y="1744"/>
                        <a:pt x="46641" y="5667"/>
                        <a:pt x="48385" y="10462"/>
                      </a:cubicBezTo>
                      <a:lnTo>
                        <a:pt x="8282" y="33564"/>
                      </a:lnTo>
                      <a:cubicBezTo>
                        <a:pt x="6538" y="28769"/>
                        <a:pt x="3051" y="24846"/>
                        <a:pt x="0" y="23103"/>
                      </a:cubicBezTo>
                      <a:close/>
                    </a:path>
                  </a:pathLst>
                </a:custGeom>
                <a:solidFill>
                  <a:srgbClr val="FFB700"/>
                </a:solidFill>
                <a:ln w="4348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  <p:sp>
              <p:nvSpPr>
                <p:cNvPr id="266" name="任意多边形: 形状 1354"/>
                <p:cNvSpPr/>
                <p:nvPr>
                  <p:custDataLst>
                    <p:tags r:id="rId328"/>
                  </p:custDataLst>
                </p:nvPr>
              </p:nvSpPr>
              <p:spPr>
                <a:xfrm>
                  <a:off x="7232033" y="1664235"/>
                  <a:ext cx="48384" cy="33564"/>
                </a:xfrm>
                <a:custGeom>
                  <a:avLst/>
                  <a:gdLst>
                    <a:gd name="connsiteX0" fmla="*/ 0 w 48384"/>
                    <a:gd name="connsiteY0" fmla="*/ 23103 h 33564"/>
                    <a:gd name="connsiteX1" fmla="*/ 40103 w 48384"/>
                    <a:gd name="connsiteY1" fmla="*/ 0 h 33564"/>
                    <a:gd name="connsiteX2" fmla="*/ 48385 w 48384"/>
                    <a:gd name="connsiteY2" fmla="*/ 10462 h 33564"/>
                    <a:gd name="connsiteX3" fmla="*/ 8282 w 48384"/>
                    <a:gd name="connsiteY3" fmla="*/ 33564 h 33564"/>
                    <a:gd name="connsiteX4" fmla="*/ 0 w 48384"/>
                    <a:gd name="connsiteY4" fmla="*/ 23103 h 33564"/>
                    <a:gd name="connsiteX5" fmla="*/ 0 w 48384"/>
                    <a:gd name="connsiteY5" fmla="*/ 23103 h 335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8384" h="33564">
                      <a:moveTo>
                        <a:pt x="0" y="23103"/>
                      </a:moveTo>
                      <a:lnTo>
                        <a:pt x="40103" y="0"/>
                      </a:lnTo>
                      <a:cubicBezTo>
                        <a:pt x="43154" y="1744"/>
                        <a:pt x="46641" y="5667"/>
                        <a:pt x="48385" y="10462"/>
                      </a:cubicBezTo>
                      <a:lnTo>
                        <a:pt x="8282" y="33564"/>
                      </a:lnTo>
                      <a:cubicBezTo>
                        <a:pt x="6538" y="28769"/>
                        <a:pt x="3051" y="24846"/>
                        <a:pt x="0" y="23103"/>
                      </a:cubicBezTo>
                      <a:lnTo>
                        <a:pt x="0" y="23103"/>
                      </a:lnTo>
                      <a:close/>
                    </a:path>
                  </a:pathLst>
                </a:custGeom>
                <a:solidFill>
                  <a:srgbClr val="FFB700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</p:grpSp>
          <p:sp>
            <p:nvSpPr>
              <p:cNvPr id="267" name="任意多边形: 形状 1355"/>
              <p:cNvSpPr/>
              <p:nvPr>
                <p:custDataLst>
                  <p:tags r:id="rId329"/>
                </p:custDataLst>
              </p:nvPr>
            </p:nvSpPr>
            <p:spPr>
              <a:xfrm>
                <a:off x="7304392" y="1843389"/>
                <a:ext cx="85435" cy="53615"/>
              </a:xfrm>
              <a:custGeom>
                <a:avLst/>
                <a:gdLst>
                  <a:gd name="connsiteX0" fmla="*/ 45333 w 85435"/>
                  <a:gd name="connsiteY0" fmla="*/ 23538 h 53615"/>
                  <a:gd name="connsiteX1" fmla="*/ 85436 w 85435"/>
                  <a:gd name="connsiteY1" fmla="*/ 0 h 53615"/>
                  <a:gd name="connsiteX2" fmla="*/ 40103 w 85435"/>
                  <a:gd name="connsiteY2" fmla="*/ 30513 h 53615"/>
                  <a:gd name="connsiteX3" fmla="*/ 0 w 85435"/>
                  <a:gd name="connsiteY3" fmla="*/ 53615 h 53615"/>
                  <a:gd name="connsiteX4" fmla="*/ 45333 w 85435"/>
                  <a:gd name="connsiteY4" fmla="*/ 23538 h 536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435" h="53615">
                    <a:moveTo>
                      <a:pt x="45333" y="23538"/>
                    </a:moveTo>
                    <a:lnTo>
                      <a:pt x="85436" y="0"/>
                    </a:lnTo>
                    <a:lnTo>
                      <a:pt x="40103" y="30513"/>
                    </a:lnTo>
                    <a:lnTo>
                      <a:pt x="0" y="53615"/>
                    </a:lnTo>
                    <a:lnTo>
                      <a:pt x="45333" y="23538"/>
                    </a:lnTo>
                    <a:close/>
                  </a:path>
                </a:pathLst>
              </a:custGeom>
              <a:solidFill>
                <a:srgbClr val="FFB700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sp>
            <p:nvSpPr>
              <p:cNvPr id="268" name="任意多边形: 形状 1356"/>
              <p:cNvSpPr/>
              <p:nvPr>
                <p:custDataLst>
                  <p:tags r:id="rId330"/>
                </p:custDataLst>
              </p:nvPr>
            </p:nvSpPr>
            <p:spPr>
              <a:xfrm>
                <a:off x="7279546" y="1769722"/>
                <a:ext cx="105051" cy="75846"/>
              </a:xfrm>
              <a:custGeom>
                <a:avLst/>
                <a:gdLst>
                  <a:gd name="connsiteX0" fmla="*/ 0 w 105051"/>
                  <a:gd name="connsiteY0" fmla="*/ 23102 h 75846"/>
                  <a:gd name="connsiteX1" fmla="*/ 39667 w 105051"/>
                  <a:gd name="connsiteY1" fmla="*/ 0 h 75846"/>
                  <a:gd name="connsiteX2" fmla="*/ 105051 w 105051"/>
                  <a:gd name="connsiteY2" fmla="*/ 52744 h 75846"/>
                  <a:gd name="connsiteX3" fmla="*/ 65385 w 105051"/>
                  <a:gd name="connsiteY3" fmla="*/ 75846 h 75846"/>
                  <a:gd name="connsiteX4" fmla="*/ 0 w 105051"/>
                  <a:gd name="connsiteY4" fmla="*/ 23102 h 758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5051" h="75846">
                    <a:moveTo>
                      <a:pt x="0" y="23102"/>
                    </a:moveTo>
                    <a:lnTo>
                      <a:pt x="39667" y="0"/>
                    </a:lnTo>
                    <a:lnTo>
                      <a:pt x="105051" y="52744"/>
                    </a:lnTo>
                    <a:lnTo>
                      <a:pt x="65385" y="75846"/>
                    </a:lnTo>
                    <a:lnTo>
                      <a:pt x="0" y="23102"/>
                    </a:lnTo>
                    <a:close/>
                  </a:path>
                </a:pathLst>
              </a:custGeom>
              <a:solidFill>
                <a:srgbClr val="FFB700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sp>
            <p:nvSpPr>
              <p:cNvPr id="269" name="任意多边形: 形状 1357"/>
              <p:cNvSpPr/>
              <p:nvPr>
                <p:custDataLst>
                  <p:tags r:id="rId331"/>
                </p:custDataLst>
              </p:nvPr>
            </p:nvSpPr>
            <p:spPr>
              <a:xfrm>
                <a:off x="7111287" y="1686994"/>
                <a:ext cx="241297" cy="306721"/>
              </a:xfrm>
              <a:custGeom>
                <a:avLst/>
                <a:gdLst>
                  <a:gd name="connsiteX0" fmla="*/ 120746 w 241297"/>
                  <a:gd name="connsiteY0" fmla="*/ 343 h 306721"/>
                  <a:gd name="connsiteX1" fmla="*/ 129028 w 241297"/>
                  <a:gd name="connsiteY1" fmla="*/ 10805 h 306721"/>
                  <a:gd name="connsiteX2" fmla="*/ 161720 w 241297"/>
                  <a:gd name="connsiteY2" fmla="*/ 96677 h 306721"/>
                  <a:gd name="connsiteX3" fmla="*/ 168259 w 241297"/>
                  <a:gd name="connsiteY3" fmla="*/ 105830 h 306721"/>
                  <a:gd name="connsiteX4" fmla="*/ 233643 w 241297"/>
                  <a:gd name="connsiteY4" fmla="*/ 158574 h 306721"/>
                  <a:gd name="connsiteX5" fmla="*/ 238874 w 241297"/>
                  <a:gd name="connsiteY5" fmla="*/ 179933 h 306721"/>
                  <a:gd name="connsiteX6" fmla="*/ 193541 w 241297"/>
                  <a:gd name="connsiteY6" fmla="*/ 210446 h 306721"/>
                  <a:gd name="connsiteX7" fmla="*/ 190925 w 241297"/>
                  <a:gd name="connsiteY7" fmla="*/ 217856 h 306721"/>
                  <a:gd name="connsiteX8" fmla="*/ 198335 w 241297"/>
                  <a:gd name="connsiteY8" fmla="*/ 298497 h 306721"/>
                  <a:gd name="connsiteX9" fmla="*/ 188746 w 241297"/>
                  <a:gd name="connsiteY9" fmla="*/ 305471 h 306721"/>
                  <a:gd name="connsiteX10" fmla="*/ 184823 w 241297"/>
                  <a:gd name="connsiteY10" fmla="*/ 301984 h 306721"/>
                  <a:gd name="connsiteX11" fmla="*/ 124233 w 241297"/>
                  <a:gd name="connsiteY11" fmla="*/ 235292 h 306721"/>
                  <a:gd name="connsiteX12" fmla="*/ 120310 w 241297"/>
                  <a:gd name="connsiteY12" fmla="*/ 231805 h 306721"/>
                  <a:gd name="connsiteX13" fmla="*/ 116387 w 241297"/>
                  <a:gd name="connsiteY13" fmla="*/ 230497 h 306721"/>
                  <a:gd name="connsiteX14" fmla="*/ 55797 w 241297"/>
                  <a:gd name="connsiteY14" fmla="*/ 227446 h 306721"/>
                  <a:gd name="connsiteX15" fmla="*/ 51874 w 241297"/>
                  <a:gd name="connsiteY15" fmla="*/ 226138 h 306721"/>
                  <a:gd name="connsiteX16" fmla="*/ 42284 w 241297"/>
                  <a:gd name="connsiteY16" fmla="*/ 208266 h 306721"/>
                  <a:gd name="connsiteX17" fmla="*/ 50130 w 241297"/>
                  <a:gd name="connsiteY17" fmla="*/ 136779 h 306721"/>
                  <a:gd name="connsiteX18" fmla="*/ 47515 w 241297"/>
                  <a:gd name="connsiteY18" fmla="*/ 126754 h 306721"/>
                  <a:gd name="connsiteX19" fmla="*/ 2618 w 241297"/>
                  <a:gd name="connsiteY19" fmla="*/ 44369 h 306721"/>
                  <a:gd name="connsiteX20" fmla="*/ 7848 w 241297"/>
                  <a:gd name="connsiteY20" fmla="*/ 29113 h 306721"/>
                  <a:gd name="connsiteX21" fmla="*/ 73233 w 241297"/>
                  <a:gd name="connsiteY21" fmla="*/ 51779 h 306721"/>
                  <a:gd name="connsiteX22" fmla="*/ 79771 w 241297"/>
                  <a:gd name="connsiteY22" fmla="*/ 50036 h 306721"/>
                  <a:gd name="connsiteX23" fmla="*/ 112900 w 241297"/>
                  <a:gd name="connsiteY23" fmla="*/ 2087 h 306721"/>
                  <a:gd name="connsiteX24" fmla="*/ 121182 w 241297"/>
                  <a:gd name="connsiteY24" fmla="*/ 1215 h 3067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41297" h="306721">
                    <a:moveTo>
                      <a:pt x="120746" y="343"/>
                    </a:moveTo>
                    <a:cubicBezTo>
                      <a:pt x="123797" y="2087"/>
                      <a:pt x="127284" y="6010"/>
                      <a:pt x="129028" y="10805"/>
                    </a:cubicBezTo>
                    <a:lnTo>
                      <a:pt x="161720" y="96677"/>
                    </a:lnTo>
                    <a:cubicBezTo>
                      <a:pt x="163028" y="100164"/>
                      <a:pt x="165643" y="103651"/>
                      <a:pt x="168259" y="105830"/>
                    </a:cubicBezTo>
                    <a:lnTo>
                      <a:pt x="233643" y="158574"/>
                    </a:lnTo>
                    <a:cubicBezTo>
                      <a:pt x="241053" y="164677"/>
                      <a:pt x="243669" y="176446"/>
                      <a:pt x="238874" y="179933"/>
                    </a:cubicBezTo>
                    <a:lnTo>
                      <a:pt x="193541" y="210446"/>
                    </a:lnTo>
                    <a:cubicBezTo>
                      <a:pt x="193541" y="210446"/>
                      <a:pt x="190925" y="214369"/>
                      <a:pt x="190925" y="217856"/>
                    </a:cubicBezTo>
                    <a:lnTo>
                      <a:pt x="198335" y="298497"/>
                    </a:lnTo>
                    <a:cubicBezTo>
                      <a:pt x="199207" y="305907"/>
                      <a:pt x="194412" y="308523"/>
                      <a:pt x="188746" y="305471"/>
                    </a:cubicBezTo>
                    <a:cubicBezTo>
                      <a:pt x="187438" y="304600"/>
                      <a:pt x="186130" y="303728"/>
                      <a:pt x="184823" y="301984"/>
                    </a:cubicBezTo>
                    <a:lnTo>
                      <a:pt x="124233" y="235292"/>
                    </a:lnTo>
                    <a:cubicBezTo>
                      <a:pt x="124233" y="235292"/>
                      <a:pt x="121618" y="232676"/>
                      <a:pt x="120310" y="231805"/>
                    </a:cubicBezTo>
                    <a:cubicBezTo>
                      <a:pt x="119002" y="230933"/>
                      <a:pt x="117694" y="230497"/>
                      <a:pt x="116387" y="230497"/>
                    </a:cubicBezTo>
                    <a:lnTo>
                      <a:pt x="55797" y="227446"/>
                    </a:lnTo>
                    <a:cubicBezTo>
                      <a:pt x="55797" y="227446"/>
                      <a:pt x="53182" y="227010"/>
                      <a:pt x="51874" y="226138"/>
                    </a:cubicBezTo>
                    <a:cubicBezTo>
                      <a:pt x="46643" y="223087"/>
                      <a:pt x="41848" y="214805"/>
                      <a:pt x="42284" y="208266"/>
                    </a:cubicBezTo>
                    <a:lnTo>
                      <a:pt x="50130" y="136779"/>
                    </a:lnTo>
                    <a:cubicBezTo>
                      <a:pt x="50130" y="133728"/>
                      <a:pt x="49695" y="130241"/>
                      <a:pt x="47515" y="126754"/>
                    </a:cubicBezTo>
                    <a:lnTo>
                      <a:pt x="2618" y="44369"/>
                    </a:lnTo>
                    <a:cubicBezTo>
                      <a:pt x="-2613" y="35215"/>
                      <a:pt x="438" y="26497"/>
                      <a:pt x="7848" y="29113"/>
                    </a:cubicBezTo>
                    <a:lnTo>
                      <a:pt x="73233" y="51779"/>
                    </a:lnTo>
                    <a:cubicBezTo>
                      <a:pt x="75848" y="52651"/>
                      <a:pt x="78464" y="51779"/>
                      <a:pt x="79771" y="50036"/>
                    </a:cubicBezTo>
                    <a:lnTo>
                      <a:pt x="112900" y="2087"/>
                    </a:lnTo>
                    <a:cubicBezTo>
                      <a:pt x="114643" y="-528"/>
                      <a:pt x="118130" y="-528"/>
                      <a:pt x="121182" y="1215"/>
                    </a:cubicBezTo>
                    <a:close/>
                  </a:path>
                </a:pathLst>
              </a:custGeom>
              <a:solidFill>
                <a:srgbClr val="FFD43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grpSp>
            <p:nvGrpSpPr>
              <p:cNvPr id="270" name="图形 37"/>
              <p:cNvGrpSpPr/>
              <p:nvPr/>
            </p:nvGrpSpPr>
            <p:grpSpPr>
              <a:xfrm>
                <a:off x="7344931" y="1822466"/>
                <a:ext cx="47757" cy="44461"/>
                <a:chOff x="7344931" y="1822466"/>
                <a:chExt cx="47757" cy="44461"/>
              </a:xfrm>
              <a:solidFill>
                <a:srgbClr val="FFB700"/>
              </a:solidFill>
            </p:grpSpPr>
            <p:sp>
              <p:nvSpPr>
                <p:cNvPr id="271" name="任意多边形: 形状 1359"/>
                <p:cNvSpPr/>
                <p:nvPr>
                  <p:custDataLst>
                    <p:tags r:id="rId332"/>
                  </p:custDataLst>
                </p:nvPr>
              </p:nvSpPr>
              <p:spPr>
                <a:xfrm>
                  <a:off x="7344931" y="1822466"/>
                  <a:ext cx="47757" cy="44461"/>
                </a:xfrm>
                <a:custGeom>
                  <a:avLst/>
                  <a:gdLst>
                    <a:gd name="connsiteX0" fmla="*/ 0 w 47757"/>
                    <a:gd name="connsiteY0" fmla="*/ 23103 h 44461"/>
                    <a:gd name="connsiteX1" fmla="*/ 40103 w 47757"/>
                    <a:gd name="connsiteY1" fmla="*/ 0 h 44461"/>
                    <a:gd name="connsiteX2" fmla="*/ 45333 w 47757"/>
                    <a:gd name="connsiteY2" fmla="*/ 21359 h 44461"/>
                    <a:gd name="connsiteX3" fmla="*/ 5231 w 47757"/>
                    <a:gd name="connsiteY3" fmla="*/ 44462 h 44461"/>
                    <a:gd name="connsiteX4" fmla="*/ 0 w 47757"/>
                    <a:gd name="connsiteY4" fmla="*/ 23103 h 444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757" h="44461">
                      <a:moveTo>
                        <a:pt x="0" y="23103"/>
                      </a:moveTo>
                      <a:lnTo>
                        <a:pt x="40103" y="0"/>
                      </a:lnTo>
                      <a:cubicBezTo>
                        <a:pt x="47513" y="6103"/>
                        <a:pt x="50128" y="17872"/>
                        <a:pt x="45333" y="21359"/>
                      </a:cubicBezTo>
                      <a:lnTo>
                        <a:pt x="5231" y="44462"/>
                      </a:lnTo>
                      <a:cubicBezTo>
                        <a:pt x="10462" y="40974"/>
                        <a:pt x="7410" y="29205"/>
                        <a:pt x="0" y="23103"/>
                      </a:cubicBezTo>
                      <a:close/>
                    </a:path>
                  </a:pathLst>
                </a:custGeom>
                <a:solidFill>
                  <a:srgbClr val="FFB700"/>
                </a:solidFill>
                <a:ln w="4348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  <p:sp>
              <p:nvSpPr>
                <p:cNvPr id="272" name="任意多边形: 形状 1360"/>
                <p:cNvSpPr/>
                <p:nvPr>
                  <p:custDataLst>
                    <p:tags r:id="rId333"/>
                  </p:custDataLst>
                </p:nvPr>
              </p:nvSpPr>
              <p:spPr>
                <a:xfrm>
                  <a:off x="7344931" y="1822466"/>
                  <a:ext cx="47757" cy="44461"/>
                </a:xfrm>
                <a:custGeom>
                  <a:avLst/>
                  <a:gdLst>
                    <a:gd name="connsiteX0" fmla="*/ 0 w 47757"/>
                    <a:gd name="connsiteY0" fmla="*/ 23103 h 44461"/>
                    <a:gd name="connsiteX1" fmla="*/ 40103 w 47757"/>
                    <a:gd name="connsiteY1" fmla="*/ 0 h 44461"/>
                    <a:gd name="connsiteX2" fmla="*/ 45333 w 47757"/>
                    <a:gd name="connsiteY2" fmla="*/ 21359 h 44461"/>
                    <a:gd name="connsiteX3" fmla="*/ 5231 w 47757"/>
                    <a:gd name="connsiteY3" fmla="*/ 44462 h 44461"/>
                    <a:gd name="connsiteX4" fmla="*/ 0 w 47757"/>
                    <a:gd name="connsiteY4" fmla="*/ 23103 h 44461"/>
                    <a:gd name="connsiteX5" fmla="*/ 0 w 47757"/>
                    <a:gd name="connsiteY5" fmla="*/ 23103 h 444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7757" h="44461">
                      <a:moveTo>
                        <a:pt x="0" y="23103"/>
                      </a:moveTo>
                      <a:lnTo>
                        <a:pt x="40103" y="0"/>
                      </a:lnTo>
                      <a:cubicBezTo>
                        <a:pt x="47513" y="6103"/>
                        <a:pt x="50128" y="17872"/>
                        <a:pt x="45333" y="21359"/>
                      </a:cubicBezTo>
                      <a:lnTo>
                        <a:pt x="5231" y="44462"/>
                      </a:lnTo>
                      <a:cubicBezTo>
                        <a:pt x="10462" y="40974"/>
                        <a:pt x="7410" y="29205"/>
                        <a:pt x="0" y="23103"/>
                      </a:cubicBezTo>
                      <a:lnTo>
                        <a:pt x="0" y="23103"/>
                      </a:lnTo>
                      <a:close/>
                    </a:path>
                  </a:pathLst>
                </a:custGeom>
                <a:solidFill>
                  <a:srgbClr val="FFB700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</p:grpSp>
        </p:grpSp>
        <p:pic>
          <p:nvPicPr>
            <p:cNvPr id="273" name="图片 272"/>
            <p:cNvPicPr>
              <a:picLocks noChangeAspect="1"/>
            </p:cNvPicPr>
            <p:nvPr>
              <p:custDataLst>
                <p:tags r:id="rId334"/>
              </p:custDataLst>
            </p:nvPr>
          </p:nvPicPr>
          <p:blipFill>
            <a:blip r:embed="rId335"/>
            <a:stretch>
              <a:fillRect/>
            </a:stretch>
          </p:blipFill>
          <p:spPr>
            <a:xfrm>
              <a:off x="7281042" y="3651433"/>
              <a:ext cx="939171" cy="1419608"/>
            </a:xfrm>
            <a:prstGeom prst="rect">
              <a:avLst/>
            </a:prstGeom>
          </p:spPr>
        </p:pic>
        <p:grpSp>
          <p:nvGrpSpPr>
            <p:cNvPr id="274" name="图形 37"/>
            <p:cNvGrpSpPr/>
            <p:nvPr/>
          </p:nvGrpSpPr>
          <p:grpSpPr>
            <a:xfrm>
              <a:off x="8807798" y="3567387"/>
              <a:ext cx="1317077" cy="1474685"/>
              <a:chOff x="8807798" y="3567387"/>
              <a:chExt cx="1317077" cy="1474685"/>
            </a:xfrm>
          </p:grpSpPr>
          <p:grpSp>
            <p:nvGrpSpPr>
              <p:cNvPr id="275" name="图形 37"/>
              <p:cNvGrpSpPr/>
              <p:nvPr/>
            </p:nvGrpSpPr>
            <p:grpSpPr>
              <a:xfrm>
                <a:off x="8807798" y="3567823"/>
                <a:ext cx="823414" cy="980055"/>
                <a:chOff x="8807798" y="3567823"/>
                <a:chExt cx="823414" cy="980055"/>
              </a:xfrm>
            </p:grpSpPr>
            <p:grpSp>
              <p:nvGrpSpPr>
                <p:cNvPr id="276" name="图形 37"/>
                <p:cNvGrpSpPr/>
                <p:nvPr/>
              </p:nvGrpSpPr>
              <p:grpSpPr>
                <a:xfrm>
                  <a:off x="8868826" y="3665874"/>
                  <a:ext cx="405821" cy="763255"/>
                  <a:chOff x="8868826" y="3665874"/>
                  <a:chExt cx="405821" cy="763255"/>
                </a:xfrm>
                <a:solidFill>
                  <a:srgbClr val="453C4C"/>
                </a:solidFill>
              </p:grpSpPr>
              <p:sp>
                <p:nvSpPr>
                  <p:cNvPr id="277" name="任意多边形: 形状 227"/>
                  <p:cNvSpPr/>
                  <p:nvPr>
                    <p:custDataLst>
                      <p:tags r:id="rId336"/>
                    </p:custDataLst>
                  </p:nvPr>
                </p:nvSpPr>
                <p:spPr>
                  <a:xfrm>
                    <a:off x="8868826" y="3665874"/>
                    <a:ext cx="405821" cy="763255"/>
                  </a:xfrm>
                  <a:custGeom>
                    <a:avLst/>
                    <a:gdLst>
                      <a:gd name="connsiteX0" fmla="*/ 197898 w 405821"/>
                      <a:gd name="connsiteY0" fmla="*/ 0 h 763255"/>
                      <a:gd name="connsiteX1" fmla="*/ 85873 w 405821"/>
                      <a:gd name="connsiteY1" fmla="*/ 65385 h 763255"/>
                      <a:gd name="connsiteX2" fmla="*/ 1 w 405821"/>
                      <a:gd name="connsiteY2" fmla="*/ 254564 h 763255"/>
                      <a:gd name="connsiteX3" fmla="*/ 293796 w 405821"/>
                      <a:gd name="connsiteY3" fmla="*/ 763256 h 763255"/>
                      <a:gd name="connsiteX4" fmla="*/ 405821 w 405821"/>
                      <a:gd name="connsiteY4" fmla="*/ 697871 h 763255"/>
                      <a:gd name="connsiteX5" fmla="*/ 112027 w 405821"/>
                      <a:gd name="connsiteY5" fmla="*/ 189179 h 763255"/>
                      <a:gd name="connsiteX6" fmla="*/ 197898 w 405821"/>
                      <a:gd name="connsiteY6" fmla="*/ 0 h 76325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405821" h="763255">
                        <a:moveTo>
                          <a:pt x="197898" y="0"/>
                        </a:moveTo>
                        <a:lnTo>
                          <a:pt x="85873" y="65385"/>
                        </a:lnTo>
                        <a:cubicBezTo>
                          <a:pt x="33129" y="96333"/>
                          <a:pt x="1" y="161718"/>
                          <a:pt x="1" y="254564"/>
                        </a:cubicBezTo>
                        <a:cubicBezTo>
                          <a:pt x="-435" y="441564"/>
                          <a:pt x="130770" y="669102"/>
                          <a:pt x="293796" y="763256"/>
                        </a:cubicBezTo>
                        <a:lnTo>
                          <a:pt x="405821" y="697871"/>
                        </a:lnTo>
                        <a:cubicBezTo>
                          <a:pt x="243232" y="603717"/>
                          <a:pt x="111591" y="376179"/>
                          <a:pt x="112027" y="189179"/>
                        </a:cubicBezTo>
                        <a:cubicBezTo>
                          <a:pt x="112027" y="96333"/>
                          <a:pt x="145155" y="30949"/>
                          <a:pt x="197898" y="0"/>
                        </a:cubicBezTo>
                        <a:close/>
                      </a:path>
                    </a:pathLst>
                  </a:custGeom>
                  <a:solidFill>
                    <a:srgbClr val="453C4C"/>
                  </a:solidFill>
                  <a:ln w="43489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PPOSans R"/>
                      <a:ea typeface="OPPOSans R"/>
                      <a:cs typeface="+mn-cs"/>
                    </a:endParaRPr>
                  </a:p>
                </p:txBody>
              </p:sp>
              <p:grpSp>
                <p:nvGrpSpPr>
                  <p:cNvPr id="278" name="图形 37"/>
                  <p:cNvGrpSpPr/>
                  <p:nvPr/>
                </p:nvGrpSpPr>
                <p:grpSpPr>
                  <a:xfrm>
                    <a:off x="8868827" y="3666310"/>
                    <a:ext cx="405820" cy="762819"/>
                    <a:chOff x="8868827" y="3666310"/>
                    <a:chExt cx="405820" cy="762819"/>
                  </a:xfrm>
                  <a:solidFill>
                    <a:srgbClr val="453C4C"/>
                  </a:solidFill>
                </p:grpSpPr>
                <p:sp>
                  <p:nvSpPr>
                    <p:cNvPr id="279" name="任意多边形: 形状 229"/>
                    <p:cNvSpPr/>
                    <p:nvPr>
                      <p:custDataLst>
                        <p:tags r:id="rId337"/>
                      </p:custDataLst>
                    </p:nvPr>
                  </p:nvSpPr>
                  <p:spPr>
                    <a:xfrm>
                      <a:off x="9103775" y="4322771"/>
                      <a:ext cx="170871" cy="106358"/>
                    </a:xfrm>
                    <a:custGeom>
                      <a:avLst/>
                      <a:gdLst>
                        <a:gd name="connsiteX0" fmla="*/ 58846 w 170871"/>
                        <a:gd name="connsiteY0" fmla="*/ 106359 h 106358"/>
                        <a:gd name="connsiteX1" fmla="*/ 170872 w 170871"/>
                        <a:gd name="connsiteY1" fmla="*/ 40974 h 106358"/>
                        <a:gd name="connsiteX2" fmla="*/ 112026 w 170871"/>
                        <a:gd name="connsiteY2" fmla="*/ 0 h 106358"/>
                        <a:gd name="connsiteX3" fmla="*/ 0 w 170871"/>
                        <a:gd name="connsiteY3" fmla="*/ 65385 h 106358"/>
                        <a:gd name="connsiteX4" fmla="*/ 58846 w 170871"/>
                        <a:gd name="connsiteY4" fmla="*/ 106359 h 106358"/>
                        <a:gd name="connsiteX5" fmla="*/ 58846 w 170871"/>
                        <a:gd name="connsiteY5" fmla="*/ 106359 h 10635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170871" h="106358">
                          <a:moveTo>
                            <a:pt x="58846" y="106359"/>
                          </a:moveTo>
                          <a:lnTo>
                            <a:pt x="170872" y="40974"/>
                          </a:lnTo>
                          <a:cubicBezTo>
                            <a:pt x="150820" y="29205"/>
                            <a:pt x="130769" y="15692"/>
                            <a:pt x="112026" y="0"/>
                          </a:cubicBezTo>
                          <a:lnTo>
                            <a:pt x="0" y="65385"/>
                          </a:lnTo>
                          <a:cubicBezTo>
                            <a:pt x="19180" y="80641"/>
                            <a:pt x="38795" y="94590"/>
                            <a:pt x="58846" y="106359"/>
                          </a:cubicBezTo>
                          <a:lnTo>
                            <a:pt x="58846" y="106359"/>
                          </a:lnTo>
                          <a:close/>
                        </a:path>
                      </a:pathLst>
                    </a:custGeom>
                    <a:solidFill>
                      <a:srgbClr val="453C4C"/>
                    </a:solidFill>
                    <a:ln w="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OPPOSans R"/>
                        <a:ea typeface="OPPOSans R"/>
                        <a:cs typeface="+mn-cs"/>
                      </a:endParaRPr>
                    </a:p>
                  </p:txBody>
                </p:sp>
                <p:sp>
                  <p:nvSpPr>
                    <p:cNvPr id="280" name="任意多边形: 形状 230"/>
                    <p:cNvSpPr/>
                    <p:nvPr>
                      <p:custDataLst>
                        <p:tags r:id="rId338"/>
                      </p:custDataLst>
                    </p:nvPr>
                  </p:nvSpPr>
                  <p:spPr>
                    <a:xfrm>
                      <a:off x="8939878" y="4117900"/>
                      <a:ext cx="275486" cy="270256"/>
                    </a:xfrm>
                    <a:custGeom>
                      <a:avLst/>
                      <a:gdLst>
                        <a:gd name="connsiteX0" fmla="*/ 163461 w 275486"/>
                        <a:gd name="connsiteY0" fmla="*/ 270256 h 270256"/>
                        <a:gd name="connsiteX1" fmla="*/ 275487 w 275486"/>
                        <a:gd name="connsiteY1" fmla="*/ 204871 h 270256"/>
                        <a:gd name="connsiteX2" fmla="*/ 112026 w 275486"/>
                        <a:gd name="connsiteY2" fmla="*/ 0 h 270256"/>
                        <a:gd name="connsiteX3" fmla="*/ 0 w 275486"/>
                        <a:gd name="connsiteY3" fmla="*/ 64949 h 270256"/>
                        <a:gd name="connsiteX4" fmla="*/ 163461 w 275486"/>
                        <a:gd name="connsiteY4" fmla="*/ 269820 h 270256"/>
                        <a:gd name="connsiteX5" fmla="*/ 163461 w 275486"/>
                        <a:gd name="connsiteY5" fmla="*/ 269820 h 27025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275486" h="270256">
                          <a:moveTo>
                            <a:pt x="163461" y="270256"/>
                          </a:moveTo>
                          <a:lnTo>
                            <a:pt x="275487" y="204871"/>
                          </a:lnTo>
                          <a:cubicBezTo>
                            <a:pt x="210538" y="152128"/>
                            <a:pt x="153436" y="79769"/>
                            <a:pt x="112026" y="0"/>
                          </a:cubicBezTo>
                          <a:lnTo>
                            <a:pt x="0" y="64949"/>
                          </a:lnTo>
                          <a:cubicBezTo>
                            <a:pt x="41410" y="144282"/>
                            <a:pt x="98513" y="217077"/>
                            <a:pt x="163461" y="269820"/>
                          </a:cubicBezTo>
                          <a:lnTo>
                            <a:pt x="163461" y="269820"/>
                          </a:lnTo>
                          <a:close/>
                        </a:path>
                      </a:pathLst>
                    </a:custGeom>
                    <a:solidFill>
                      <a:srgbClr val="453C4C"/>
                    </a:solidFill>
                    <a:ln w="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OPPOSans R"/>
                        <a:ea typeface="OPPOSans R"/>
                        <a:cs typeface="+mn-cs"/>
                      </a:endParaRPr>
                    </a:p>
                  </p:txBody>
                </p:sp>
                <p:sp>
                  <p:nvSpPr>
                    <p:cNvPr id="281" name="任意多边形: 形状 231"/>
                    <p:cNvSpPr/>
                    <p:nvPr>
                      <p:custDataLst>
                        <p:tags r:id="rId339"/>
                      </p:custDataLst>
                    </p:nvPr>
                  </p:nvSpPr>
                  <p:spPr>
                    <a:xfrm>
                      <a:off x="8868827" y="3666310"/>
                      <a:ext cx="197897" cy="517409"/>
                    </a:xfrm>
                    <a:custGeom>
                      <a:avLst/>
                      <a:gdLst>
                        <a:gd name="connsiteX0" fmla="*/ 71051 w 197897"/>
                        <a:gd name="connsiteY0" fmla="*/ 516974 h 517409"/>
                        <a:gd name="connsiteX1" fmla="*/ 183077 w 197897"/>
                        <a:gd name="connsiteY1" fmla="*/ 452025 h 517409"/>
                        <a:gd name="connsiteX2" fmla="*/ 112026 w 197897"/>
                        <a:gd name="connsiteY2" fmla="*/ 189179 h 517409"/>
                        <a:gd name="connsiteX3" fmla="*/ 197897 w 197897"/>
                        <a:gd name="connsiteY3" fmla="*/ 0 h 517409"/>
                        <a:gd name="connsiteX4" fmla="*/ 85872 w 197897"/>
                        <a:gd name="connsiteY4" fmla="*/ 65385 h 517409"/>
                        <a:gd name="connsiteX5" fmla="*/ 0 w 197897"/>
                        <a:gd name="connsiteY5" fmla="*/ 254564 h 517409"/>
                        <a:gd name="connsiteX6" fmla="*/ 71051 w 197897"/>
                        <a:gd name="connsiteY6" fmla="*/ 517410 h 517409"/>
                        <a:gd name="connsiteX7" fmla="*/ 71051 w 197897"/>
                        <a:gd name="connsiteY7" fmla="*/ 517410 h 51740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197897" h="517409">
                          <a:moveTo>
                            <a:pt x="71051" y="516974"/>
                          </a:moveTo>
                          <a:lnTo>
                            <a:pt x="183077" y="452025"/>
                          </a:lnTo>
                          <a:cubicBezTo>
                            <a:pt x="138615" y="367025"/>
                            <a:pt x="111590" y="273743"/>
                            <a:pt x="112026" y="189179"/>
                          </a:cubicBezTo>
                          <a:cubicBezTo>
                            <a:pt x="112026" y="96333"/>
                            <a:pt x="145154" y="30949"/>
                            <a:pt x="197897" y="0"/>
                          </a:cubicBezTo>
                          <a:lnTo>
                            <a:pt x="85872" y="65385"/>
                          </a:lnTo>
                          <a:cubicBezTo>
                            <a:pt x="33128" y="96333"/>
                            <a:pt x="0" y="161718"/>
                            <a:pt x="0" y="254564"/>
                          </a:cubicBezTo>
                          <a:cubicBezTo>
                            <a:pt x="0" y="339128"/>
                            <a:pt x="26590" y="432410"/>
                            <a:pt x="71051" y="517410"/>
                          </a:cubicBezTo>
                          <a:lnTo>
                            <a:pt x="71051" y="517410"/>
                          </a:lnTo>
                          <a:close/>
                        </a:path>
                      </a:pathLst>
                    </a:custGeom>
                    <a:solidFill>
                      <a:srgbClr val="453C4C"/>
                    </a:solidFill>
                    <a:ln w="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OPPOSans R"/>
                        <a:ea typeface="OPPOSans R"/>
                        <a:cs typeface="+mn-cs"/>
                      </a:endParaRPr>
                    </a:p>
                  </p:txBody>
                </p:sp>
              </p:grpSp>
            </p:grpSp>
            <p:grpSp>
              <p:nvGrpSpPr>
                <p:cNvPr id="282" name="图形 37"/>
                <p:cNvGrpSpPr/>
                <p:nvPr/>
              </p:nvGrpSpPr>
              <p:grpSpPr>
                <a:xfrm>
                  <a:off x="9162622" y="4363745"/>
                  <a:ext cx="321691" cy="105951"/>
                  <a:chOff x="9162622" y="4363745"/>
                  <a:chExt cx="321691" cy="105951"/>
                </a:xfrm>
                <a:solidFill>
                  <a:srgbClr val="453C4C"/>
                </a:solidFill>
              </p:grpSpPr>
              <p:sp>
                <p:nvSpPr>
                  <p:cNvPr id="283" name="任意多边形: 形状 233"/>
                  <p:cNvSpPr/>
                  <p:nvPr>
                    <p:custDataLst>
                      <p:tags r:id="rId340"/>
                    </p:custDataLst>
                  </p:nvPr>
                </p:nvSpPr>
                <p:spPr>
                  <a:xfrm>
                    <a:off x="9162622" y="4363745"/>
                    <a:ext cx="321691" cy="105951"/>
                  </a:xfrm>
                  <a:custGeom>
                    <a:avLst/>
                    <a:gdLst>
                      <a:gd name="connsiteX0" fmla="*/ 209666 w 321691"/>
                      <a:gd name="connsiteY0" fmla="*/ 85872 h 105951"/>
                      <a:gd name="connsiteX1" fmla="*/ 321692 w 321691"/>
                      <a:gd name="connsiteY1" fmla="*/ 20487 h 105951"/>
                      <a:gd name="connsiteX2" fmla="*/ 112026 w 321691"/>
                      <a:gd name="connsiteY2" fmla="*/ 0 h 105951"/>
                      <a:gd name="connsiteX3" fmla="*/ 0 w 321691"/>
                      <a:gd name="connsiteY3" fmla="*/ 65385 h 105951"/>
                      <a:gd name="connsiteX4" fmla="*/ 209666 w 321691"/>
                      <a:gd name="connsiteY4" fmla="*/ 85872 h 10595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321691" h="105951">
                        <a:moveTo>
                          <a:pt x="209666" y="85872"/>
                        </a:moveTo>
                        <a:lnTo>
                          <a:pt x="321692" y="20487"/>
                        </a:lnTo>
                        <a:cubicBezTo>
                          <a:pt x="268077" y="51436"/>
                          <a:pt x="193974" y="47077"/>
                          <a:pt x="112026" y="0"/>
                        </a:cubicBezTo>
                        <a:lnTo>
                          <a:pt x="0" y="65385"/>
                        </a:lnTo>
                        <a:cubicBezTo>
                          <a:pt x="81949" y="112898"/>
                          <a:pt x="156051" y="117256"/>
                          <a:pt x="209666" y="85872"/>
                        </a:cubicBezTo>
                        <a:close/>
                      </a:path>
                    </a:pathLst>
                  </a:custGeom>
                  <a:solidFill>
                    <a:srgbClr val="453C4C"/>
                  </a:solidFill>
                  <a:ln w="43489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PPOSans R"/>
                      <a:ea typeface="OPPOSans R"/>
                      <a:cs typeface="+mn-cs"/>
                    </a:endParaRPr>
                  </a:p>
                </p:txBody>
              </p:sp>
              <p:sp>
                <p:nvSpPr>
                  <p:cNvPr id="284" name="任意多边形: 形状 234"/>
                  <p:cNvSpPr/>
                  <p:nvPr>
                    <p:custDataLst>
                      <p:tags r:id="rId341"/>
                    </p:custDataLst>
                  </p:nvPr>
                </p:nvSpPr>
                <p:spPr>
                  <a:xfrm>
                    <a:off x="9162622" y="4363745"/>
                    <a:ext cx="321691" cy="105951"/>
                  </a:xfrm>
                  <a:custGeom>
                    <a:avLst/>
                    <a:gdLst>
                      <a:gd name="connsiteX0" fmla="*/ 209666 w 321691"/>
                      <a:gd name="connsiteY0" fmla="*/ 85872 h 105951"/>
                      <a:gd name="connsiteX1" fmla="*/ 321692 w 321691"/>
                      <a:gd name="connsiteY1" fmla="*/ 20487 h 105951"/>
                      <a:gd name="connsiteX2" fmla="*/ 112026 w 321691"/>
                      <a:gd name="connsiteY2" fmla="*/ 0 h 105951"/>
                      <a:gd name="connsiteX3" fmla="*/ 0 w 321691"/>
                      <a:gd name="connsiteY3" fmla="*/ 65385 h 105951"/>
                      <a:gd name="connsiteX4" fmla="*/ 209666 w 321691"/>
                      <a:gd name="connsiteY4" fmla="*/ 85872 h 105951"/>
                      <a:gd name="connsiteX5" fmla="*/ 209666 w 321691"/>
                      <a:gd name="connsiteY5" fmla="*/ 85872 h 10595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321691" h="105951">
                        <a:moveTo>
                          <a:pt x="209666" y="85872"/>
                        </a:moveTo>
                        <a:lnTo>
                          <a:pt x="321692" y="20487"/>
                        </a:lnTo>
                        <a:cubicBezTo>
                          <a:pt x="268077" y="51436"/>
                          <a:pt x="193974" y="47077"/>
                          <a:pt x="112026" y="0"/>
                        </a:cubicBezTo>
                        <a:lnTo>
                          <a:pt x="0" y="65385"/>
                        </a:lnTo>
                        <a:cubicBezTo>
                          <a:pt x="81949" y="112898"/>
                          <a:pt x="156051" y="117256"/>
                          <a:pt x="209666" y="85872"/>
                        </a:cubicBezTo>
                        <a:lnTo>
                          <a:pt x="209666" y="85872"/>
                        </a:lnTo>
                        <a:close/>
                      </a:path>
                    </a:pathLst>
                  </a:custGeom>
                  <a:solidFill>
                    <a:srgbClr val="453C4C"/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PPOSans R"/>
                      <a:ea typeface="OPPOSans R"/>
                      <a:cs typeface="+mn-cs"/>
                    </a:endParaRPr>
                  </a:p>
                </p:txBody>
              </p:sp>
            </p:grpSp>
            <p:sp>
              <p:nvSpPr>
                <p:cNvPr id="285" name="任意多边形: 形状 235"/>
                <p:cNvSpPr/>
                <p:nvPr>
                  <p:custDataLst>
                    <p:tags r:id="rId342"/>
                  </p:custDataLst>
                </p:nvPr>
              </p:nvSpPr>
              <p:spPr>
                <a:xfrm>
                  <a:off x="8911545" y="3567823"/>
                  <a:ext cx="365281" cy="114179"/>
                </a:xfrm>
                <a:custGeom>
                  <a:avLst/>
                  <a:gdLst>
                    <a:gd name="connsiteX0" fmla="*/ 112026 w 365281"/>
                    <a:gd name="connsiteY0" fmla="*/ 23949 h 114179"/>
                    <a:gd name="connsiteX1" fmla="*/ 0 w 365281"/>
                    <a:gd name="connsiteY1" fmla="*/ 89334 h 114179"/>
                    <a:gd name="connsiteX2" fmla="*/ 253256 w 365281"/>
                    <a:gd name="connsiteY2" fmla="*/ 114180 h 114179"/>
                    <a:gd name="connsiteX3" fmla="*/ 365282 w 365281"/>
                    <a:gd name="connsiteY3" fmla="*/ 48795 h 114179"/>
                    <a:gd name="connsiteX4" fmla="*/ 112026 w 365281"/>
                    <a:gd name="connsiteY4" fmla="*/ 23949 h 1141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65281" h="114179">
                      <a:moveTo>
                        <a:pt x="112026" y="23949"/>
                      </a:moveTo>
                      <a:lnTo>
                        <a:pt x="0" y="89334"/>
                      </a:lnTo>
                      <a:cubicBezTo>
                        <a:pt x="64513" y="51847"/>
                        <a:pt x="154308" y="57078"/>
                        <a:pt x="253256" y="114180"/>
                      </a:cubicBezTo>
                      <a:lnTo>
                        <a:pt x="365282" y="48795"/>
                      </a:lnTo>
                      <a:cubicBezTo>
                        <a:pt x="266333" y="-8307"/>
                        <a:pt x="176974" y="-13538"/>
                        <a:pt x="112026" y="23949"/>
                      </a:cubicBezTo>
                      <a:close/>
                    </a:path>
                  </a:pathLst>
                </a:custGeom>
                <a:solidFill>
                  <a:srgbClr val="453C4C"/>
                </a:solidFill>
                <a:ln w="4348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  <p:sp>
              <p:nvSpPr>
                <p:cNvPr id="286" name="任意多边形: 形状 236"/>
                <p:cNvSpPr/>
                <p:nvPr>
                  <p:custDataLst>
                    <p:tags r:id="rId343"/>
                  </p:custDataLst>
                </p:nvPr>
              </p:nvSpPr>
              <p:spPr>
                <a:xfrm>
                  <a:off x="9164365" y="3616618"/>
                  <a:ext cx="466846" cy="907537"/>
                </a:xfrm>
                <a:custGeom>
                  <a:avLst/>
                  <a:gdLst>
                    <a:gd name="connsiteX0" fmla="*/ 251077 w 466846"/>
                    <a:gd name="connsiteY0" fmla="*/ 907538 h 907537"/>
                    <a:gd name="connsiteX1" fmla="*/ 363102 w 466846"/>
                    <a:gd name="connsiteY1" fmla="*/ 842153 h 907537"/>
                    <a:gd name="connsiteX2" fmla="*/ 466846 w 466846"/>
                    <a:gd name="connsiteY2" fmla="*/ 614179 h 907537"/>
                    <a:gd name="connsiteX3" fmla="*/ 112026 w 466846"/>
                    <a:gd name="connsiteY3" fmla="*/ 0 h 907537"/>
                    <a:gd name="connsiteX4" fmla="*/ 0 w 466846"/>
                    <a:gd name="connsiteY4" fmla="*/ 65385 h 907537"/>
                    <a:gd name="connsiteX5" fmla="*/ 354820 w 466846"/>
                    <a:gd name="connsiteY5" fmla="*/ 679564 h 907537"/>
                    <a:gd name="connsiteX6" fmla="*/ 251077 w 466846"/>
                    <a:gd name="connsiteY6" fmla="*/ 907538 h 9075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466846" h="907537">
                      <a:moveTo>
                        <a:pt x="251077" y="907538"/>
                      </a:moveTo>
                      <a:lnTo>
                        <a:pt x="363102" y="842153"/>
                      </a:lnTo>
                      <a:cubicBezTo>
                        <a:pt x="427179" y="805102"/>
                        <a:pt x="466410" y="726205"/>
                        <a:pt x="466846" y="614179"/>
                      </a:cubicBezTo>
                      <a:cubicBezTo>
                        <a:pt x="467282" y="388384"/>
                        <a:pt x="308615" y="113333"/>
                        <a:pt x="112026" y="0"/>
                      </a:cubicBezTo>
                      <a:lnTo>
                        <a:pt x="0" y="65385"/>
                      </a:lnTo>
                      <a:cubicBezTo>
                        <a:pt x="196590" y="178718"/>
                        <a:pt x="355256" y="453769"/>
                        <a:pt x="354820" y="679564"/>
                      </a:cubicBezTo>
                      <a:cubicBezTo>
                        <a:pt x="354820" y="791589"/>
                        <a:pt x="314718" y="870486"/>
                        <a:pt x="251077" y="907538"/>
                      </a:cubicBezTo>
                      <a:close/>
                    </a:path>
                  </a:pathLst>
                </a:custGeom>
                <a:solidFill>
                  <a:srgbClr val="453C4C"/>
                </a:solidFill>
                <a:ln w="4348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  <p:sp>
              <p:nvSpPr>
                <p:cNvPr id="287" name="任意多边形: 形状 237"/>
                <p:cNvSpPr/>
                <p:nvPr>
                  <p:custDataLst>
                    <p:tags r:id="rId344"/>
                  </p:custDataLst>
                </p:nvPr>
              </p:nvSpPr>
              <p:spPr>
                <a:xfrm>
                  <a:off x="8807798" y="3632407"/>
                  <a:ext cx="711824" cy="915470"/>
                </a:xfrm>
                <a:custGeom>
                  <a:avLst/>
                  <a:gdLst>
                    <a:gd name="connsiteX0" fmla="*/ 711388 w 711824"/>
                    <a:gd name="connsiteY0" fmla="*/ 663338 h 915470"/>
                    <a:gd name="connsiteX1" fmla="*/ 354388 w 711824"/>
                    <a:gd name="connsiteY1" fmla="*/ 866466 h 915470"/>
                    <a:gd name="connsiteX2" fmla="*/ 4 w 711824"/>
                    <a:gd name="connsiteY2" fmla="*/ 252287 h 915470"/>
                    <a:gd name="connsiteX3" fmla="*/ 357003 w 711824"/>
                    <a:gd name="connsiteY3" fmla="*/ 48723 h 915470"/>
                    <a:gd name="connsiteX4" fmla="*/ 711824 w 711824"/>
                    <a:gd name="connsiteY4" fmla="*/ 662902 h 915470"/>
                    <a:gd name="connsiteX5" fmla="*/ 354824 w 711824"/>
                    <a:gd name="connsiteY5" fmla="*/ 796287 h 915470"/>
                    <a:gd name="connsiteX6" fmla="*/ 650362 w 711824"/>
                    <a:gd name="connsiteY6" fmla="*/ 628031 h 915470"/>
                    <a:gd name="connsiteX7" fmla="*/ 356567 w 711824"/>
                    <a:gd name="connsiteY7" fmla="*/ 119339 h 915470"/>
                    <a:gd name="connsiteX8" fmla="*/ 61029 w 711824"/>
                    <a:gd name="connsiteY8" fmla="*/ 288031 h 915470"/>
                    <a:gd name="connsiteX9" fmla="*/ 354824 w 711824"/>
                    <a:gd name="connsiteY9" fmla="*/ 796723 h 915470"/>
                    <a:gd name="connsiteX10" fmla="*/ 354824 w 711824"/>
                    <a:gd name="connsiteY10" fmla="*/ 796723 h 9154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711824" h="915470">
                      <a:moveTo>
                        <a:pt x="711388" y="663338"/>
                      </a:moveTo>
                      <a:cubicBezTo>
                        <a:pt x="710952" y="889133"/>
                        <a:pt x="550978" y="980235"/>
                        <a:pt x="354388" y="866466"/>
                      </a:cubicBezTo>
                      <a:cubicBezTo>
                        <a:pt x="157798" y="753133"/>
                        <a:pt x="-868" y="478082"/>
                        <a:pt x="4" y="252287"/>
                      </a:cubicBezTo>
                      <a:cubicBezTo>
                        <a:pt x="440" y="26493"/>
                        <a:pt x="160414" y="-64610"/>
                        <a:pt x="357003" y="48723"/>
                      </a:cubicBezTo>
                      <a:cubicBezTo>
                        <a:pt x="553593" y="162057"/>
                        <a:pt x="712259" y="437108"/>
                        <a:pt x="711824" y="662902"/>
                      </a:cubicBezTo>
                      <a:close/>
                      <a:moveTo>
                        <a:pt x="354824" y="796287"/>
                      </a:moveTo>
                      <a:cubicBezTo>
                        <a:pt x="517414" y="890441"/>
                        <a:pt x="649926" y="815030"/>
                        <a:pt x="650362" y="628031"/>
                      </a:cubicBezTo>
                      <a:cubicBezTo>
                        <a:pt x="650798" y="441031"/>
                        <a:pt x="519593" y="213057"/>
                        <a:pt x="356567" y="119339"/>
                      </a:cubicBezTo>
                      <a:cubicBezTo>
                        <a:pt x="193978" y="25185"/>
                        <a:pt x="61465" y="101031"/>
                        <a:pt x="61029" y="288031"/>
                      </a:cubicBezTo>
                      <a:cubicBezTo>
                        <a:pt x="60593" y="475031"/>
                        <a:pt x="191798" y="702569"/>
                        <a:pt x="354824" y="796723"/>
                      </a:cubicBezTo>
                      <a:lnTo>
                        <a:pt x="354824" y="796723"/>
                      </a:lnTo>
                      <a:close/>
                    </a:path>
                  </a:pathLst>
                </a:custGeom>
                <a:solidFill>
                  <a:srgbClr val="302534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</p:grpSp>
          <p:sp>
            <p:nvSpPr>
              <p:cNvPr id="288" name="任意多边形: 形状 238"/>
              <p:cNvSpPr/>
              <p:nvPr>
                <p:custDataLst>
                  <p:tags r:id="rId345"/>
                </p:custDataLst>
              </p:nvPr>
            </p:nvSpPr>
            <p:spPr>
              <a:xfrm>
                <a:off x="8911109" y="3567387"/>
                <a:ext cx="365281" cy="114179"/>
              </a:xfrm>
              <a:custGeom>
                <a:avLst/>
                <a:gdLst>
                  <a:gd name="connsiteX0" fmla="*/ 253256 w 365281"/>
                  <a:gd name="connsiteY0" fmla="*/ 114180 h 114179"/>
                  <a:gd name="connsiteX1" fmla="*/ 365282 w 365281"/>
                  <a:gd name="connsiteY1" fmla="*/ 48795 h 114179"/>
                  <a:gd name="connsiteX2" fmla="*/ 112026 w 365281"/>
                  <a:gd name="connsiteY2" fmla="*/ 23949 h 114179"/>
                  <a:gd name="connsiteX3" fmla="*/ 0 w 365281"/>
                  <a:gd name="connsiteY3" fmla="*/ 89334 h 114179"/>
                  <a:gd name="connsiteX4" fmla="*/ 253256 w 365281"/>
                  <a:gd name="connsiteY4" fmla="*/ 114180 h 114179"/>
                  <a:gd name="connsiteX5" fmla="*/ 253256 w 365281"/>
                  <a:gd name="connsiteY5" fmla="*/ 114180 h 114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65281" h="114179">
                    <a:moveTo>
                      <a:pt x="253256" y="114180"/>
                    </a:moveTo>
                    <a:lnTo>
                      <a:pt x="365282" y="48795"/>
                    </a:lnTo>
                    <a:cubicBezTo>
                      <a:pt x="266333" y="-8307"/>
                      <a:pt x="176974" y="-13538"/>
                      <a:pt x="112026" y="23949"/>
                    </a:cubicBezTo>
                    <a:lnTo>
                      <a:pt x="0" y="89334"/>
                    </a:lnTo>
                    <a:cubicBezTo>
                      <a:pt x="64513" y="51847"/>
                      <a:pt x="154307" y="57077"/>
                      <a:pt x="253256" y="114180"/>
                    </a:cubicBezTo>
                    <a:lnTo>
                      <a:pt x="253256" y="114180"/>
                    </a:lnTo>
                    <a:close/>
                  </a:path>
                </a:pathLst>
              </a:custGeom>
              <a:solidFill>
                <a:srgbClr val="453C4C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grpSp>
            <p:nvGrpSpPr>
              <p:cNvPr id="289" name="图形 37"/>
              <p:cNvGrpSpPr/>
              <p:nvPr/>
            </p:nvGrpSpPr>
            <p:grpSpPr>
              <a:xfrm>
                <a:off x="9164801" y="3616182"/>
                <a:ext cx="466409" cy="907973"/>
                <a:chOff x="9164801" y="3616182"/>
                <a:chExt cx="466409" cy="907973"/>
              </a:xfrm>
              <a:solidFill>
                <a:srgbClr val="453C4C"/>
              </a:solidFill>
            </p:grpSpPr>
            <p:sp>
              <p:nvSpPr>
                <p:cNvPr id="290" name="任意多边形: 形状 240"/>
                <p:cNvSpPr/>
                <p:nvPr>
                  <p:custDataLst>
                    <p:tags r:id="rId346"/>
                  </p:custDataLst>
                </p:nvPr>
              </p:nvSpPr>
              <p:spPr>
                <a:xfrm>
                  <a:off x="9415442" y="3913028"/>
                  <a:ext cx="215769" cy="611127"/>
                </a:xfrm>
                <a:custGeom>
                  <a:avLst/>
                  <a:gdLst>
                    <a:gd name="connsiteX0" fmla="*/ 0 w 215769"/>
                    <a:gd name="connsiteY0" fmla="*/ 611127 h 611127"/>
                    <a:gd name="connsiteX1" fmla="*/ 112026 w 215769"/>
                    <a:gd name="connsiteY1" fmla="*/ 545743 h 611127"/>
                    <a:gd name="connsiteX2" fmla="*/ 215769 w 215769"/>
                    <a:gd name="connsiteY2" fmla="*/ 317769 h 611127"/>
                    <a:gd name="connsiteX3" fmla="*/ 129897 w 215769"/>
                    <a:gd name="connsiteY3" fmla="*/ 0 h 611127"/>
                    <a:gd name="connsiteX4" fmla="*/ 17872 w 215769"/>
                    <a:gd name="connsiteY4" fmla="*/ 65385 h 611127"/>
                    <a:gd name="connsiteX5" fmla="*/ 103744 w 215769"/>
                    <a:gd name="connsiteY5" fmla="*/ 383154 h 611127"/>
                    <a:gd name="connsiteX6" fmla="*/ 0 w 215769"/>
                    <a:gd name="connsiteY6" fmla="*/ 611127 h 611127"/>
                    <a:gd name="connsiteX7" fmla="*/ 0 w 215769"/>
                    <a:gd name="connsiteY7" fmla="*/ 611127 h 6111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15769" h="611127">
                      <a:moveTo>
                        <a:pt x="0" y="611127"/>
                      </a:moveTo>
                      <a:lnTo>
                        <a:pt x="112026" y="545743"/>
                      </a:lnTo>
                      <a:cubicBezTo>
                        <a:pt x="176102" y="508692"/>
                        <a:pt x="215333" y="429794"/>
                        <a:pt x="215769" y="317769"/>
                      </a:cubicBezTo>
                      <a:cubicBezTo>
                        <a:pt x="215769" y="215333"/>
                        <a:pt x="183513" y="103307"/>
                        <a:pt x="129897" y="0"/>
                      </a:cubicBezTo>
                      <a:lnTo>
                        <a:pt x="17872" y="65385"/>
                      </a:lnTo>
                      <a:cubicBezTo>
                        <a:pt x="71487" y="168256"/>
                        <a:pt x="104179" y="280717"/>
                        <a:pt x="103744" y="383154"/>
                      </a:cubicBezTo>
                      <a:cubicBezTo>
                        <a:pt x="103744" y="495179"/>
                        <a:pt x="63641" y="574076"/>
                        <a:pt x="0" y="611127"/>
                      </a:cubicBezTo>
                      <a:lnTo>
                        <a:pt x="0" y="611127"/>
                      </a:lnTo>
                      <a:close/>
                    </a:path>
                  </a:pathLst>
                </a:custGeom>
                <a:solidFill>
                  <a:srgbClr val="453C4C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  <p:sp>
              <p:nvSpPr>
                <p:cNvPr id="291" name="任意多边形: 形状 241"/>
                <p:cNvSpPr/>
                <p:nvPr>
                  <p:custDataLst>
                    <p:tags r:id="rId347"/>
                  </p:custDataLst>
                </p:nvPr>
              </p:nvSpPr>
              <p:spPr>
                <a:xfrm>
                  <a:off x="9235852" y="3665874"/>
                  <a:ext cx="309486" cy="312973"/>
                </a:xfrm>
                <a:custGeom>
                  <a:avLst/>
                  <a:gdLst>
                    <a:gd name="connsiteX0" fmla="*/ 197461 w 309486"/>
                    <a:gd name="connsiteY0" fmla="*/ 312538 h 312973"/>
                    <a:gd name="connsiteX1" fmla="*/ 309487 w 309486"/>
                    <a:gd name="connsiteY1" fmla="*/ 247154 h 312973"/>
                    <a:gd name="connsiteX2" fmla="*/ 112026 w 309486"/>
                    <a:gd name="connsiteY2" fmla="*/ 0 h 312973"/>
                    <a:gd name="connsiteX3" fmla="*/ 0 w 309486"/>
                    <a:gd name="connsiteY3" fmla="*/ 65385 h 312973"/>
                    <a:gd name="connsiteX4" fmla="*/ 197461 w 309486"/>
                    <a:gd name="connsiteY4" fmla="*/ 312974 h 312973"/>
                    <a:gd name="connsiteX5" fmla="*/ 197461 w 309486"/>
                    <a:gd name="connsiteY5" fmla="*/ 312974 h 3129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09486" h="312973">
                      <a:moveTo>
                        <a:pt x="197461" y="312538"/>
                      </a:moveTo>
                      <a:lnTo>
                        <a:pt x="309487" y="247154"/>
                      </a:lnTo>
                      <a:cubicBezTo>
                        <a:pt x="259359" y="151256"/>
                        <a:pt x="190487" y="63205"/>
                        <a:pt x="112026" y="0"/>
                      </a:cubicBezTo>
                      <a:lnTo>
                        <a:pt x="0" y="65385"/>
                      </a:lnTo>
                      <a:cubicBezTo>
                        <a:pt x="78461" y="129025"/>
                        <a:pt x="147333" y="216641"/>
                        <a:pt x="197461" y="312974"/>
                      </a:cubicBezTo>
                      <a:lnTo>
                        <a:pt x="197461" y="312974"/>
                      </a:lnTo>
                      <a:close/>
                    </a:path>
                  </a:pathLst>
                </a:custGeom>
                <a:solidFill>
                  <a:srgbClr val="453C4C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  <p:sp>
              <p:nvSpPr>
                <p:cNvPr id="292" name="任意多边形: 形状 242"/>
                <p:cNvSpPr/>
                <p:nvPr>
                  <p:custDataLst>
                    <p:tags r:id="rId348"/>
                  </p:custDataLst>
                </p:nvPr>
              </p:nvSpPr>
              <p:spPr>
                <a:xfrm>
                  <a:off x="9164801" y="3616182"/>
                  <a:ext cx="183076" cy="114640"/>
                </a:xfrm>
                <a:custGeom>
                  <a:avLst/>
                  <a:gdLst>
                    <a:gd name="connsiteX0" fmla="*/ 71051 w 183076"/>
                    <a:gd name="connsiteY0" fmla="*/ 114641 h 114640"/>
                    <a:gd name="connsiteX1" fmla="*/ 183077 w 183076"/>
                    <a:gd name="connsiteY1" fmla="*/ 49256 h 114640"/>
                    <a:gd name="connsiteX2" fmla="*/ 112026 w 183076"/>
                    <a:gd name="connsiteY2" fmla="*/ 0 h 114640"/>
                    <a:gd name="connsiteX3" fmla="*/ 0 w 183076"/>
                    <a:gd name="connsiteY3" fmla="*/ 65385 h 114640"/>
                    <a:gd name="connsiteX4" fmla="*/ 71051 w 183076"/>
                    <a:gd name="connsiteY4" fmla="*/ 114641 h 114640"/>
                    <a:gd name="connsiteX5" fmla="*/ 71051 w 183076"/>
                    <a:gd name="connsiteY5" fmla="*/ 114641 h 114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83076" h="114640">
                      <a:moveTo>
                        <a:pt x="71051" y="114641"/>
                      </a:moveTo>
                      <a:lnTo>
                        <a:pt x="183077" y="49256"/>
                      </a:lnTo>
                      <a:cubicBezTo>
                        <a:pt x="159974" y="30513"/>
                        <a:pt x="136436" y="13949"/>
                        <a:pt x="112026" y="0"/>
                      </a:cubicBezTo>
                      <a:lnTo>
                        <a:pt x="0" y="65385"/>
                      </a:lnTo>
                      <a:cubicBezTo>
                        <a:pt x="24410" y="79333"/>
                        <a:pt x="48385" y="95897"/>
                        <a:pt x="71051" y="114641"/>
                      </a:cubicBezTo>
                      <a:lnTo>
                        <a:pt x="71051" y="114641"/>
                      </a:lnTo>
                      <a:close/>
                    </a:path>
                  </a:pathLst>
                </a:custGeom>
                <a:solidFill>
                  <a:srgbClr val="453C4C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</p:grpSp>
          <p:grpSp>
            <p:nvGrpSpPr>
              <p:cNvPr id="293" name="图形 37"/>
              <p:cNvGrpSpPr/>
              <p:nvPr/>
            </p:nvGrpSpPr>
            <p:grpSpPr>
              <a:xfrm>
                <a:off x="9498924" y="4386082"/>
                <a:ext cx="625951" cy="655990"/>
                <a:chOff x="9498924" y="4386082"/>
                <a:chExt cx="625951" cy="655990"/>
              </a:xfrm>
            </p:grpSpPr>
            <p:grpSp>
              <p:nvGrpSpPr>
                <p:cNvPr id="294" name="图形 37"/>
                <p:cNvGrpSpPr/>
                <p:nvPr/>
              </p:nvGrpSpPr>
              <p:grpSpPr>
                <a:xfrm>
                  <a:off x="9498924" y="4386082"/>
                  <a:ext cx="196911" cy="200280"/>
                  <a:chOff x="9498924" y="4386082"/>
                  <a:chExt cx="196911" cy="200280"/>
                </a:xfrm>
              </p:grpSpPr>
              <p:sp>
                <p:nvSpPr>
                  <p:cNvPr id="295" name="任意多边形: 形状 245"/>
                  <p:cNvSpPr/>
                  <p:nvPr>
                    <p:custDataLst>
                      <p:tags r:id="rId349"/>
                    </p:custDataLst>
                  </p:nvPr>
                </p:nvSpPr>
                <p:spPr>
                  <a:xfrm>
                    <a:off x="9548826" y="4386082"/>
                    <a:ext cx="142102" cy="128919"/>
                  </a:xfrm>
                  <a:custGeom>
                    <a:avLst/>
                    <a:gdLst>
                      <a:gd name="connsiteX0" fmla="*/ 142103 w 142102"/>
                      <a:gd name="connsiteY0" fmla="*/ 128919 h 128919"/>
                      <a:gd name="connsiteX1" fmla="*/ 23538 w 142102"/>
                      <a:gd name="connsiteY1" fmla="*/ 5560 h 128919"/>
                      <a:gd name="connsiteX2" fmla="*/ 0 w 142102"/>
                      <a:gd name="connsiteY2" fmla="*/ 1202 h 128919"/>
                      <a:gd name="connsiteX3" fmla="*/ 118564 w 142102"/>
                      <a:gd name="connsiteY3" fmla="*/ 124560 h 128919"/>
                      <a:gd name="connsiteX4" fmla="*/ 142103 w 142102"/>
                      <a:gd name="connsiteY4" fmla="*/ 128919 h 128919"/>
                      <a:gd name="connsiteX5" fmla="*/ 142103 w 142102"/>
                      <a:gd name="connsiteY5" fmla="*/ 128919 h 12891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42102" h="128919">
                        <a:moveTo>
                          <a:pt x="142103" y="128919"/>
                        </a:moveTo>
                        <a:lnTo>
                          <a:pt x="23538" y="5560"/>
                        </a:lnTo>
                        <a:cubicBezTo>
                          <a:pt x="18744" y="330"/>
                          <a:pt x="10462" y="-1414"/>
                          <a:pt x="0" y="1202"/>
                        </a:cubicBezTo>
                        <a:lnTo>
                          <a:pt x="118564" y="124560"/>
                        </a:lnTo>
                        <a:cubicBezTo>
                          <a:pt x="129026" y="121945"/>
                          <a:pt x="137308" y="123688"/>
                          <a:pt x="142103" y="128919"/>
                        </a:cubicBezTo>
                        <a:lnTo>
                          <a:pt x="142103" y="128919"/>
                        </a:lnTo>
                        <a:close/>
                      </a:path>
                    </a:pathLst>
                  </a:custGeom>
                  <a:solidFill>
                    <a:srgbClr val="BFC7ED"/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PPOSans R"/>
                      <a:ea typeface="OPPOSans R"/>
                      <a:cs typeface="+mn-cs"/>
                    </a:endParaRPr>
                  </a:p>
                </p:txBody>
              </p:sp>
              <p:grpSp>
                <p:nvGrpSpPr>
                  <p:cNvPr id="296" name="图形 37"/>
                  <p:cNvGrpSpPr/>
                  <p:nvPr/>
                </p:nvGrpSpPr>
                <p:grpSpPr>
                  <a:xfrm>
                    <a:off x="9498924" y="4387284"/>
                    <a:ext cx="168466" cy="193538"/>
                    <a:chOff x="9498924" y="4387284"/>
                    <a:chExt cx="168466" cy="193538"/>
                  </a:xfrm>
                </p:grpSpPr>
                <p:sp>
                  <p:nvSpPr>
                    <p:cNvPr id="297" name="任意多边形: 形状 247"/>
                    <p:cNvSpPr/>
                    <p:nvPr>
                      <p:custDataLst>
                        <p:tags r:id="rId350"/>
                      </p:custDataLst>
                    </p:nvPr>
                  </p:nvSpPr>
                  <p:spPr>
                    <a:xfrm>
                      <a:off x="9544903" y="4387284"/>
                      <a:ext cx="122487" cy="124230"/>
                    </a:xfrm>
                    <a:custGeom>
                      <a:avLst/>
                      <a:gdLst>
                        <a:gd name="connsiteX0" fmla="*/ 122487 w 122487"/>
                        <a:gd name="connsiteY0" fmla="*/ 123359 h 124230"/>
                        <a:gd name="connsiteX1" fmla="*/ 3923 w 122487"/>
                        <a:gd name="connsiteY1" fmla="*/ 0 h 124230"/>
                        <a:gd name="connsiteX2" fmla="*/ 0 w 122487"/>
                        <a:gd name="connsiteY2" fmla="*/ 872 h 124230"/>
                        <a:gd name="connsiteX3" fmla="*/ 118564 w 122487"/>
                        <a:gd name="connsiteY3" fmla="*/ 124231 h 124230"/>
                        <a:gd name="connsiteX4" fmla="*/ 122487 w 122487"/>
                        <a:gd name="connsiteY4" fmla="*/ 123359 h 124230"/>
                        <a:gd name="connsiteX5" fmla="*/ 122487 w 122487"/>
                        <a:gd name="connsiteY5" fmla="*/ 123359 h 12423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122487" h="124230">
                          <a:moveTo>
                            <a:pt x="122487" y="123359"/>
                          </a:moveTo>
                          <a:lnTo>
                            <a:pt x="3923" y="0"/>
                          </a:lnTo>
                          <a:cubicBezTo>
                            <a:pt x="3923" y="0"/>
                            <a:pt x="1308" y="872"/>
                            <a:pt x="0" y="872"/>
                          </a:cubicBezTo>
                          <a:lnTo>
                            <a:pt x="118564" y="124231"/>
                          </a:lnTo>
                          <a:cubicBezTo>
                            <a:pt x="118564" y="124231"/>
                            <a:pt x="121180" y="123359"/>
                            <a:pt x="122487" y="123359"/>
                          </a:cubicBezTo>
                          <a:lnTo>
                            <a:pt x="122487" y="123359"/>
                          </a:lnTo>
                          <a:close/>
                        </a:path>
                      </a:pathLst>
                    </a:custGeom>
                    <a:solidFill>
                      <a:srgbClr val="BFC7ED"/>
                    </a:solidFill>
                    <a:ln w="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OPPOSans R"/>
                        <a:ea typeface="OPPOSans R"/>
                        <a:cs typeface="+mn-cs"/>
                      </a:endParaRPr>
                    </a:p>
                  </p:txBody>
                </p:sp>
                <p:sp>
                  <p:nvSpPr>
                    <p:cNvPr id="298" name="任意多边形: 形状 248"/>
                    <p:cNvSpPr/>
                    <p:nvPr>
                      <p:custDataLst>
                        <p:tags r:id="rId351"/>
                      </p:custDataLst>
                    </p:nvPr>
                  </p:nvSpPr>
                  <p:spPr>
                    <a:xfrm>
                      <a:off x="9501313" y="4388592"/>
                      <a:ext cx="162153" cy="166076"/>
                    </a:xfrm>
                    <a:custGeom>
                      <a:avLst/>
                      <a:gdLst>
                        <a:gd name="connsiteX0" fmla="*/ 162154 w 162153"/>
                        <a:gd name="connsiteY0" fmla="*/ 123359 h 166076"/>
                        <a:gd name="connsiteX1" fmla="*/ 43590 w 162153"/>
                        <a:gd name="connsiteY1" fmla="*/ 0 h 166076"/>
                        <a:gd name="connsiteX2" fmla="*/ 0 w 162153"/>
                        <a:gd name="connsiteY2" fmla="*/ 42718 h 166076"/>
                        <a:gd name="connsiteX3" fmla="*/ 118564 w 162153"/>
                        <a:gd name="connsiteY3" fmla="*/ 166077 h 166076"/>
                        <a:gd name="connsiteX4" fmla="*/ 162154 w 162153"/>
                        <a:gd name="connsiteY4" fmla="*/ 123359 h 166076"/>
                        <a:gd name="connsiteX5" fmla="*/ 162154 w 162153"/>
                        <a:gd name="connsiteY5" fmla="*/ 123359 h 16607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162153" h="166076">
                          <a:moveTo>
                            <a:pt x="162154" y="123359"/>
                          </a:moveTo>
                          <a:lnTo>
                            <a:pt x="43590" y="0"/>
                          </a:lnTo>
                          <a:cubicBezTo>
                            <a:pt x="24846" y="6103"/>
                            <a:pt x="6539" y="24410"/>
                            <a:pt x="0" y="42718"/>
                          </a:cubicBezTo>
                          <a:lnTo>
                            <a:pt x="118564" y="166077"/>
                          </a:lnTo>
                          <a:cubicBezTo>
                            <a:pt x="125103" y="147769"/>
                            <a:pt x="143410" y="129897"/>
                            <a:pt x="162154" y="123359"/>
                          </a:cubicBezTo>
                          <a:lnTo>
                            <a:pt x="162154" y="123359"/>
                          </a:lnTo>
                          <a:close/>
                        </a:path>
                      </a:pathLst>
                    </a:custGeom>
                    <a:solidFill>
                      <a:srgbClr val="F4F5FA"/>
                    </a:solidFill>
                    <a:ln w="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OPPOSans R"/>
                        <a:ea typeface="OPPOSans R"/>
                        <a:cs typeface="+mn-cs"/>
                      </a:endParaRPr>
                    </a:p>
                  </p:txBody>
                </p:sp>
                <p:sp>
                  <p:nvSpPr>
                    <p:cNvPr id="299" name="任意多边形: 形状 249"/>
                    <p:cNvSpPr/>
                    <p:nvPr>
                      <p:custDataLst>
                        <p:tags r:id="rId352"/>
                      </p:custDataLst>
                    </p:nvPr>
                  </p:nvSpPr>
                  <p:spPr>
                    <a:xfrm>
                      <a:off x="9498924" y="4430874"/>
                      <a:ext cx="123569" cy="149948"/>
                    </a:xfrm>
                    <a:custGeom>
                      <a:avLst/>
                      <a:gdLst>
                        <a:gd name="connsiteX0" fmla="*/ 120954 w 123569"/>
                        <a:gd name="connsiteY0" fmla="*/ 123359 h 149948"/>
                        <a:gd name="connsiteX1" fmla="*/ 2390 w 123569"/>
                        <a:gd name="connsiteY1" fmla="*/ 0 h 149948"/>
                        <a:gd name="connsiteX2" fmla="*/ 1518 w 123569"/>
                        <a:gd name="connsiteY2" fmla="*/ 3051 h 149948"/>
                        <a:gd name="connsiteX3" fmla="*/ 5005 w 123569"/>
                        <a:gd name="connsiteY3" fmla="*/ 26590 h 149948"/>
                        <a:gd name="connsiteX4" fmla="*/ 123569 w 123569"/>
                        <a:gd name="connsiteY4" fmla="*/ 149949 h 149948"/>
                        <a:gd name="connsiteX5" fmla="*/ 120082 w 123569"/>
                        <a:gd name="connsiteY5" fmla="*/ 126410 h 149948"/>
                        <a:gd name="connsiteX6" fmla="*/ 120954 w 123569"/>
                        <a:gd name="connsiteY6" fmla="*/ 123359 h 149948"/>
                        <a:gd name="connsiteX7" fmla="*/ 120954 w 123569"/>
                        <a:gd name="connsiteY7" fmla="*/ 123359 h 14994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123569" h="149948">
                          <a:moveTo>
                            <a:pt x="120954" y="123359"/>
                          </a:moveTo>
                          <a:lnTo>
                            <a:pt x="2390" y="0"/>
                          </a:lnTo>
                          <a:cubicBezTo>
                            <a:pt x="2390" y="0"/>
                            <a:pt x="1954" y="1744"/>
                            <a:pt x="1518" y="3051"/>
                          </a:cubicBezTo>
                          <a:cubicBezTo>
                            <a:pt x="-1533" y="13077"/>
                            <a:pt x="210" y="21359"/>
                            <a:pt x="5005" y="26590"/>
                          </a:cubicBezTo>
                          <a:lnTo>
                            <a:pt x="123569" y="149949"/>
                          </a:lnTo>
                          <a:cubicBezTo>
                            <a:pt x="118774" y="144718"/>
                            <a:pt x="117031" y="136872"/>
                            <a:pt x="120082" y="126410"/>
                          </a:cubicBezTo>
                          <a:cubicBezTo>
                            <a:pt x="120082" y="125538"/>
                            <a:pt x="120518" y="124667"/>
                            <a:pt x="120954" y="123359"/>
                          </a:cubicBezTo>
                          <a:lnTo>
                            <a:pt x="120954" y="123359"/>
                          </a:lnTo>
                          <a:close/>
                        </a:path>
                      </a:pathLst>
                    </a:custGeom>
                    <a:solidFill>
                      <a:srgbClr val="BFC7ED"/>
                    </a:solidFill>
                    <a:ln w="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OPPOSans R"/>
                        <a:ea typeface="OPPOSans R"/>
                        <a:cs typeface="+mn-cs"/>
                      </a:endParaRPr>
                    </a:p>
                  </p:txBody>
                </p:sp>
              </p:grpSp>
              <p:sp>
                <p:nvSpPr>
                  <p:cNvPr id="300" name="任意多边形: 形状 250"/>
                  <p:cNvSpPr/>
                  <p:nvPr>
                    <p:custDataLst>
                      <p:tags r:id="rId353"/>
                    </p:custDataLst>
                  </p:nvPr>
                </p:nvSpPr>
                <p:spPr>
                  <a:xfrm>
                    <a:off x="9617587" y="4509461"/>
                    <a:ext cx="78248" cy="76901"/>
                  </a:xfrm>
                  <a:custGeom>
                    <a:avLst/>
                    <a:gdLst>
                      <a:gd name="connsiteX0" fmla="*/ 49804 w 78248"/>
                      <a:gd name="connsiteY0" fmla="*/ 1182 h 76901"/>
                      <a:gd name="connsiteX1" fmla="*/ 1419 w 78248"/>
                      <a:gd name="connsiteY1" fmla="*/ 47823 h 76901"/>
                      <a:gd name="connsiteX2" fmla="*/ 28445 w 78248"/>
                      <a:gd name="connsiteY2" fmla="*/ 75720 h 76901"/>
                      <a:gd name="connsiteX3" fmla="*/ 76829 w 78248"/>
                      <a:gd name="connsiteY3" fmla="*/ 29079 h 76901"/>
                      <a:gd name="connsiteX4" fmla="*/ 49804 w 78248"/>
                      <a:gd name="connsiteY4" fmla="*/ 1182 h 7690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78248" h="76901">
                        <a:moveTo>
                          <a:pt x="49804" y="1182"/>
                        </a:moveTo>
                        <a:cubicBezTo>
                          <a:pt x="28881" y="6412"/>
                          <a:pt x="7522" y="27336"/>
                          <a:pt x="1419" y="47823"/>
                        </a:cubicBezTo>
                        <a:cubicBezTo>
                          <a:pt x="-4248" y="68310"/>
                          <a:pt x="7522" y="80951"/>
                          <a:pt x="28445" y="75720"/>
                        </a:cubicBezTo>
                        <a:cubicBezTo>
                          <a:pt x="49368" y="70489"/>
                          <a:pt x="71163" y="49566"/>
                          <a:pt x="76829" y="29079"/>
                        </a:cubicBezTo>
                        <a:cubicBezTo>
                          <a:pt x="82496" y="8592"/>
                          <a:pt x="70727" y="-4049"/>
                          <a:pt x="49804" y="1182"/>
                        </a:cubicBezTo>
                        <a:close/>
                      </a:path>
                    </a:pathLst>
                  </a:custGeom>
                  <a:solidFill>
                    <a:srgbClr val="929093"/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PPOSans R"/>
                      <a:ea typeface="OPPOSans R"/>
                      <a:cs typeface="+mn-cs"/>
                    </a:endParaRPr>
                  </a:p>
                </p:txBody>
              </p:sp>
            </p:grpSp>
            <p:grpSp>
              <p:nvGrpSpPr>
                <p:cNvPr id="301" name="图形 37"/>
                <p:cNvGrpSpPr/>
                <p:nvPr/>
              </p:nvGrpSpPr>
              <p:grpSpPr>
                <a:xfrm>
                  <a:off x="9559514" y="4452874"/>
                  <a:ext cx="565361" cy="589198"/>
                  <a:chOff x="9559514" y="4452874"/>
                  <a:chExt cx="565361" cy="589198"/>
                </a:xfrm>
              </p:grpSpPr>
              <p:sp>
                <p:nvSpPr>
                  <p:cNvPr id="302" name="任意多边形: 形状 253"/>
                  <p:cNvSpPr/>
                  <p:nvPr>
                    <p:custDataLst>
                      <p:tags r:id="rId354"/>
                    </p:custDataLst>
                  </p:nvPr>
                </p:nvSpPr>
                <p:spPr>
                  <a:xfrm>
                    <a:off x="9626852" y="4452874"/>
                    <a:ext cx="488640" cy="450512"/>
                  </a:xfrm>
                  <a:custGeom>
                    <a:avLst/>
                    <a:gdLst>
                      <a:gd name="connsiteX0" fmla="*/ 488641 w 488640"/>
                      <a:gd name="connsiteY0" fmla="*/ 450512 h 450512"/>
                      <a:gd name="connsiteX1" fmla="*/ 32256 w 488640"/>
                      <a:gd name="connsiteY1" fmla="*/ 7640 h 450512"/>
                      <a:gd name="connsiteX2" fmla="*/ 0 w 488640"/>
                      <a:gd name="connsiteY2" fmla="*/ 1538 h 450512"/>
                      <a:gd name="connsiteX3" fmla="*/ 442435 w 488640"/>
                      <a:gd name="connsiteY3" fmla="*/ 441794 h 450512"/>
                      <a:gd name="connsiteX4" fmla="*/ 488641 w 488640"/>
                      <a:gd name="connsiteY4" fmla="*/ 450076 h 45051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88640" h="450512">
                        <a:moveTo>
                          <a:pt x="488641" y="450512"/>
                        </a:moveTo>
                        <a:lnTo>
                          <a:pt x="32256" y="7640"/>
                        </a:lnTo>
                        <a:cubicBezTo>
                          <a:pt x="25718" y="666"/>
                          <a:pt x="14385" y="-1949"/>
                          <a:pt x="0" y="1538"/>
                        </a:cubicBezTo>
                        <a:lnTo>
                          <a:pt x="442435" y="441794"/>
                        </a:lnTo>
                        <a:cubicBezTo>
                          <a:pt x="462923" y="436563"/>
                          <a:pt x="479051" y="440486"/>
                          <a:pt x="488641" y="450076"/>
                        </a:cubicBezTo>
                        <a:close/>
                      </a:path>
                    </a:pathLst>
                  </a:custGeom>
                  <a:solidFill>
                    <a:schemeClr val="tx2">
                      <a:lumMod val="60000"/>
                      <a:lumOff val="40000"/>
                    </a:schemeClr>
                  </a:solidFill>
                  <a:ln w="43489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PPOSans R"/>
                      <a:ea typeface="OPPOSans R"/>
                      <a:cs typeface="+mn-cs"/>
                    </a:endParaRPr>
                  </a:p>
                </p:txBody>
              </p:sp>
              <p:grpSp>
                <p:nvGrpSpPr>
                  <p:cNvPr id="303" name="图形 37"/>
                  <p:cNvGrpSpPr/>
                  <p:nvPr/>
                </p:nvGrpSpPr>
                <p:grpSpPr>
                  <a:xfrm>
                    <a:off x="9559514" y="4454848"/>
                    <a:ext cx="509942" cy="576691"/>
                    <a:chOff x="9559514" y="4454848"/>
                    <a:chExt cx="509942" cy="576691"/>
                  </a:xfrm>
                </p:grpSpPr>
                <p:sp>
                  <p:nvSpPr>
                    <p:cNvPr id="304" name="任意多边形: 形状 256"/>
                    <p:cNvSpPr/>
                    <p:nvPr>
                      <p:custDataLst>
                        <p:tags r:id="rId355"/>
                      </p:custDataLst>
                    </p:nvPr>
                  </p:nvSpPr>
                  <p:spPr>
                    <a:xfrm>
                      <a:off x="9559514" y="4454848"/>
                      <a:ext cx="509773" cy="576691"/>
                    </a:xfrm>
                    <a:custGeom>
                      <a:avLst/>
                      <a:gdLst>
                        <a:gd name="connsiteX0" fmla="*/ 6749 w 509773"/>
                        <a:gd name="connsiteY0" fmla="*/ 94590 h 576691"/>
                        <a:gd name="connsiteX1" fmla="*/ 422594 w 509773"/>
                        <a:gd name="connsiteY1" fmla="*/ 576692 h 576691"/>
                        <a:gd name="connsiteX2" fmla="*/ 415620 w 509773"/>
                        <a:gd name="connsiteY2" fmla="*/ 530923 h 576691"/>
                        <a:gd name="connsiteX3" fmla="*/ 509774 w 509773"/>
                        <a:gd name="connsiteY3" fmla="*/ 440256 h 576691"/>
                        <a:gd name="connsiteX4" fmla="*/ 67338 w 509773"/>
                        <a:gd name="connsiteY4" fmla="*/ 0 h 576691"/>
                        <a:gd name="connsiteX5" fmla="*/ 1954 w 509773"/>
                        <a:gd name="connsiteY5" fmla="*/ 62769 h 576691"/>
                        <a:gd name="connsiteX6" fmla="*/ 6749 w 509773"/>
                        <a:gd name="connsiteY6" fmla="*/ 94590 h 57669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509773" h="576691">
                          <a:moveTo>
                            <a:pt x="6749" y="94590"/>
                          </a:moveTo>
                          <a:lnTo>
                            <a:pt x="422594" y="576692"/>
                          </a:lnTo>
                          <a:cubicBezTo>
                            <a:pt x="413005" y="566666"/>
                            <a:pt x="409954" y="550974"/>
                            <a:pt x="415620" y="530923"/>
                          </a:cubicBezTo>
                          <a:cubicBezTo>
                            <a:pt x="426954" y="490820"/>
                            <a:pt x="469235" y="450281"/>
                            <a:pt x="509774" y="440256"/>
                          </a:cubicBezTo>
                          <a:lnTo>
                            <a:pt x="67338" y="0"/>
                          </a:lnTo>
                          <a:cubicBezTo>
                            <a:pt x="39005" y="6974"/>
                            <a:pt x="9800" y="35308"/>
                            <a:pt x="1954" y="62769"/>
                          </a:cubicBezTo>
                          <a:cubicBezTo>
                            <a:pt x="-1969" y="76718"/>
                            <a:pt x="210" y="87615"/>
                            <a:pt x="6749" y="94590"/>
                          </a:cubicBezTo>
                          <a:close/>
                        </a:path>
                      </a:pathLst>
                    </a:custGeom>
                    <a:solidFill>
                      <a:schemeClr val="tx2">
                        <a:lumMod val="60000"/>
                        <a:lumOff val="40000"/>
                      </a:schemeClr>
                    </a:solidFill>
                    <a:ln w="43489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OPPOSans R"/>
                        <a:ea typeface="OPPOSans R"/>
                        <a:cs typeface="+mn-cs"/>
                      </a:endParaRPr>
                    </a:p>
                  </p:txBody>
                </p:sp>
                <p:sp>
                  <p:nvSpPr>
                    <p:cNvPr id="305" name="任意多边形: 形状 259"/>
                    <p:cNvSpPr/>
                    <p:nvPr>
                      <p:custDataLst>
                        <p:tags r:id="rId356"/>
                      </p:custDataLst>
                    </p:nvPr>
                  </p:nvSpPr>
                  <p:spPr>
                    <a:xfrm>
                      <a:off x="9570354" y="4456156"/>
                      <a:ext cx="499102" cy="523512"/>
                    </a:xfrm>
                    <a:custGeom>
                      <a:avLst/>
                      <a:gdLst>
                        <a:gd name="connsiteX0" fmla="*/ 499102 w 499102"/>
                        <a:gd name="connsiteY0" fmla="*/ 440692 h 523512"/>
                        <a:gd name="connsiteX1" fmla="*/ 58846 w 499102"/>
                        <a:gd name="connsiteY1" fmla="*/ 0 h 523512"/>
                        <a:gd name="connsiteX2" fmla="*/ 0 w 499102"/>
                        <a:gd name="connsiteY2" fmla="*/ 57538 h 523512"/>
                        <a:gd name="connsiteX3" fmla="*/ 414102 w 499102"/>
                        <a:gd name="connsiteY3" fmla="*/ 523512 h 523512"/>
                        <a:gd name="connsiteX4" fmla="*/ 499102 w 499102"/>
                        <a:gd name="connsiteY4" fmla="*/ 440692 h 523512"/>
                        <a:gd name="connsiteX5" fmla="*/ 499102 w 499102"/>
                        <a:gd name="connsiteY5" fmla="*/ 440692 h 52351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499102" h="523512">
                          <a:moveTo>
                            <a:pt x="499102" y="440692"/>
                          </a:moveTo>
                          <a:lnTo>
                            <a:pt x="58846" y="0"/>
                          </a:lnTo>
                          <a:cubicBezTo>
                            <a:pt x="33564" y="8282"/>
                            <a:pt x="8718" y="32692"/>
                            <a:pt x="0" y="57538"/>
                          </a:cubicBezTo>
                          <a:lnTo>
                            <a:pt x="414102" y="523512"/>
                          </a:lnTo>
                          <a:cubicBezTo>
                            <a:pt x="426743" y="487769"/>
                            <a:pt x="462923" y="452897"/>
                            <a:pt x="499102" y="440692"/>
                          </a:cubicBezTo>
                          <a:lnTo>
                            <a:pt x="499102" y="440692"/>
                          </a:lnTo>
                          <a:close/>
                        </a:path>
                      </a:pathLst>
                    </a:custGeom>
                    <a:solidFill>
                      <a:schemeClr val="tx2">
                        <a:lumMod val="40000"/>
                        <a:lumOff val="60000"/>
                      </a:schemeClr>
                    </a:solidFill>
                    <a:ln w="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OPPOSans R"/>
                        <a:ea typeface="OPPOSans R"/>
                        <a:cs typeface="+mn-cs"/>
                      </a:endParaRPr>
                    </a:p>
                  </p:txBody>
                </p:sp>
              </p:grpSp>
              <p:sp>
                <p:nvSpPr>
                  <p:cNvPr id="306" name="任意多边形: 形状 261"/>
                  <p:cNvSpPr/>
                  <p:nvPr>
                    <p:custDataLst>
                      <p:tags r:id="rId357"/>
                    </p:custDataLst>
                  </p:nvPr>
                </p:nvSpPr>
                <p:spPr>
                  <a:xfrm>
                    <a:off x="9972289" y="4892826"/>
                    <a:ext cx="152586" cy="149246"/>
                  </a:xfrm>
                  <a:custGeom>
                    <a:avLst/>
                    <a:gdLst>
                      <a:gd name="connsiteX0" fmla="*/ 96998 w 152586"/>
                      <a:gd name="connsiteY0" fmla="*/ 1842 h 149246"/>
                      <a:gd name="connsiteX1" fmla="*/ 2844 w 152586"/>
                      <a:gd name="connsiteY1" fmla="*/ 92509 h 149246"/>
                      <a:gd name="connsiteX2" fmla="*/ 55588 w 152586"/>
                      <a:gd name="connsiteY2" fmla="*/ 146996 h 149246"/>
                      <a:gd name="connsiteX3" fmla="*/ 149742 w 152586"/>
                      <a:gd name="connsiteY3" fmla="*/ 56329 h 149246"/>
                      <a:gd name="connsiteX4" fmla="*/ 96998 w 152586"/>
                      <a:gd name="connsiteY4" fmla="*/ 2278 h 14924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52586" h="149246">
                        <a:moveTo>
                          <a:pt x="96998" y="1842"/>
                        </a:moveTo>
                        <a:cubicBezTo>
                          <a:pt x="56460" y="11868"/>
                          <a:pt x="14178" y="52406"/>
                          <a:pt x="2844" y="92509"/>
                        </a:cubicBezTo>
                        <a:cubicBezTo>
                          <a:pt x="-8489" y="132611"/>
                          <a:pt x="15050" y="157021"/>
                          <a:pt x="55588" y="146996"/>
                        </a:cubicBezTo>
                        <a:cubicBezTo>
                          <a:pt x="96126" y="136970"/>
                          <a:pt x="138408" y="96432"/>
                          <a:pt x="149742" y="56329"/>
                        </a:cubicBezTo>
                        <a:cubicBezTo>
                          <a:pt x="161075" y="16227"/>
                          <a:pt x="137537" y="-7748"/>
                          <a:pt x="96998" y="2278"/>
                        </a:cubicBezTo>
                        <a:close/>
                      </a:path>
                    </a:pathLst>
                  </a:custGeom>
                  <a:solidFill>
                    <a:schemeClr val="tx2"/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PPOSans R"/>
                      <a:ea typeface="OPPOSans R"/>
                      <a:cs typeface="+mn-cs"/>
                    </a:endParaRPr>
                  </a:p>
                </p:txBody>
              </p:sp>
            </p:grpSp>
          </p:grpSp>
        </p:grpSp>
        <p:grpSp>
          <p:nvGrpSpPr>
            <p:cNvPr id="307" name="组合 306"/>
            <p:cNvGrpSpPr/>
            <p:nvPr/>
          </p:nvGrpSpPr>
          <p:grpSpPr>
            <a:xfrm flipH="1">
              <a:off x="8517337" y="1913981"/>
              <a:ext cx="497007" cy="694182"/>
              <a:chOff x="7704912" y="1653852"/>
              <a:chExt cx="514760" cy="718979"/>
            </a:xfrm>
          </p:grpSpPr>
          <p:sp>
            <p:nvSpPr>
              <p:cNvPr id="308" name="任意多边形: 形状 1398"/>
              <p:cNvSpPr/>
              <p:nvPr>
                <p:custDataLst>
                  <p:tags r:id="rId358"/>
                </p:custDataLst>
              </p:nvPr>
            </p:nvSpPr>
            <p:spPr>
              <a:xfrm>
                <a:off x="7863258" y="2169612"/>
                <a:ext cx="122241" cy="203219"/>
              </a:xfrm>
              <a:custGeom>
                <a:avLst/>
                <a:gdLst>
                  <a:gd name="connsiteX0" fmla="*/ 122241 w 122241"/>
                  <a:gd name="connsiteY0" fmla="*/ 203220 h 203219"/>
                  <a:gd name="connsiteX1" fmla="*/ 78915 w 122241"/>
                  <a:gd name="connsiteY1" fmla="*/ 177946 h 203219"/>
                  <a:gd name="connsiteX2" fmla="*/ 0 w 122241"/>
                  <a:gd name="connsiteY2" fmla="*/ 0 h 203219"/>
                  <a:gd name="connsiteX3" fmla="*/ 43326 w 122241"/>
                  <a:gd name="connsiteY3" fmla="*/ 24758 h 203219"/>
                  <a:gd name="connsiteX4" fmla="*/ 122241 w 122241"/>
                  <a:gd name="connsiteY4" fmla="*/ 203220 h 203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2241" h="203219">
                    <a:moveTo>
                      <a:pt x="122241" y="203220"/>
                    </a:moveTo>
                    <a:lnTo>
                      <a:pt x="78915" y="177946"/>
                    </a:lnTo>
                    <a:lnTo>
                      <a:pt x="0" y="0"/>
                    </a:lnTo>
                    <a:lnTo>
                      <a:pt x="43326" y="24758"/>
                    </a:lnTo>
                    <a:lnTo>
                      <a:pt x="122241" y="20322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grpSp>
            <p:nvGrpSpPr>
              <p:cNvPr id="309" name="组合 308"/>
              <p:cNvGrpSpPr/>
              <p:nvPr/>
            </p:nvGrpSpPr>
            <p:grpSpPr>
              <a:xfrm>
                <a:off x="7704912" y="1653852"/>
                <a:ext cx="495670" cy="597254"/>
                <a:chOff x="7704912" y="1653852"/>
                <a:chExt cx="495670" cy="597254"/>
              </a:xfrm>
              <a:solidFill>
                <a:schemeClr val="accent2">
                  <a:lumMod val="60000"/>
                  <a:lumOff val="40000"/>
                </a:schemeClr>
              </a:solidFill>
            </p:grpSpPr>
            <p:grpSp>
              <p:nvGrpSpPr>
                <p:cNvPr id="310" name="图形 2882"/>
                <p:cNvGrpSpPr/>
                <p:nvPr/>
              </p:nvGrpSpPr>
              <p:grpSpPr>
                <a:xfrm>
                  <a:off x="8109288" y="1653852"/>
                  <a:ext cx="91294" cy="34532"/>
                  <a:chOff x="8109288" y="1653852"/>
                  <a:chExt cx="91294" cy="34532"/>
                </a:xfrm>
                <a:grpFill/>
              </p:grpSpPr>
              <p:sp>
                <p:nvSpPr>
                  <p:cNvPr id="1412" name="任意多边形: 形状 1411"/>
                  <p:cNvSpPr/>
                  <p:nvPr>
                    <p:custDataLst>
                      <p:tags r:id="rId359"/>
                    </p:custDataLst>
                  </p:nvPr>
                </p:nvSpPr>
                <p:spPr>
                  <a:xfrm>
                    <a:off x="8109804" y="1653852"/>
                    <a:ext cx="90778" cy="34532"/>
                  </a:xfrm>
                  <a:custGeom>
                    <a:avLst/>
                    <a:gdLst>
                      <a:gd name="connsiteX0" fmla="*/ 47452 w 90778"/>
                      <a:gd name="connsiteY0" fmla="*/ 4617 h 34532"/>
                      <a:gd name="connsiteX1" fmla="*/ 90778 w 90778"/>
                      <a:gd name="connsiteY1" fmla="*/ 29890 h 34532"/>
                      <a:gd name="connsiteX2" fmla="*/ 43326 w 90778"/>
                      <a:gd name="connsiteY2" fmla="*/ 34532 h 34532"/>
                      <a:gd name="connsiteX3" fmla="*/ 0 w 90778"/>
                      <a:gd name="connsiteY3" fmla="*/ 9259 h 34532"/>
                      <a:gd name="connsiteX4" fmla="*/ 47452 w 90778"/>
                      <a:gd name="connsiteY4" fmla="*/ 4617 h 3453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90778" h="34532">
                        <a:moveTo>
                          <a:pt x="47452" y="4617"/>
                        </a:moveTo>
                        <a:lnTo>
                          <a:pt x="90778" y="29890"/>
                        </a:lnTo>
                        <a:cubicBezTo>
                          <a:pt x="78399" y="22669"/>
                          <a:pt x="61894" y="23701"/>
                          <a:pt x="43326" y="34532"/>
                        </a:cubicBezTo>
                        <a:lnTo>
                          <a:pt x="0" y="9259"/>
                        </a:lnTo>
                        <a:cubicBezTo>
                          <a:pt x="18568" y="-1573"/>
                          <a:pt x="35589" y="-2604"/>
                          <a:pt x="47452" y="4617"/>
                        </a:cubicBezTo>
                        <a:close/>
                      </a:path>
                    </a:pathLst>
                  </a:custGeom>
                  <a:grpFill/>
                  <a:ln w="5157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PPOSans R"/>
                      <a:ea typeface="OPPOSans R"/>
                      <a:cs typeface="+mn-cs"/>
                    </a:endParaRPr>
                  </a:p>
                </p:txBody>
              </p:sp>
              <p:sp>
                <p:nvSpPr>
                  <p:cNvPr id="1413" name="任意多边形: 形状 1412"/>
                  <p:cNvSpPr/>
                  <p:nvPr>
                    <p:custDataLst>
                      <p:tags r:id="rId360"/>
                    </p:custDataLst>
                  </p:nvPr>
                </p:nvSpPr>
                <p:spPr>
                  <a:xfrm>
                    <a:off x="8109288" y="1653852"/>
                    <a:ext cx="90778" cy="34532"/>
                  </a:xfrm>
                  <a:custGeom>
                    <a:avLst/>
                    <a:gdLst>
                      <a:gd name="connsiteX0" fmla="*/ 43326 w 90778"/>
                      <a:gd name="connsiteY0" fmla="*/ 34532 h 34532"/>
                      <a:gd name="connsiteX1" fmla="*/ 0 w 90778"/>
                      <a:gd name="connsiteY1" fmla="*/ 9259 h 34532"/>
                      <a:gd name="connsiteX2" fmla="*/ 47452 w 90778"/>
                      <a:gd name="connsiteY2" fmla="*/ 4617 h 34532"/>
                      <a:gd name="connsiteX3" fmla="*/ 90778 w 90778"/>
                      <a:gd name="connsiteY3" fmla="*/ 29890 h 34532"/>
                      <a:gd name="connsiteX4" fmla="*/ 43326 w 90778"/>
                      <a:gd name="connsiteY4" fmla="*/ 34532 h 34532"/>
                      <a:gd name="connsiteX5" fmla="*/ 43326 w 90778"/>
                      <a:gd name="connsiteY5" fmla="*/ 34532 h 3453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90778" h="34532">
                        <a:moveTo>
                          <a:pt x="43326" y="34532"/>
                        </a:moveTo>
                        <a:lnTo>
                          <a:pt x="0" y="9259"/>
                        </a:lnTo>
                        <a:cubicBezTo>
                          <a:pt x="18568" y="-1573"/>
                          <a:pt x="35589" y="-2604"/>
                          <a:pt x="47452" y="4617"/>
                        </a:cubicBezTo>
                        <a:lnTo>
                          <a:pt x="90778" y="29890"/>
                        </a:lnTo>
                        <a:cubicBezTo>
                          <a:pt x="78399" y="22669"/>
                          <a:pt x="61894" y="23701"/>
                          <a:pt x="43326" y="34532"/>
                        </a:cubicBezTo>
                        <a:lnTo>
                          <a:pt x="43326" y="34532"/>
                        </a:lnTo>
                        <a:close/>
                      </a:path>
                    </a:pathLst>
                  </a:custGeom>
                  <a:grpFill/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PPOSans R"/>
                      <a:ea typeface="OPPOSans R"/>
                      <a:cs typeface="+mn-cs"/>
                    </a:endParaRPr>
                  </a:p>
                </p:txBody>
              </p:sp>
            </p:grpSp>
            <p:grpSp>
              <p:nvGrpSpPr>
                <p:cNvPr id="311" name="图形 2882"/>
                <p:cNvGrpSpPr/>
                <p:nvPr/>
              </p:nvGrpSpPr>
              <p:grpSpPr>
                <a:xfrm>
                  <a:off x="7705428" y="2183023"/>
                  <a:ext cx="62925" cy="68083"/>
                  <a:chOff x="7705428" y="2183023"/>
                  <a:chExt cx="62925" cy="68083"/>
                </a:xfrm>
                <a:grpFill/>
              </p:grpSpPr>
              <p:sp>
                <p:nvSpPr>
                  <p:cNvPr id="1410" name="任意多边形: 形状 1409"/>
                  <p:cNvSpPr/>
                  <p:nvPr>
                    <p:custDataLst>
                      <p:tags r:id="rId361"/>
                    </p:custDataLst>
                  </p:nvPr>
                </p:nvSpPr>
                <p:spPr>
                  <a:xfrm>
                    <a:off x="7705428" y="2183023"/>
                    <a:ext cx="62925" cy="68083"/>
                  </a:xfrm>
                  <a:custGeom>
                    <a:avLst/>
                    <a:gdLst>
                      <a:gd name="connsiteX0" fmla="*/ 62926 w 62925"/>
                      <a:gd name="connsiteY0" fmla="*/ 68084 h 68083"/>
                      <a:gd name="connsiteX1" fmla="*/ 19600 w 62925"/>
                      <a:gd name="connsiteY1" fmla="*/ 42810 h 68083"/>
                      <a:gd name="connsiteX2" fmla="*/ 0 w 62925"/>
                      <a:gd name="connsiteY2" fmla="*/ 0 h 68083"/>
                      <a:gd name="connsiteX3" fmla="*/ 43326 w 62925"/>
                      <a:gd name="connsiteY3" fmla="*/ 25273 h 68083"/>
                      <a:gd name="connsiteX4" fmla="*/ 62926 w 62925"/>
                      <a:gd name="connsiteY4" fmla="*/ 68084 h 6808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62925" h="68083">
                        <a:moveTo>
                          <a:pt x="62926" y="68084"/>
                        </a:moveTo>
                        <a:lnTo>
                          <a:pt x="19600" y="42810"/>
                        </a:lnTo>
                        <a:cubicBezTo>
                          <a:pt x="7737" y="35589"/>
                          <a:pt x="0" y="21147"/>
                          <a:pt x="0" y="0"/>
                        </a:cubicBezTo>
                        <a:lnTo>
                          <a:pt x="43326" y="25273"/>
                        </a:lnTo>
                        <a:cubicBezTo>
                          <a:pt x="43326" y="46421"/>
                          <a:pt x="51063" y="61378"/>
                          <a:pt x="62926" y="68084"/>
                        </a:cubicBezTo>
                        <a:close/>
                      </a:path>
                    </a:pathLst>
                  </a:custGeom>
                  <a:grpFill/>
                  <a:ln w="5157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PPOSans R"/>
                      <a:ea typeface="OPPOSans R"/>
                      <a:cs typeface="+mn-cs"/>
                    </a:endParaRPr>
                  </a:p>
                </p:txBody>
              </p:sp>
              <p:sp>
                <p:nvSpPr>
                  <p:cNvPr id="1411" name="任意多边形: 形状 1410"/>
                  <p:cNvSpPr/>
                  <p:nvPr>
                    <p:custDataLst>
                      <p:tags r:id="rId362"/>
                    </p:custDataLst>
                  </p:nvPr>
                </p:nvSpPr>
                <p:spPr>
                  <a:xfrm>
                    <a:off x="7705428" y="2183023"/>
                    <a:ext cx="62925" cy="68083"/>
                  </a:xfrm>
                  <a:custGeom>
                    <a:avLst/>
                    <a:gdLst>
                      <a:gd name="connsiteX0" fmla="*/ 62926 w 62925"/>
                      <a:gd name="connsiteY0" fmla="*/ 68084 h 68083"/>
                      <a:gd name="connsiteX1" fmla="*/ 19600 w 62925"/>
                      <a:gd name="connsiteY1" fmla="*/ 42810 h 68083"/>
                      <a:gd name="connsiteX2" fmla="*/ 0 w 62925"/>
                      <a:gd name="connsiteY2" fmla="*/ 0 h 68083"/>
                      <a:gd name="connsiteX3" fmla="*/ 43326 w 62925"/>
                      <a:gd name="connsiteY3" fmla="*/ 25273 h 68083"/>
                      <a:gd name="connsiteX4" fmla="*/ 62926 w 62925"/>
                      <a:gd name="connsiteY4" fmla="*/ 68084 h 68083"/>
                      <a:gd name="connsiteX5" fmla="*/ 62926 w 62925"/>
                      <a:gd name="connsiteY5" fmla="*/ 68084 h 6808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62925" h="68083">
                        <a:moveTo>
                          <a:pt x="62926" y="68084"/>
                        </a:moveTo>
                        <a:lnTo>
                          <a:pt x="19600" y="42810"/>
                        </a:lnTo>
                        <a:cubicBezTo>
                          <a:pt x="7737" y="35589"/>
                          <a:pt x="0" y="21147"/>
                          <a:pt x="0" y="0"/>
                        </a:cubicBezTo>
                        <a:lnTo>
                          <a:pt x="43326" y="25273"/>
                        </a:lnTo>
                        <a:cubicBezTo>
                          <a:pt x="43326" y="46421"/>
                          <a:pt x="51063" y="61378"/>
                          <a:pt x="62926" y="68084"/>
                        </a:cubicBezTo>
                        <a:lnTo>
                          <a:pt x="62926" y="68084"/>
                        </a:lnTo>
                        <a:close/>
                      </a:path>
                    </a:pathLst>
                  </a:custGeom>
                  <a:grpFill/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PPOSans R"/>
                      <a:ea typeface="OPPOSans R"/>
                      <a:cs typeface="+mn-cs"/>
                    </a:endParaRPr>
                  </a:p>
                </p:txBody>
              </p:sp>
            </p:grpSp>
            <p:sp>
              <p:nvSpPr>
                <p:cNvPr id="312" name="任意多边形: 形状 1404"/>
                <p:cNvSpPr/>
                <p:nvPr>
                  <p:custDataLst>
                    <p:tags r:id="rId363"/>
                  </p:custDataLst>
                </p:nvPr>
              </p:nvSpPr>
              <p:spPr>
                <a:xfrm>
                  <a:off x="7705428" y="1973614"/>
                  <a:ext cx="43841" cy="234682"/>
                </a:xfrm>
                <a:custGeom>
                  <a:avLst/>
                  <a:gdLst>
                    <a:gd name="connsiteX0" fmla="*/ 43842 w 43841"/>
                    <a:gd name="connsiteY0" fmla="*/ 234682 h 234682"/>
                    <a:gd name="connsiteX1" fmla="*/ 516 w 43841"/>
                    <a:gd name="connsiteY1" fmla="*/ 209409 h 234682"/>
                    <a:gd name="connsiteX2" fmla="*/ 0 w 43841"/>
                    <a:gd name="connsiteY2" fmla="*/ 0 h 234682"/>
                    <a:gd name="connsiteX3" fmla="*/ 42810 w 43841"/>
                    <a:gd name="connsiteY3" fmla="*/ 25274 h 234682"/>
                    <a:gd name="connsiteX4" fmla="*/ 43842 w 43841"/>
                    <a:gd name="connsiteY4" fmla="*/ 234682 h 2346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3841" h="234682">
                      <a:moveTo>
                        <a:pt x="43842" y="234682"/>
                      </a:moveTo>
                      <a:lnTo>
                        <a:pt x="516" y="209409"/>
                      </a:lnTo>
                      <a:lnTo>
                        <a:pt x="0" y="0"/>
                      </a:lnTo>
                      <a:lnTo>
                        <a:pt x="42810" y="25274"/>
                      </a:lnTo>
                      <a:lnTo>
                        <a:pt x="43842" y="234682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  <p:sp>
              <p:nvSpPr>
                <p:cNvPr id="313" name="任意多边形: 形状 1405"/>
                <p:cNvSpPr/>
                <p:nvPr>
                  <p:custDataLst>
                    <p:tags r:id="rId364"/>
                  </p:custDataLst>
                </p:nvPr>
              </p:nvSpPr>
              <p:spPr>
                <a:xfrm>
                  <a:off x="7771964" y="1663111"/>
                  <a:ext cx="380649" cy="220240"/>
                </a:xfrm>
                <a:custGeom>
                  <a:avLst/>
                  <a:gdLst>
                    <a:gd name="connsiteX0" fmla="*/ 43326 w 380649"/>
                    <a:gd name="connsiteY0" fmla="*/ 220240 h 220240"/>
                    <a:gd name="connsiteX1" fmla="*/ 0 w 380649"/>
                    <a:gd name="connsiteY1" fmla="*/ 194967 h 220240"/>
                    <a:gd name="connsiteX2" fmla="*/ 337324 w 380649"/>
                    <a:gd name="connsiteY2" fmla="*/ 0 h 220240"/>
                    <a:gd name="connsiteX3" fmla="*/ 380650 w 380649"/>
                    <a:gd name="connsiteY3" fmla="*/ 25274 h 220240"/>
                    <a:gd name="connsiteX4" fmla="*/ 43326 w 380649"/>
                    <a:gd name="connsiteY4" fmla="*/ 220240 h 2202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80649" h="220240">
                      <a:moveTo>
                        <a:pt x="43326" y="220240"/>
                      </a:moveTo>
                      <a:lnTo>
                        <a:pt x="0" y="194967"/>
                      </a:lnTo>
                      <a:lnTo>
                        <a:pt x="337324" y="0"/>
                      </a:lnTo>
                      <a:lnTo>
                        <a:pt x="380650" y="25274"/>
                      </a:lnTo>
                      <a:lnTo>
                        <a:pt x="43326" y="220240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  <p:grpSp>
              <p:nvGrpSpPr>
                <p:cNvPr id="314" name="图形 2882"/>
                <p:cNvGrpSpPr/>
                <p:nvPr/>
              </p:nvGrpSpPr>
              <p:grpSpPr>
                <a:xfrm>
                  <a:off x="7704912" y="1858078"/>
                  <a:ext cx="109862" cy="140809"/>
                  <a:chOff x="7704912" y="1858078"/>
                  <a:chExt cx="109862" cy="140809"/>
                </a:xfrm>
                <a:grpFill/>
              </p:grpSpPr>
              <p:sp>
                <p:nvSpPr>
                  <p:cNvPr id="1408" name="任意多边形: 形状 1407"/>
                  <p:cNvSpPr/>
                  <p:nvPr>
                    <p:custDataLst>
                      <p:tags r:id="rId365"/>
                    </p:custDataLst>
                  </p:nvPr>
                </p:nvSpPr>
                <p:spPr>
                  <a:xfrm>
                    <a:off x="7704912" y="1858078"/>
                    <a:ext cx="109862" cy="140809"/>
                  </a:xfrm>
                  <a:custGeom>
                    <a:avLst/>
                    <a:gdLst>
                      <a:gd name="connsiteX0" fmla="*/ 43326 w 109862"/>
                      <a:gd name="connsiteY0" fmla="*/ 140810 h 140809"/>
                      <a:gd name="connsiteX1" fmla="*/ 0 w 109862"/>
                      <a:gd name="connsiteY1" fmla="*/ 115536 h 140809"/>
                      <a:gd name="connsiteX2" fmla="*/ 66536 w 109862"/>
                      <a:gd name="connsiteY2" fmla="*/ 0 h 140809"/>
                      <a:gd name="connsiteX3" fmla="*/ 109862 w 109862"/>
                      <a:gd name="connsiteY3" fmla="*/ 25273 h 140809"/>
                      <a:gd name="connsiteX4" fmla="*/ 43326 w 109862"/>
                      <a:gd name="connsiteY4" fmla="*/ 140810 h 14080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09862" h="140809">
                        <a:moveTo>
                          <a:pt x="43326" y="140810"/>
                        </a:moveTo>
                        <a:lnTo>
                          <a:pt x="0" y="115536"/>
                        </a:lnTo>
                        <a:cubicBezTo>
                          <a:pt x="0" y="73242"/>
                          <a:pt x="29916" y="21147"/>
                          <a:pt x="66536" y="0"/>
                        </a:cubicBezTo>
                        <a:lnTo>
                          <a:pt x="109862" y="25273"/>
                        </a:lnTo>
                        <a:cubicBezTo>
                          <a:pt x="72726" y="46421"/>
                          <a:pt x="42810" y="98515"/>
                          <a:pt x="43326" y="140810"/>
                        </a:cubicBezTo>
                        <a:close/>
                      </a:path>
                    </a:pathLst>
                  </a:custGeom>
                  <a:grpFill/>
                  <a:ln w="5157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PPOSans R"/>
                      <a:ea typeface="OPPOSans R"/>
                      <a:cs typeface="+mn-cs"/>
                    </a:endParaRPr>
                  </a:p>
                </p:txBody>
              </p:sp>
              <p:sp>
                <p:nvSpPr>
                  <p:cNvPr id="1409" name="任意多边形: 形状 1408"/>
                  <p:cNvSpPr/>
                  <p:nvPr>
                    <p:custDataLst>
                      <p:tags r:id="rId366"/>
                    </p:custDataLst>
                  </p:nvPr>
                </p:nvSpPr>
                <p:spPr>
                  <a:xfrm>
                    <a:off x="7704912" y="1858078"/>
                    <a:ext cx="109862" cy="140809"/>
                  </a:xfrm>
                  <a:custGeom>
                    <a:avLst/>
                    <a:gdLst>
                      <a:gd name="connsiteX0" fmla="*/ 43326 w 109862"/>
                      <a:gd name="connsiteY0" fmla="*/ 140810 h 140809"/>
                      <a:gd name="connsiteX1" fmla="*/ 0 w 109862"/>
                      <a:gd name="connsiteY1" fmla="*/ 115536 h 140809"/>
                      <a:gd name="connsiteX2" fmla="*/ 66536 w 109862"/>
                      <a:gd name="connsiteY2" fmla="*/ 0 h 140809"/>
                      <a:gd name="connsiteX3" fmla="*/ 109862 w 109862"/>
                      <a:gd name="connsiteY3" fmla="*/ 25273 h 140809"/>
                      <a:gd name="connsiteX4" fmla="*/ 43326 w 109862"/>
                      <a:gd name="connsiteY4" fmla="*/ 140810 h 140809"/>
                      <a:gd name="connsiteX5" fmla="*/ 43326 w 109862"/>
                      <a:gd name="connsiteY5" fmla="*/ 140810 h 14080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09862" h="140809">
                        <a:moveTo>
                          <a:pt x="43326" y="140810"/>
                        </a:moveTo>
                        <a:lnTo>
                          <a:pt x="0" y="115536"/>
                        </a:lnTo>
                        <a:cubicBezTo>
                          <a:pt x="0" y="73242"/>
                          <a:pt x="29916" y="21147"/>
                          <a:pt x="66536" y="0"/>
                        </a:cubicBezTo>
                        <a:lnTo>
                          <a:pt x="109862" y="25273"/>
                        </a:lnTo>
                        <a:cubicBezTo>
                          <a:pt x="72726" y="46421"/>
                          <a:pt x="42810" y="98515"/>
                          <a:pt x="43326" y="140810"/>
                        </a:cubicBezTo>
                        <a:lnTo>
                          <a:pt x="43326" y="140810"/>
                        </a:lnTo>
                        <a:close/>
                      </a:path>
                    </a:pathLst>
                  </a:custGeom>
                  <a:grpFill/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PPOSans R"/>
                      <a:ea typeface="OPPOSans R"/>
                      <a:cs typeface="+mn-cs"/>
                    </a:endParaRPr>
                  </a:p>
                </p:txBody>
              </p:sp>
            </p:grpSp>
          </p:grpSp>
          <p:sp>
            <p:nvSpPr>
              <p:cNvPr id="315" name="任意多边形: 形状 1400"/>
              <p:cNvSpPr/>
              <p:nvPr>
                <p:custDataLst>
                  <p:tags r:id="rId367"/>
                </p:custDataLst>
              </p:nvPr>
            </p:nvSpPr>
            <p:spPr>
              <a:xfrm>
                <a:off x="7749263" y="1679301"/>
                <a:ext cx="470409" cy="693014"/>
              </a:xfrm>
              <a:custGeom>
                <a:avLst/>
                <a:gdLst>
                  <a:gd name="connsiteX0" fmla="*/ 403351 w 470409"/>
                  <a:gd name="connsiteY0" fmla="*/ 9083 h 693014"/>
                  <a:gd name="connsiteX1" fmla="*/ 470403 w 470409"/>
                  <a:gd name="connsiteY1" fmla="*/ 47251 h 693014"/>
                  <a:gd name="connsiteX2" fmla="*/ 470403 w 470409"/>
                  <a:gd name="connsiteY2" fmla="*/ 256660 h 693014"/>
                  <a:gd name="connsiteX3" fmla="*/ 404383 w 470409"/>
                  <a:gd name="connsiteY3" fmla="*/ 372196 h 693014"/>
                  <a:gd name="connsiteX4" fmla="*/ 314120 w 470409"/>
                  <a:gd name="connsiteY4" fmla="*/ 424290 h 693014"/>
                  <a:gd name="connsiteX5" fmla="*/ 236236 w 470409"/>
                  <a:gd name="connsiteY5" fmla="*/ 693015 h 693014"/>
                  <a:gd name="connsiteX6" fmla="*/ 157321 w 470409"/>
                  <a:gd name="connsiteY6" fmla="*/ 514553 h 693014"/>
                  <a:gd name="connsiteX7" fmla="*/ 67059 w 470409"/>
                  <a:gd name="connsiteY7" fmla="*/ 566647 h 693014"/>
                  <a:gd name="connsiteX8" fmla="*/ 7 w 470409"/>
                  <a:gd name="connsiteY8" fmla="*/ 528479 h 693014"/>
                  <a:gd name="connsiteX9" fmla="*/ 7 w 470409"/>
                  <a:gd name="connsiteY9" fmla="*/ 319070 h 693014"/>
                  <a:gd name="connsiteX10" fmla="*/ 66027 w 470409"/>
                  <a:gd name="connsiteY10" fmla="*/ 203534 h 693014"/>
                  <a:gd name="connsiteX11" fmla="*/ 403351 w 470409"/>
                  <a:gd name="connsiteY11" fmla="*/ 8567 h 6930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70409" h="693014">
                    <a:moveTo>
                      <a:pt x="403351" y="9083"/>
                    </a:moveTo>
                    <a:cubicBezTo>
                      <a:pt x="440487" y="-12064"/>
                      <a:pt x="470403" y="4957"/>
                      <a:pt x="470403" y="47251"/>
                    </a:cubicBezTo>
                    <a:lnTo>
                      <a:pt x="470403" y="256660"/>
                    </a:lnTo>
                    <a:cubicBezTo>
                      <a:pt x="470919" y="298954"/>
                      <a:pt x="441003" y="351049"/>
                      <a:pt x="404383" y="372196"/>
                    </a:cubicBezTo>
                    <a:lnTo>
                      <a:pt x="314120" y="424290"/>
                    </a:lnTo>
                    <a:lnTo>
                      <a:pt x="236236" y="693015"/>
                    </a:lnTo>
                    <a:lnTo>
                      <a:pt x="157321" y="514553"/>
                    </a:lnTo>
                    <a:lnTo>
                      <a:pt x="67059" y="566647"/>
                    </a:lnTo>
                    <a:cubicBezTo>
                      <a:pt x="29922" y="587794"/>
                      <a:pt x="7" y="570773"/>
                      <a:pt x="7" y="528479"/>
                    </a:cubicBezTo>
                    <a:lnTo>
                      <a:pt x="7" y="319070"/>
                    </a:lnTo>
                    <a:cubicBezTo>
                      <a:pt x="-509" y="276776"/>
                      <a:pt x="29406" y="224681"/>
                      <a:pt x="66027" y="203534"/>
                    </a:cubicBezTo>
                    <a:lnTo>
                      <a:pt x="403351" y="8567"/>
                    </a:lnTo>
                    <a:close/>
                  </a:path>
                </a:pathLst>
              </a:custGeom>
              <a:solidFill>
                <a:schemeClr val="accent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sp>
            <p:nvSpPr>
              <p:cNvPr id="316" name="任意多边形: 形状 1401"/>
              <p:cNvSpPr/>
              <p:nvPr>
                <p:custDataLst>
                  <p:tags r:id="rId368"/>
                </p:custDataLst>
              </p:nvPr>
            </p:nvSpPr>
            <p:spPr>
              <a:xfrm>
                <a:off x="7848625" y="1826211"/>
                <a:ext cx="243851" cy="294917"/>
              </a:xfrm>
              <a:custGeom>
                <a:avLst/>
                <a:gdLst>
                  <a:gd name="connsiteX0" fmla="*/ 175043 w 243851"/>
                  <a:gd name="connsiteY0" fmla="*/ 10204 h 294917"/>
                  <a:gd name="connsiteX1" fmla="*/ 221463 w 243851"/>
                  <a:gd name="connsiteY1" fmla="*/ 2467 h 294917"/>
                  <a:gd name="connsiteX2" fmla="*/ 122433 w 243851"/>
                  <a:gd name="connsiteY2" fmla="*/ 294918 h 294917"/>
                  <a:gd name="connsiteX3" fmla="*/ 21855 w 243851"/>
                  <a:gd name="connsiteY3" fmla="*/ 117487 h 294917"/>
                  <a:gd name="connsiteX4" fmla="*/ 68275 w 243851"/>
                  <a:gd name="connsiteY4" fmla="*/ 71582 h 294917"/>
                  <a:gd name="connsiteX5" fmla="*/ 121401 w 243851"/>
                  <a:gd name="connsiteY5" fmla="*/ 76225 h 294917"/>
                  <a:gd name="connsiteX6" fmla="*/ 174527 w 243851"/>
                  <a:gd name="connsiteY6" fmla="*/ 10204 h 2949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43851" h="294917">
                    <a:moveTo>
                      <a:pt x="175043" y="10204"/>
                    </a:moveTo>
                    <a:cubicBezTo>
                      <a:pt x="192580" y="404"/>
                      <a:pt x="209600" y="-2691"/>
                      <a:pt x="221463" y="2467"/>
                    </a:cubicBezTo>
                    <a:cubicBezTo>
                      <a:pt x="260663" y="18456"/>
                      <a:pt x="260147" y="118003"/>
                      <a:pt x="122433" y="294918"/>
                    </a:cubicBezTo>
                    <a:cubicBezTo>
                      <a:pt x="-15798" y="277381"/>
                      <a:pt x="-16829" y="178866"/>
                      <a:pt x="21855" y="117487"/>
                    </a:cubicBezTo>
                    <a:cubicBezTo>
                      <a:pt x="33718" y="98919"/>
                      <a:pt x="50738" y="81898"/>
                      <a:pt x="68275" y="71582"/>
                    </a:cubicBezTo>
                    <a:cubicBezTo>
                      <a:pt x="88907" y="59719"/>
                      <a:pt x="109538" y="58172"/>
                      <a:pt x="121401" y="76225"/>
                    </a:cubicBezTo>
                    <a:cubicBezTo>
                      <a:pt x="133264" y="44246"/>
                      <a:pt x="153896" y="22067"/>
                      <a:pt x="174527" y="10204"/>
                    </a:cubicBezTo>
                    <a:close/>
                  </a:path>
                </a:pathLst>
              </a:custGeom>
              <a:solidFill>
                <a:srgbClr val="F4F5FA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</p:grpSp>
        <p:grpSp>
          <p:nvGrpSpPr>
            <p:cNvPr id="1414" name="组合 1413"/>
            <p:cNvGrpSpPr/>
            <p:nvPr/>
          </p:nvGrpSpPr>
          <p:grpSpPr>
            <a:xfrm flipH="1">
              <a:off x="8774112" y="2760735"/>
              <a:ext cx="497006" cy="694182"/>
              <a:chOff x="9647361" y="1302602"/>
              <a:chExt cx="514759" cy="718979"/>
            </a:xfrm>
          </p:grpSpPr>
          <p:sp>
            <p:nvSpPr>
              <p:cNvPr id="1415" name="任意多边形: 形状 1414"/>
              <p:cNvSpPr/>
              <p:nvPr>
                <p:custDataLst>
                  <p:tags r:id="rId369"/>
                </p:custDataLst>
              </p:nvPr>
            </p:nvSpPr>
            <p:spPr>
              <a:xfrm>
                <a:off x="9805707" y="1817846"/>
                <a:ext cx="122241" cy="203735"/>
              </a:xfrm>
              <a:custGeom>
                <a:avLst/>
                <a:gdLst>
                  <a:gd name="connsiteX0" fmla="*/ 122241 w 122241"/>
                  <a:gd name="connsiteY0" fmla="*/ 203735 h 203735"/>
                  <a:gd name="connsiteX1" fmla="*/ 78915 w 122241"/>
                  <a:gd name="connsiteY1" fmla="*/ 178462 h 203735"/>
                  <a:gd name="connsiteX2" fmla="*/ 0 w 122241"/>
                  <a:gd name="connsiteY2" fmla="*/ 0 h 203735"/>
                  <a:gd name="connsiteX3" fmla="*/ 43326 w 122241"/>
                  <a:gd name="connsiteY3" fmla="*/ 25273 h 203735"/>
                  <a:gd name="connsiteX4" fmla="*/ 122241 w 122241"/>
                  <a:gd name="connsiteY4" fmla="*/ 203735 h 2037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2241" h="203735">
                    <a:moveTo>
                      <a:pt x="122241" y="203735"/>
                    </a:moveTo>
                    <a:lnTo>
                      <a:pt x="78915" y="178462"/>
                    </a:lnTo>
                    <a:lnTo>
                      <a:pt x="0" y="0"/>
                    </a:lnTo>
                    <a:lnTo>
                      <a:pt x="43326" y="25273"/>
                    </a:lnTo>
                    <a:lnTo>
                      <a:pt x="122241" y="203735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grpSp>
            <p:nvGrpSpPr>
              <p:cNvPr id="1416" name="组合 1415"/>
              <p:cNvGrpSpPr/>
              <p:nvPr/>
            </p:nvGrpSpPr>
            <p:grpSpPr>
              <a:xfrm>
                <a:off x="9647361" y="1302602"/>
                <a:ext cx="495153" cy="597254"/>
                <a:chOff x="9647361" y="1302602"/>
                <a:chExt cx="495153" cy="597254"/>
              </a:xfrm>
              <a:solidFill>
                <a:schemeClr val="accent2">
                  <a:lumMod val="60000"/>
                  <a:lumOff val="40000"/>
                </a:schemeClr>
              </a:solidFill>
            </p:grpSpPr>
            <p:grpSp>
              <p:nvGrpSpPr>
                <p:cNvPr id="1419" name="图形 2882"/>
                <p:cNvGrpSpPr/>
                <p:nvPr/>
              </p:nvGrpSpPr>
              <p:grpSpPr>
                <a:xfrm>
                  <a:off x="10051736" y="1302602"/>
                  <a:ext cx="90778" cy="34532"/>
                  <a:chOff x="10051736" y="1302602"/>
                  <a:chExt cx="90778" cy="34532"/>
                </a:xfrm>
                <a:grpFill/>
              </p:grpSpPr>
              <p:sp>
                <p:nvSpPr>
                  <p:cNvPr id="1428" name="任意多边形: 形状 1427"/>
                  <p:cNvSpPr/>
                  <p:nvPr>
                    <p:custDataLst>
                      <p:tags r:id="rId370"/>
                    </p:custDataLst>
                  </p:nvPr>
                </p:nvSpPr>
                <p:spPr>
                  <a:xfrm>
                    <a:off x="10051736" y="1302602"/>
                    <a:ext cx="90778" cy="34532"/>
                  </a:xfrm>
                  <a:custGeom>
                    <a:avLst/>
                    <a:gdLst>
                      <a:gd name="connsiteX0" fmla="*/ 47452 w 90778"/>
                      <a:gd name="connsiteY0" fmla="*/ 4617 h 34532"/>
                      <a:gd name="connsiteX1" fmla="*/ 90778 w 90778"/>
                      <a:gd name="connsiteY1" fmla="*/ 29890 h 34532"/>
                      <a:gd name="connsiteX2" fmla="*/ 43326 w 90778"/>
                      <a:gd name="connsiteY2" fmla="*/ 34532 h 34532"/>
                      <a:gd name="connsiteX3" fmla="*/ 0 w 90778"/>
                      <a:gd name="connsiteY3" fmla="*/ 9259 h 34532"/>
                      <a:gd name="connsiteX4" fmla="*/ 47452 w 90778"/>
                      <a:gd name="connsiteY4" fmla="*/ 4617 h 3453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90778" h="34532">
                        <a:moveTo>
                          <a:pt x="47452" y="4617"/>
                        </a:moveTo>
                        <a:lnTo>
                          <a:pt x="90778" y="29890"/>
                        </a:lnTo>
                        <a:cubicBezTo>
                          <a:pt x="78399" y="22669"/>
                          <a:pt x="61894" y="23701"/>
                          <a:pt x="43326" y="34532"/>
                        </a:cubicBezTo>
                        <a:lnTo>
                          <a:pt x="0" y="9259"/>
                        </a:lnTo>
                        <a:cubicBezTo>
                          <a:pt x="18568" y="-1573"/>
                          <a:pt x="35589" y="-2604"/>
                          <a:pt x="47452" y="4617"/>
                        </a:cubicBezTo>
                        <a:close/>
                      </a:path>
                    </a:pathLst>
                  </a:custGeom>
                  <a:grpFill/>
                  <a:ln w="5157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PPOSans R"/>
                      <a:ea typeface="OPPOSans R"/>
                      <a:cs typeface="+mn-cs"/>
                    </a:endParaRPr>
                  </a:p>
                </p:txBody>
              </p:sp>
              <p:sp>
                <p:nvSpPr>
                  <p:cNvPr id="1429" name="任意多边形: 形状 1428"/>
                  <p:cNvSpPr/>
                  <p:nvPr>
                    <p:custDataLst>
                      <p:tags r:id="rId371"/>
                    </p:custDataLst>
                  </p:nvPr>
                </p:nvSpPr>
                <p:spPr>
                  <a:xfrm>
                    <a:off x="10051736" y="1302602"/>
                    <a:ext cx="90778" cy="34532"/>
                  </a:xfrm>
                  <a:custGeom>
                    <a:avLst/>
                    <a:gdLst>
                      <a:gd name="connsiteX0" fmla="*/ 43326 w 90778"/>
                      <a:gd name="connsiteY0" fmla="*/ 34532 h 34532"/>
                      <a:gd name="connsiteX1" fmla="*/ 0 w 90778"/>
                      <a:gd name="connsiteY1" fmla="*/ 9259 h 34532"/>
                      <a:gd name="connsiteX2" fmla="*/ 47452 w 90778"/>
                      <a:gd name="connsiteY2" fmla="*/ 4617 h 34532"/>
                      <a:gd name="connsiteX3" fmla="*/ 90778 w 90778"/>
                      <a:gd name="connsiteY3" fmla="*/ 29890 h 34532"/>
                      <a:gd name="connsiteX4" fmla="*/ 43326 w 90778"/>
                      <a:gd name="connsiteY4" fmla="*/ 34532 h 34532"/>
                      <a:gd name="connsiteX5" fmla="*/ 43326 w 90778"/>
                      <a:gd name="connsiteY5" fmla="*/ 34532 h 3453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90778" h="34532">
                        <a:moveTo>
                          <a:pt x="43326" y="34532"/>
                        </a:moveTo>
                        <a:lnTo>
                          <a:pt x="0" y="9259"/>
                        </a:lnTo>
                        <a:cubicBezTo>
                          <a:pt x="18568" y="-1573"/>
                          <a:pt x="35589" y="-2604"/>
                          <a:pt x="47452" y="4617"/>
                        </a:cubicBezTo>
                        <a:lnTo>
                          <a:pt x="90778" y="29890"/>
                        </a:lnTo>
                        <a:cubicBezTo>
                          <a:pt x="78399" y="22669"/>
                          <a:pt x="61894" y="23701"/>
                          <a:pt x="43326" y="34532"/>
                        </a:cubicBezTo>
                        <a:lnTo>
                          <a:pt x="43326" y="34532"/>
                        </a:lnTo>
                        <a:close/>
                      </a:path>
                    </a:pathLst>
                  </a:custGeom>
                  <a:grpFill/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PPOSans R"/>
                      <a:ea typeface="OPPOSans R"/>
                      <a:cs typeface="+mn-cs"/>
                    </a:endParaRPr>
                  </a:p>
                </p:txBody>
              </p:sp>
            </p:grpSp>
            <p:grpSp>
              <p:nvGrpSpPr>
                <p:cNvPr id="1420" name="图形 2882"/>
                <p:cNvGrpSpPr/>
                <p:nvPr/>
              </p:nvGrpSpPr>
              <p:grpSpPr>
                <a:xfrm>
                  <a:off x="9647876" y="1831773"/>
                  <a:ext cx="62925" cy="68083"/>
                  <a:chOff x="9647876" y="1831773"/>
                  <a:chExt cx="62925" cy="68083"/>
                </a:xfrm>
                <a:grpFill/>
              </p:grpSpPr>
              <p:sp>
                <p:nvSpPr>
                  <p:cNvPr id="1426" name="任意多边形: 形状 1425"/>
                  <p:cNvSpPr/>
                  <p:nvPr>
                    <p:custDataLst>
                      <p:tags r:id="rId372"/>
                    </p:custDataLst>
                  </p:nvPr>
                </p:nvSpPr>
                <p:spPr>
                  <a:xfrm>
                    <a:off x="9647876" y="1831773"/>
                    <a:ext cx="62925" cy="68083"/>
                  </a:xfrm>
                  <a:custGeom>
                    <a:avLst/>
                    <a:gdLst>
                      <a:gd name="connsiteX0" fmla="*/ 62926 w 62925"/>
                      <a:gd name="connsiteY0" fmla="*/ 68084 h 68083"/>
                      <a:gd name="connsiteX1" fmla="*/ 19600 w 62925"/>
                      <a:gd name="connsiteY1" fmla="*/ 42810 h 68083"/>
                      <a:gd name="connsiteX2" fmla="*/ 0 w 62925"/>
                      <a:gd name="connsiteY2" fmla="*/ 0 h 68083"/>
                      <a:gd name="connsiteX3" fmla="*/ 43326 w 62925"/>
                      <a:gd name="connsiteY3" fmla="*/ 25274 h 68083"/>
                      <a:gd name="connsiteX4" fmla="*/ 62926 w 62925"/>
                      <a:gd name="connsiteY4" fmla="*/ 68084 h 6808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62925" h="68083">
                        <a:moveTo>
                          <a:pt x="62926" y="68084"/>
                        </a:moveTo>
                        <a:lnTo>
                          <a:pt x="19600" y="42810"/>
                        </a:lnTo>
                        <a:cubicBezTo>
                          <a:pt x="7737" y="35589"/>
                          <a:pt x="0" y="21147"/>
                          <a:pt x="0" y="0"/>
                        </a:cubicBezTo>
                        <a:lnTo>
                          <a:pt x="43326" y="25274"/>
                        </a:lnTo>
                        <a:cubicBezTo>
                          <a:pt x="43326" y="46421"/>
                          <a:pt x="51063" y="61379"/>
                          <a:pt x="62926" y="68084"/>
                        </a:cubicBezTo>
                        <a:close/>
                      </a:path>
                    </a:pathLst>
                  </a:custGeom>
                  <a:grpFill/>
                  <a:ln w="5157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PPOSans R"/>
                      <a:ea typeface="OPPOSans R"/>
                      <a:cs typeface="+mn-cs"/>
                    </a:endParaRPr>
                  </a:p>
                </p:txBody>
              </p:sp>
              <p:sp>
                <p:nvSpPr>
                  <p:cNvPr id="1427" name="任意多边形: 形状 1426"/>
                  <p:cNvSpPr/>
                  <p:nvPr>
                    <p:custDataLst>
                      <p:tags r:id="rId373"/>
                    </p:custDataLst>
                  </p:nvPr>
                </p:nvSpPr>
                <p:spPr>
                  <a:xfrm>
                    <a:off x="9647876" y="1831773"/>
                    <a:ext cx="62925" cy="68083"/>
                  </a:xfrm>
                  <a:custGeom>
                    <a:avLst/>
                    <a:gdLst>
                      <a:gd name="connsiteX0" fmla="*/ 62926 w 62925"/>
                      <a:gd name="connsiteY0" fmla="*/ 68084 h 68083"/>
                      <a:gd name="connsiteX1" fmla="*/ 19600 w 62925"/>
                      <a:gd name="connsiteY1" fmla="*/ 42810 h 68083"/>
                      <a:gd name="connsiteX2" fmla="*/ 0 w 62925"/>
                      <a:gd name="connsiteY2" fmla="*/ 0 h 68083"/>
                      <a:gd name="connsiteX3" fmla="*/ 43326 w 62925"/>
                      <a:gd name="connsiteY3" fmla="*/ 25274 h 68083"/>
                      <a:gd name="connsiteX4" fmla="*/ 62926 w 62925"/>
                      <a:gd name="connsiteY4" fmla="*/ 68084 h 68083"/>
                      <a:gd name="connsiteX5" fmla="*/ 62926 w 62925"/>
                      <a:gd name="connsiteY5" fmla="*/ 68084 h 6808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62925" h="68083">
                        <a:moveTo>
                          <a:pt x="62926" y="68084"/>
                        </a:moveTo>
                        <a:lnTo>
                          <a:pt x="19600" y="42810"/>
                        </a:lnTo>
                        <a:cubicBezTo>
                          <a:pt x="7737" y="35589"/>
                          <a:pt x="0" y="21147"/>
                          <a:pt x="0" y="0"/>
                        </a:cubicBezTo>
                        <a:lnTo>
                          <a:pt x="43326" y="25274"/>
                        </a:lnTo>
                        <a:cubicBezTo>
                          <a:pt x="43326" y="46421"/>
                          <a:pt x="51063" y="61379"/>
                          <a:pt x="62926" y="68084"/>
                        </a:cubicBezTo>
                        <a:lnTo>
                          <a:pt x="62926" y="68084"/>
                        </a:lnTo>
                        <a:close/>
                      </a:path>
                    </a:pathLst>
                  </a:custGeom>
                  <a:grpFill/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PPOSans R"/>
                      <a:ea typeface="OPPOSans R"/>
                      <a:cs typeface="+mn-cs"/>
                    </a:endParaRPr>
                  </a:p>
                </p:txBody>
              </p:sp>
            </p:grpSp>
            <p:sp>
              <p:nvSpPr>
                <p:cNvPr id="1421" name="任意多边形: 形状 1420"/>
                <p:cNvSpPr/>
                <p:nvPr>
                  <p:custDataLst>
                    <p:tags r:id="rId374"/>
                  </p:custDataLst>
                </p:nvPr>
              </p:nvSpPr>
              <p:spPr>
                <a:xfrm>
                  <a:off x="9647876" y="1622364"/>
                  <a:ext cx="43841" cy="234682"/>
                </a:xfrm>
                <a:custGeom>
                  <a:avLst/>
                  <a:gdLst>
                    <a:gd name="connsiteX0" fmla="*/ 43842 w 43841"/>
                    <a:gd name="connsiteY0" fmla="*/ 234682 h 234682"/>
                    <a:gd name="connsiteX1" fmla="*/ 516 w 43841"/>
                    <a:gd name="connsiteY1" fmla="*/ 209409 h 234682"/>
                    <a:gd name="connsiteX2" fmla="*/ 0 w 43841"/>
                    <a:gd name="connsiteY2" fmla="*/ 0 h 234682"/>
                    <a:gd name="connsiteX3" fmla="*/ 42810 w 43841"/>
                    <a:gd name="connsiteY3" fmla="*/ 24758 h 234682"/>
                    <a:gd name="connsiteX4" fmla="*/ 43842 w 43841"/>
                    <a:gd name="connsiteY4" fmla="*/ 234682 h 2346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3841" h="234682">
                      <a:moveTo>
                        <a:pt x="43842" y="234682"/>
                      </a:moveTo>
                      <a:lnTo>
                        <a:pt x="516" y="209409"/>
                      </a:lnTo>
                      <a:lnTo>
                        <a:pt x="0" y="0"/>
                      </a:lnTo>
                      <a:lnTo>
                        <a:pt x="42810" y="24758"/>
                      </a:lnTo>
                      <a:lnTo>
                        <a:pt x="43842" y="234682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  <p:sp>
              <p:nvSpPr>
                <p:cNvPr id="1422" name="任意多边形: 形状 1421"/>
                <p:cNvSpPr/>
                <p:nvPr>
                  <p:custDataLst>
                    <p:tags r:id="rId375"/>
                  </p:custDataLst>
                </p:nvPr>
              </p:nvSpPr>
              <p:spPr>
                <a:xfrm>
                  <a:off x="9714413" y="1311861"/>
                  <a:ext cx="380649" cy="219724"/>
                </a:xfrm>
                <a:custGeom>
                  <a:avLst/>
                  <a:gdLst>
                    <a:gd name="connsiteX0" fmla="*/ 43326 w 380649"/>
                    <a:gd name="connsiteY0" fmla="*/ 219725 h 219724"/>
                    <a:gd name="connsiteX1" fmla="*/ 0 w 380649"/>
                    <a:gd name="connsiteY1" fmla="*/ 194967 h 219724"/>
                    <a:gd name="connsiteX2" fmla="*/ 337324 w 380649"/>
                    <a:gd name="connsiteY2" fmla="*/ 0 h 219724"/>
                    <a:gd name="connsiteX3" fmla="*/ 380650 w 380649"/>
                    <a:gd name="connsiteY3" fmla="*/ 25273 h 219724"/>
                    <a:gd name="connsiteX4" fmla="*/ 43326 w 380649"/>
                    <a:gd name="connsiteY4" fmla="*/ 219725 h 2197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80649" h="219724">
                      <a:moveTo>
                        <a:pt x="43326" y="219725"/>
                      </a:moveTo>
                      <a:lnTo>
                        <a:pt x="0" y="194967"/>
                      </a:lnTo>
                      <a:lnTo>
                        <a:pt x="337324" y="0"/>
                      </a:lnTo>
                      <a:lnTo>
                        <a:pt x="380650" y="25273"/>
                      </a:lnTo>
                      <a:lnTo>
                        <a:pt x="43326" y="219725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/>
                    <a:ea typeface="OPPOSans R"/>
                    <a:cs typeface="+mn-cs"/>
                  </a:endParaRPr>
                </a:p>
              </p:txBody>
            </p:sp>
            <p:grpSp>
              <p:nvGrpSpPr>
                <p:cNvPr id="1423" name="图形 2882"/>
                <p:cNvGrpSpPr/>
                <p:nvPr/>
              </p:nvGrpSpPr>
              <p:grpSpPr>
                <a:xfrm>
                  <a:off x="9647361" y="1506312"/>
                  <a:ext cx="109862" cy="140809"/>
                  <a:chOff x="9647361" y="1506312"/>
                  <a:chExt cx="109862" cy="140809"/>
                </a:xfrm>
                <a:grpFill/>
              </p:grpSpPr>
              <p:sp>
                <p:nvSpPr>
                  <p:cNvPr id="1424" name="任意多边形: 形状 1423"/>
                  <p:cNvSpPr/>
                  <p:nvPr>
                    <p:custDataLst>
                      <p:tags r:id="rId376"/>
                    </p:custDataLst>
                  </p:nvPr>
                </p:nvSpPr>
                <p:spPr>
                  <a:xfrm>
                    <a:off x="9647361" y="1506312"/>
                    <a:ext cx="109862" cy="140809"/>
                  </a:xfrm>
                  <a:custGeom>
                    <a:avLst/>
                    <a:gdLst>
                      <a:gd name="connsiteX0" fmla="*/ 43326 w 109862"/>
                      <a:gd name="connsiteY0" fmla="*/ 140809 h 140809"/>
                      <a:gd name="connsiteX1" fmla="*/ 0 w 109862"/>
                      <a:gd name="connsiteY1" fmla="*/ 115536 h 140809"/>
                      <a:gd name="connsiteX2" fmla="*/ 66536 w 109862"/>
                      <a:gd name="connsiteY2" fmla="*/ 0 h 140809"/>
                      <a:gd name="connsiteX3" fmla="*/ 109862 w 109862"/>
                      <a:gd name="connsiteY3" fmla="*/ 25274 h 140809"/>
                      <a:gd name="connsiteX4" fmla="*/ 43326 w 109862"/>
                      <a:gd name="connsiteY4" fmla="*/ 140809 h 14080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09862" h="140809">
                        <a:moveTo>
                          <a:pt x="43326" y="140809"/>
                        </a:moveTo>
                        <a:lnTo>
                          <a:pt x="0" y="115536"/>
                        </a:lnTo>
                        <a:cubicBezTo>
                          <a:pt x="0" y="73242"/>
                          <a:pt x="29915" y="21147"/>
                          <a:pt x="66536" y="0"/>
                        </a:cubicBezTo>
                        <a:lnTo>
                          <a:pt x="109862" y="25274"/>
                        </a:lnTo>
                        <a:cubicBezTo>
                          <a:pt x="72726" y="46421"/>
                          <a:pt x="42810" y="98515"/>
                          <a:pt x="43326" y="140809"/>
                        </a:cubicBezTo>
                        <a:close/>
                      </a:path>
                    </a:pathLst>
                  </a:custGeom>
                  <a:grpFill/>
                  <a:ln w="5157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PPOSans R"/>
                      <a:ea typeface="OPPOSans R"/>
                      <a:cs typeface="+mn-cs"/>
                    </a:endParaRPr>
                  </a:p>
                </p:txBody>
              </p:sp>
              <p:sp>
                <p:nvSpPr>
                  <p:cNvPr id="1425" name="任意多边形: 形状 1424"/>
                  <p:cNvSpPr/>
                  <p:nvPr>
                    <p:custDataLst>
                      <p:tags r:id="rId377"/>
                    </p:custDataLst>
                  </p:nvPr>
                </p:nvSpPr>
                <p:spPr>
                  <a:xfrm>
                    <a:off x="9647361" y="1506312"/>
                    <a:ext cx="109862" cy="140809"/>
                  </a:xfrm>
                  <a:custGeom>
                    <a:avLst/>
                    <a:gdLst>
                      <a:gd name="connsiteX0" fmla="*/ 43326 w 109862"/>
                      <a:gd name="connsiteY0" fmla="*/ 140809 h 140809"/>
                      <a:gd name="connsiteX1" fmla="*/ 0 w 109862"/>
                      <a:gd name="connsiteY1" fmla="*/ 115536 h 140809"/>
                      <a:gd name="connsiteX2" fmla="*/ 66536 w 109862"/>
                      <a:gd name="connsiteY2" fmla="*/ 0 h 140809"/>
                      <a:gd name="connsiteX3" fmla="*/ 109862 w 109862"/>
                      <a:gd name="connsiteY3" fmla="*/ 25274 h 140809"/>
                      <a:gd name="connsiteX4" fmla="*/ 43326 w 109862"/>
                      <a:gd name="connsiteY4" fmla="*/ 140809 h 140809"/>
                      <a:gd name="connsiteX5" fmla="*/ 43326 w 109862"/>
                      <a:gd name="connsiteY5" fmla="*/ 140809 h 14080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09862" h="140809">
                        <a:moveTo>
                          <a:pt x="43326" y="140809"/>
                        </a:moveTo>
                        <a:lnTo>
                          <a:pt x="0" y="115536"/>
                        </a:lnTo>
                        <a:cubicBezTo>
                          <a:pt x="0" y="73242"/>
                          <a:pt x="29915" y="21147"/>
                          <a:pt x="66536" y="0"/>
                        </a:cubicBezTo>
                        <a:lnTo>
                          <a:pt x="109862" y="25274"/>
                        </a:lnTo>
                        <a:cubicBezTo>
                          <a:pt x="72726" y="46421"/>
                          <a:pt x="42810" y="98515"/>
                          <a:pt x="43326" y="140809"/>
                        </a:cubicBezTo>
                        <a:lnTo>
                          <a:pt x="43326" y="140809"/>
                        </a:lnTo>
                        <a:close/>
                      </a:path>
                    </a:pathLst>
                  </a:custGeom>
                  <a:grpFill/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PPOSans R"/>
                      <a:ea typeface="OPPOSans R"/>
                      <a:cs typeface="+mn-cs"/>
                    </a:endParaRPr>
                  </a:p>
                </p:txBody>
              </p:sp>
            </p:grpSp>
          </p:grpSp>
          <p:sp>
            <p:nvSpPr>
              <p:cNvPr id="1417" name="任意多边形: 形状 1416"/>
              <p:cNvSpPr/>
              <p:nvPr>
                <p:custDataLst>
                  <p:tags r:id="rId378"/>
                </p:custDataLst>
              </p:nvPr>
            </p:nvSpPr>
            <p:spPr>
              <a:xfrm>
                <a:off x="9691711" y="1328051"/>
                <a:ext cx="470409" cy="693014"/>
              </a:xfrm>
              <a:custGeom>
                <a:avLst/>
                <a:gdLst>
                  <a:gd name="connsiteX0" fmla="*/ 403351 w 470409"/>
                  <a:gd name="connsiteY0" fmla="*/ 9083 h 693014"/>
                  <a:gd name="connsiteX1" fmla="*/ 470403 w 470409"/>
                  <a:gd name="connsiteY1" fmla="*/ 47251 h 693014"/>
                  <a:gd name="connsiteX2" fmla="*/ 470403 w 470409"/>
                  <a:gd name="connsiteY2" fmla="*/ 256660 h 693014"/>
                  <a:gd name="connsiteX3" fmla="*/ 404383 w 470409"/>
                  <a:gd name="connsiteY3" fmla="*/ 372196 h 693014"/>
                  <a:gd name="connsiteX4" fmla="*/ 314120 w 470409"/>
                  <a:gd name="connsiteY4" fmla="*/ 424290 h 693014"/>
                  <a:gd name="connsiteX5" fmla="*/ 236236 w 470409"/>
                  <a:gd name="connsiteY5" fmla="*/ 693015 h 693014"/>
                  <a:gd name="connsiteX6" fmla="*/ 157321 w 470409"/>
                  <a:gd name="connsiteY6" fmla="*/ 514553 h 693014"/>
                  <a:gd name="connsiteX7" fmla="*/ 67059 w 470409"/>
                  <a:gd name="connsiteY7" fmla="*/ 566647 h 693014"/>
                  <a:gd name="connsiteX8" fmla="*/ 7 w 470409"/>
                  <a:gd name="connsiteY8" fmla="*/ 528479 h 693014"/>
                  <a:gd name="connsiteX9" fmla="*/ 7 w 470409"/>
                  <a:gd name="connsiteY9" fmla="*/ 319070 h 693014"/>
                  <a:gd name="connsiteX10" fmla="*/ 66027 w 470409"/>
                  <a:gd name="connsiteY10" fmla="*/ 203534 h 693014"/>
                  <a:gd name="connsiteX11" fmla="*/ 403351 w 470409"/>
                  <a:gd name="connsiteY11" fmla="*/ 8567 h 6930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70409" h="693014">
                    <a:moveTo>
                      <a:pt x="403351" y="9083"/>
                    </a:moveTo>
                    <a:cubicBezTo>
                      <a:pt x="440488" y="-12064"/>
                      <a:pt x="470403" y="4957"/>
                      <a:pt x="470403" y="47251"/>
                    </a:cubicBezTo>
                    <a:lnTo>
                      <a:pt x="470403" y="256660"/>
                    </a:lnTo>
                    <a:cubicBezTo>
                      <a:pt x="470919" y="298954"/>
                      <a:pt x="441003" y="351049"/>
                      <a:pt x="404383" y="372196"/>
                    </a:cubicBezTo>
                    <a:lnTo>
                      <a:pt x="314120" y="424290"/>
                    </a:lnTo>
                    <a:lnTo>
                      <a:pt x="236236" y="693015"/>
                    </a:lnTo>
                    <a:lnTo>
                      <a:pt x="157321" y="514553"/>
                    </a:lnTo>
                    <a:lnTo>
                      <a:pt x="67059" y="566647"/>
                    </a:lnTo>
                    <a:cubicBezTo>
                      <a:pt x="29922" y="587794"/>
                      <a:pt x="7" y="570773"/>
                      <a:pt x="7" y="528479"/>
                    </a:cubicBezTo>
                    <a:lnTo>
                      <a:pt x="7" y="319070"/>
                    </a:lnTo>
                    <a:cubicBezTo>
                      <a:pt x="-509" y="276776"/>
                      <a:pt x="29407" y="224681"/>
                      <a:pt x="66027" y="203534"/>
                    </a:cubicBezTo>
                    <a:lnTo>
                      <a:pt x="403351" y="8567"/>
                    </a:lnTo>
                    <a:close/>
                  </a:path>
                </a:pathLst>
              </a:custGeom>
              <a:solidFill>
                <a:schemeClr val="accent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  <p:sp>
            <p:nvSpPr>
              <p:cNvPr id="1418" name="任意多边形: 形状 1417"/>
              <p:cNvSpPr/>
              <p:nvPr>
                <p:custDataLst>
                  <p:tags r:id="rId379"/>
                </p:custDataLst>
              </p:nvPr>
            </p:nvSpPr>
            <p:spPr>
              <a:xfrm>
                <a:off x="9845468" y="1488322"/>
                <a:ext cx="163410" cy="260863"/>
              </a:xfrm>
              <a:custGeom>
                <a:avLst/>
                <a:gdLst>
                  <a:gd name="connsiteX0" fmla="*/ 4126 w 227461"/>
                  <a:gd name="connsiteY0" fmla="*/ 264082 h 363113"/>
                  <a:gd name="connsiteX1" fmla="*/ 54158 w 227461"/>
                  <a:gd name="connsiteY1" fmla="*/ 235198 h 363113"/>
                  <a:gd name="connsiteX2" fmla="*/ 60863 w 227461"/>
                  <a:gd name="connsiteY2" fmla="*/ 185167 h 363113"/>
                  <a:gd name="connsiteX3" fmla="*/ 10316 w 227461"/>
                  <a:gd name="connsiteY3" fmla="*/ 214567 h 363113"/>
                  <a:gd name="connsiteX4" fmla="*/ 15474 w 227461"/>
                  <a:gd name="connsiteY4" fmla="*/ 174851 h 363113"/>
                  <a:gd name="connsiteX5" fmla="*/ 67052 w 227461"/>
                  <a:gd name="connsiteY5" fmla="*/ 145452 h 363113"/>
                  <a:gd name="connsiteX6" fmla="*/ 79431 w 227461"/>
                  <a:gd name="connsiteY6" fmla="*/ 58800 h 363113"/>
                  <a:gd name="connsiteX7" fmla="*/ 110894 w 227461"/>
                  <a:gd name="connsiteY7" fmla="*/ 40747 h 363113"/>
                  <a:gd name="connsiteX8" fmla="*/ 98515 w 227461"/>
                  <a:gd name="connsiteY8" fmla="*/ 127399 h 363113"/>
                  <a:gd name="connsiteX9" fmla="*/ 139262 w 227461"/>
                  <a:gd name="connsiteY9" fmla="*/ 104189 h 363113"/>
                  <a:gd name="connsiteX10" fmla="*/ 151125 w 227461"/>
                  <a:gd name="connsiteY10" fmla="*/ 18053 h 363113"/>
                  <a:gd name="connsiteX11" fmla="*/ 182588 w 227461"/>
                  <a:gd name="connsiteY11" fmla="*/ 0 h 363113"/>
                  <a:gd name="connsiteX12" fmla="*/ 170725 w 227461"/>
                  <a:gd name="connsiteY12" fmla="*/ 86136 h 363113"/>
                  <a:gd name="connsiteX13" fmla="*/ 227461 w 227461"/>
                  <a:gd name="connsiteY13" fmla="*/ 53642 h 363113"/>
                  <a:gd name="connsiteX14" fmla="*/ 222819 w 227461"/>
                  <a:gd name="connsiteY14" fmla="*/ 92841 h 363113"/>
                  <a:gd name="connsiteX15" fmla="*/ 166083 w 227461"/>
                  <a:gd name="connsiteY15" fmla="*/ 125336 h 363113"/>
                  <a:gd name="connsiteX16" fmla="*/ 159378 w 227461"/>
                  <a:gd name="connsiteY16" fmla="*/ 175883 h 363113"/>
                  <a:gd name="connsiteX17" fmla="*/ 216114 w 227461"/>
                  <a:gd name="connsiteY17" fmla="*/ 143388 h 363113"/>
                  <a:gd name="connsiteX18" fmla="*/ 211472 w 227461"/>
                  <a:gd name="connsiteY18" fmla="*/ 182588 h 363113"/>
                  <a:gd name="connsiteX19" fmla="*/ 152673 w 227461"/>
                  <a:gd name="connsiteY19" fmla="*/ 216630 h 363113"/>
                  <a:gd name="connsiteX20" fmla="*/ 140294 w 227461"/>
                  <a:gd name="connsiteY20" fmla="*/ 303282 h 363113"/>
                  <a:gd name="connsiteX21" fmla="*/ 108831 w 227461"/>
                  <a:gd name="connsiteY21" fmla="*/ 321334 h 363113"/>
                  <a:gd name="connsiteX22" fmla="*/ 121210 w 227461"/>
                  <a:gd name="connsiteY22" fmla="*/ 234682 h 363113"/>
                  <a:gd name="connsiteX23" fmla="*/ 80463 w 227461"/>
                  <a:gd name="connsiteY23" fmla="*/ 257893 h 363113"/>
                  <a:gd name="connsiteX24" fmla="*/ 68084 w 227461"/>
                  <a:gd name="connsiteY24" fmla="*/ 345061 h 363113"/>
                  <a:gd name="connsiteX25" fmla="*/ 36621 w 227461"/>
                  <a:gd name="connsiteY25" fmla="*/ 363113 h 363113"/>
                  <a:gd name="connsiteX26" fmla="*/ 49000 w 227461"/>
                  <a:gd name="connsiteY26" fmla="*/ 275945 h 363113"/>
                  <a:gd name="connsiteX27" fmla="*/ 0 w 227461"/>
                  <a:gd name="connsiteY27" fmla="*/ 304313 h 363113"/>
                  <a:gd name="connsiteX28" fmla="*/ 4642 w 227461"/>
                  <a:gd name="connsiteY28" fmla="*/ 265114 h 363113"/>
                  <a:gd name="connsiteX29" fmla="*/ 127399 w 227461"/>
                  <a:gd name="connsiteY29" fmla="*/ 193420 h 363113"/>
                  <a:gd name="connsiteX30" fmla="*/ 134104 w 227461"/>
                  <a:gd name="connsiteY30" fmla="*/ 142873 h 363113"/>
                  <a:gd name="connsiteX31" fmla="*/ 92842 w 227461"/>
                  <a:gd name="connsiteY31" fmla="*/ 166599 h 363113"/>
                  <a:gd name="connsiteX32" fmla="*/ 86136 w 227461"/>
                  <a:gd name="connsiteY32" fmla="*/ 216630 h 363113"/>
                  <a:gd name="connsiteX33" fmla="*/ 127399 w 227461"/>
                  <a:gd name="connsiteY33" fmla="*/ 192904 h 3631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227461" h="363113">
                    <a:moveTo>
                      <a:pt x="4126" y="264082"/>
                    </a:moveTo>
                    <a:lnTo>
                      <a:pt x="54158" y="235198"/>
                    </a:lnTo>
                    <a:lnTo>
                      <a:pt x="60863" y="185167"/>
                    </a:lnTo>
                    <a:lnTo>
                      <a:pt x="10316" y="214567"/>
                    </a:lnTo>
                    <a:lnTo>
                      <a:pt x="15474" y="174851"/>
                    </a:lnTo>
                    <a:lnTo>
                      <a:pt x="67052" y="145452"/>
                    </a:lnTo>
                    <a:lnTo>
                      <a:pt x="79431" y="58800"/>
                    </a:lnTo>
                    <a:lnTo>
                      <a:pt x="110894" y="40747"/>
                    </a:lnTo>
                    <a:lnTo>
                      <a:pt x="98515" y="127399"/>
                    </a:lnTo>
                    <a:lnTo>
                      <a:pt x="139262" y="104189"/>
                    </a:lnTo>
                    <a:lnTo>
                      <a:pt x="151125" y="18053"/>
                    </a:lnTo>
                    <a:lnTo>
                      <a:pt x="182588" y="0"/>
                    </a:lnTo>
                    <a:lnTo>
                      <a:pt x="170725" y="86136"/>
                    </a:lnTo>
                    <a:lnTo>
                      <a:pt x="227461" y="53642"/>
                    </a:lnTo>
                    <a:lnTo>
                      <a:pt x="222819" y="92841"/>
                    </a:lnTo>
                    <a:lnTo>
                      <a:pt x="166083" y="125336"/>
                    </a:lnTo>
                    <a:lnTo>
                      <a:pt x="159378" y="175883"/>
                    </a:lnTo>
                    <a:lnTo>
                      <a:pt x="216114" y="143388"/>
                    </a:lnTo>
                    <a:lnTo>
                      <a:pt x="211472" y="182588"/>
                    </a:lnTo>
                    <a:lnTo>
                      <a:pt x="152673" y="216630"/>
                    </a:lnTo>
                    <a:lnTo>
                      <a:pt x="140294" y="303282"/>
                    </a:lnTo>
                    <a:lnTo>
                      <a:pt x="108831" y="321334"/>
                    </a:lnTo>
                    <a:lnTo>
                      <a:pt x="121210" y="234682"/>
                    </a:lnTo>
                    <a:lnTo>
                      <a:pt x="80463" y="257893"/>
                    </a:lnTo>
                    <a:lnTo>
                      <a:pt x="68084" y="345061"/>
                    </a:lnTo>
                    <a:lnTo>
                      <a:pt x="36621" y="363113"/>
                    </a:lnTo>
                    <a:lnTo>
                      <a:pt x="49000" y="275945"/>
                    </a:lnTo>
                    <a:lnTo>
                      <a:pt x="0" y="304313"/>
                    </a:lnTo>
                    <a:lnTo>
                      <a:pt x="4642" y="265114"/>
                    </a:lnTo>
                    <a:close/>
                    <a:moveTo>
                      <a:pt x="127399" y="193420"/>
                    </a:moveTo>
                    <a:lnTo>
                      <a:pt x="134104" y="142873"/>
                    </a:lnTo>
                    <a:lnTo>
                      <a:pt x="92842" y="166599"/>
                    </a:lnTo>
                    <a:lnTo>
                      <a:pt x="86136" y="216630"/>
                    </a:lnTo>
                    <a:lnTo>
                      <a:pt x="127399" y="192904"/>
                    </a:lnTo>
                    <a:close/>
                  </a:path>
                </a:pathLst>
              </a:custGeom>
              <a:solidFill>
                <a:srgbClr val="F4F5FA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POSans R"/>
                  <a:ea typeface="OPPOSans R"/>
                  <a:cs typeface="+mn-cs"/>
                </a:endParaRPr>
              </a:p>
            </p:txBody>
          </p:sp>
        </p:grpSp>
      </p:grpSp>
      <p:pic>
        <p:nvPicPr>
          <p:cNvPr id="317" name="图片 316" descr="钱纸币"/>
          <p:cNvPicPr>
            <a:picLocks noChangeAspect="1"/>
          </p:cNvPicPr>
          <p:nvPr>
            <p:custDataLst>
              <p:tags r:id="rId380"/>
            </p:custDataLst>
          </p:nvPr>
        </p:nvPicPr>
        <p:blipFill>
          <a:blip r:embed="rId381">
            <a:extLst>
              <a:ext uri="{96DAC541-7B7A-43D3-8B79-37D633B846F1}">
                <asvg:svgBlip xmlns:asvg="http://schemas.microsoft.com/office/drawing/2016/SVG/main" r:embed="rId382"/>
              </a:ext>
            </a:extLst>
          </a:blip>
          <a:stretch>
            <a:fillRect/>
          </a:stretch>
        </p:blipFill>
        <p:spPr>
          <a:xfrm>
            <a:off x="8940800" y="4077970"/>
            <a:ext cx="1595755" cy="1765300"/>
          </a:xfrm>
          <a:prstGeom prst="rect">
            <a:avLst/>
          </a:prstGeom>
        </p:spPr>
      </p:pic>
      <p:sp>
        <p:nvSpPr>
          <p:cNvPr id="466" name="path 466"/>
          <p:cNvSpPr/>
          <p:nvPr>
            <p:custDataLst>
              <p:tags r:id="rId383"/>
            </p:custDataLst>
          </p:nvPr>
        </p:nvSpPr>
        <p:spPr>
          <a:xfrm>
            <a:off x="960120" y="2727325"/>
            <a:ext cx="230505" cy="177165"/>
          </a:xfrm>
          <a:custGeom>
            <a:avLst/>
            <a:gdLst/>
            <a:ahLst/>
            <a:cxnLst/>
            <a:rect l="0" t="0" r="0" b="0"/>
            <a:pathLst>
              <a:path w="187" h="201">
                <a:moveTo>
                  <a:pt x="0" y="100"/>
                </a:moveTo>
                <a:lnTo>
                  <a:pt x="93" y="0"/>
                </a:lnTo>
                <a:lnTo>
                  <a:pt x="187" y="100"/>
                </a:lnTo>
                <a:lnTo>
                  <a:pt x="93" y="201"/>
                </a:lnTo>
                <a:lnTo>
                  <a:pt x="0" y="100"/>
                </a:lnTo>
              </a:path>
            </a:pathLst>
          </a:custGeom>
          <a:solidFill>
            <a:schemeClr val="accent1">
              <a:lumMod val="75000"/>
            </a:scheme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18" name="path 466"/>
          <p:cNvSpPr/>
          <p:nvPr>
            <p:custDataLst>
              <p:tags r:id="rId384"/>
            </p:custDataLst>
          </p:nvPr>
        </p:nvSpPr>
        <p:spPr>
          <a:xfrm>
            <a:off x="8333105" y="2727325"/>
            <a:ext cx="230505" cy="177165"/>
          </a:xfrm>
          <a:custGeom>
            <a:avLst/>
            <a:gdLst/>
            <a:ahLst/>
            <a:cxnLst/>
            <a:rect l="0" t="0" r="0" b="0"/>
            <a:pathLst>
              <a:path w="187" h="201">
                <a:moveTo>
                  <a:pt x="0" y="100"/>
                </a:moveTo>
                <a:lnTo>
                  <a:pt x="93" y="0"/>
                </a:lnTo>
                <a:lnTo>
                  <a:pt x="187" y="100"/>
                </a:lnTo>
                <a:lnTo>
                  <a:pt x="93" y="201"/>
                </a:lnTo>
                <a:lnTo>
                  <a:pt x="0" y="100"/>
                </a:lnTo>
              </a:path>
            </a:pathLst>
          </a:custGeom>
          <a:solidFill>
            <a:schemeClr val="accent1">
              <a:lumMod val="75000"/>
            </a:scheme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19" name="path 466"/>
          <p:cNvSpPr/>
          <p:nvPr>
            <p:custDataLst>
              <p:tags r:id="rId385"/>
            </p:custDataLst>
          </p:nvPr>
        </p:nvSpPr>
        <p:spPr>
          <a:xfrm>
            <a:off x="4568825" y="2727325"/>
            <a:ext cx="230505" cy="177165"/>
          </a:xfrm>
          <a:custGeom>
            <a:avLst/>
            <a:gdLst/>
            <a:ahLst/>
            <a:cxnLst/>
            <a:rect l="0" t="0" r="0" b="0"/>
            <a:pathLst>
              <a:path w="187" h="201">
                <a:moveTo>
                  <a:pt x="0" y="100"/>
                </a:moveTo>
                <a:lnTo>
                  <a:pt x="93" y="0"/>
                </a:lnTo>
                <a:lnTo>
                  <a:pt x="187" y="100"/>
                </a:lnTo>
                <a:lnTo>
                  <a:pt x="93" y="201"/>
                </a:lnTo>
                <a:lnTo>
                  <a:pt x="0" y="100"/>
                </a:lnTo>
              </a:path>
            </a:pathLst>
          </a:custGeom>
          <a:solidFill>
            <a:schemeClr val="accent1">
              <a:lumMod val="75000"/>
            </a:scheme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  <p:custDataLst>
      <p:tags r:id="rId386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2" name="Picture 4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13783" y="98425"/>
            <a:ext cx="775970" cy="836930"/>
          </a:xfrm>
          <a:prstGeom prst="rect">
            <a:avLst/>
          </a:prstGeom>
        </p:spPr>
      </p:pic>
      <p:sp>
        <p:nvSpPr>
          <p:cNvPr id="149" name="矩形: 圆角 148"/>
          <p:cNvSpPr/>
          <p:nvPr/>
        </p:nvSpPr>
        <p:spPr>
          <a:xfrm flipV="1">
            <a:off x="656370" y="3091559"/>
            <a:ext cx="2019623" cy="2487789"/>
          </a:xfrm>
          <a:prstGeom prst="roundRect">
            <a:avLst>
              <a:gd name="adj" fmla="val 7914"/>
            </a:avLst>
          </a:prstGeom>
          <a:gradFill>
            <a:gsLst>
              <a:gs pos="100000">
                <a:schemeClr val="bg1">
                  <a:alpha val="0"/>
                </a:schemeClr>
              </a:gs>
              <a:gs pos="0">
                <a:schemeClr val="bg1">
                  <a:alpha val="80000"/>
                </a:schemeClr>
              </a:gs>
            </a:gsLst>
            <a:lin ang="5400000" scaled="0"/>
          </a:gradFill>
          <a:ln w="12700" cap="flat" cmpd="sng" algn="ctr">
            <a:noFill/>
            <a:prstDash val="solid"/>
            <a:miter lim="800000"/>
          </a:ln>
          <a:effectLst>
            <a:outerShdw blurRad="495300" dist="76200" dir="5400000" sx="95000" sy="95000" algn="ctr" rotWithShape="0">
              <a:schemeClr val="accent1">
                <a:alpha val="25000"/>
              </a:schemeClr>
            </a:outerShdw>
          </a:effectLst>
        </p:spPr>
        <p:txBody>
          <a:bodyPr rtlCol="0" anchor="ctr"/>
          <a:lstStyle/>
          <a:p>
            <a:pPr algn="ctr" defTabSz="914400"/>
            <a:endParaRPr lang="zh-CN" altLang="en-US" sz="1200" b="1" kern="0" spc="100" dirty="0">
              <a:solidFill>
                <a:srgbClr val="000000">
                  <a:alpha val="80000"/>
                </a:srgbClr>
              </a:solidFill>
              <a:latin typeface="OPPOSans R" panose="00020600040101010101" pitchFamily="18" charset="-122"/>
              <a:ea typeface="OPPOSans R" panose="00020600040101010101" pitchFamily="18" charset="-122"/>
              <a:cs typeface="OPPOSans R"/>
            </a:endParaRPr>
          </a:p>
        </p:txBody>
      </p:sp>
      <p:sp>
        <p:nvSpPr>
          <p:cNvPr id="150" name="矩形: 圆角 149"/>
          <p:cNvSpPr/>
          <p:nvPr/>
        </p:nvSpPr>
        <p:spPr>
          <a:xfrm flipV="1">
            <a:off x="2860675" y="4094480"/>
            <a:ext cx="2019935" cy="2420620"/>
          </a:xfrm>
          <a:prstGeom prst="roundRect">
            <a:avLst>
              <a:gd name="adj" fmla="val 7612"/>
            </a:avLst>
          </a:prstGeom>
          <a:gradFill>
            <a:gsLst>
              <a:gs pos="100000">
                <a:schemeClr val="bg1">
                  <a:alpha val="0"/>
                </a:schemeClr>
              </a:gs>
              <a:gs pos="0">
                <a:schemeClr val="bg1">
                  <a:alpha val="80000"/>
                </a:schemeClr>
              </a:gs>
            </a:gsLst>
            <a:lin ang="5400000" scaled="0"/>
          </a:gradFill>
          <a:ln w="12700" cap="flat" cmpd="sng" algn="ctr">
            <a:noFill/>
            <a:prstDash val="solid"/>
            <a:miter lim="800000"/>
          </a:ln>
          <a:effectLst>
            <a:outerShdw blurRad="495300" dist="76200" dir="5400000" sx="95000" sy="95000" algn="ctr" rotWithShape="0">
              <a:schemeClr val="accent1">
                <a:alpha val="25000"/>
              </a:schemeClr>
            </a:outerShdw>
          </a:effectLst>
        </p:spPr>
        <p:txBody>
          <a:bodyPr rtlCol="0" anchor="ctr"/>
          <a:lstStyle/>
          <a:p>
            <a:pPr algn="ctr" defTabSz="914400"/>
            <a:endParaRPr lang="zh-CN" altLang="en-US" sz="1200" b="1" kern="0" spc="100" dirty="0">
              <a:solidFill>
                <a:srgbClr val="000000">
                  <a:alpha val="80000"/>
                </a:srgbClr>
              </a:solidFill>
              <a:latin typeface="OPPOSans R" panose="00020600040101010101" pitchFamily="18" charset="-122"/>
              <a:ea typeface="OPPOSans R" panose="00020600040101010101" pitchFamily="18" charset="-122"/>
              <a:cs typeface="OPPOSans R"/>
            </a:endParaRPr>
          </a:p>
        </p:txBody>
      </p:sp>
      <p:sp>
        <p:nvSpPr>
          <p:cNvPr id="151" name="矩形: 圆角 150"/>
          <p:cNvSpPr/>
          <p:nvPr/>
        </p:nvSpPr>
        <p:spPr>
          <a:xfrm flipV="1">
            <a:off x="5065066" y="3389173"/>
            <a:ext cx="2019623" cy="2487789"/>
          </a:xfrm>
          <a:prstGeom prst="roundRect">
            <a:avLst>
              <a:gd name="adj" fmla="val 7612"/>
            </a:avLst>
          </a:prstGeom>
          <a:gradFill>
            <a:gsLst>
              <a:gs pos="100000">
                <a:schemeClr val="bg1">
                  <a:alpha val="0"/>
                </a:schemeClr>
              </a:gs>
              <a:gs pos="0">
                <a:schemeClr val="bg1">
                  <a:alpha val="80000"/>
                </a:schemeClr>
              </a:gs>
            </a:gsLst>
            <a:lin ang="5400000" scaled="0"/>
          </a:gradFill>
          <a:ln w="12700" cap="flat" cmpd="sng" algn="ctr">
            <a:noFill/>
            <a:prstDash val="solid"/>
            <a:miter lim="800000"/>
          </a:ln>
          <a:effectLst>
            <a:outerShdw blurRad="495300" dist="76200" dir="5400000" sx="95000" sy="95000" algn="ctr" rotWithShape="0">
              <a:schemeClr val="accent1">
                <a:alpha val="25000"/>
              </a:schemeClr>
            </a:outerShdw>
          </a:effectLst>
        </p:spPr>
        <p:txBody>
          <a:bodyPr rtlCol="0" anchor="ctr"/>
          <a:lstStyle/>
          <a:p>
            <a:pPr algn="ctr" defTabSz="914400"/>
            <a:endParaRPr lang="zh-CN" altLang="en-US" sz="1200" b="1" kern="0" spc="100" dirty="0">
              <a:solidFill>
                <a:srgbClr val="000000">
                  <a:alpha val="80000"/>
                </a:srgbClr>
              </a:solidFill>
              <a:latin typeface="OPPOSans R" panose="00020600040101010101" pitchFamily="18" charset="-122"/>
              <a:ea typeface="OPPOSans R" panose="00020600040101010101" pitchFamily="18" charset="-122"/>
              <a:cs typeface="OPPOSans R"/>
            </a:endParaRPr>
          </a:p>
        </p:txBody>
      </p:sp>
      <p:sp>
        <p:nvSpPr>
          <p:cNvPr id="152" name="矩形: 圆角 151"/>
          <p:cNvSpPr/>
          <p:nvPr/>
        </p:nvSpPr>
        <p:spPr>
          <a:xfrm flipV="1">
            <a:off x="7191375" y="4094480"/>
            <a:ext cx="2155190" cy="2420620"/>
          </a:xfrm>
          <a:prstGeom prst="roundRect">
            <a:avLst>
              <a:gd name="adj" fmla="val 7914"/>
            </a:avLst>
          </a:prstGeom>
          <a:gradFill>
            <a:gsLst>
              <a:gs pos="100000">
                <a:schemeClr val="bg1">
                  <a:alpha val="0"/>
                </a:schemeClr>
              </a:gs>
              <a:gs pos="0">
                <a:schemeClr val="bg1">
                  <a:alpha val="80000"/>
                </a:schemeClr>
              </a:gs>
            </a:gsLst>
            <a:lin ang="5400000" scaled="0"/>
          </a:gradFill>
          <a:ln w="12700" cap="flat" cmpd="sng" algn="ctr">
            <a:noFill/>
            <a:prstDash val="solid"/>
            <a:miter lim="800000"/>
          </a:ln>
          <a:effectLst>
            <a:outerShdw blurRad="495300" dist="76200" dir="5400000" sx="95000" sy="95000" algn="ctr" rotWithShape="0">
              <a:schemeClr val="accent1">
                <a:alpha val="25000"/>
              </a:schemeClr>
            </a:outerShdw>
          </a:effectLst>
        </p:spPr>
        <p:txBody>
          <a:bodyPr rtlCol="0" anchor="ctr"/>
          <a:lstStyle/>
          <a:p>
            <a:pPr algn="ctr" defTabSz="914400"/>
            <a:endParaRPr lang="zh-CN" altLang="en-US" sz="1200" b="1" kern="0" spc="100" dirty="0">
              <a:solidFill>
                <a:srgbClr val="000000">
                  <a:alpha val="80000"/>
                </a:srgbClr>
              </a:solidFill>
              <a:latin typeface="OPPOSans R" panose="00020600040101010101" pitchFamily="18" charset="-122"/>
              <a:ea typeface="OPPOSans R" panose="00020600040101010101" pitchFamily="18" charset="-122"/>
              <a:cs typeface="OPPOSans R"/>
            </a:endParaRPr>
          </a:p>
        </p:txBody>
      </p:sp>
      <p:sp>
        <p:nvSpPr>
          <p:cNvPr id="153" name="矩形: 圆角 152"/>
          <p:cNvSpPr/>
          <p:nvPr/>
        </p:nvSpPr>
        <p:spPr>
          <a:xfrm flipV="1">
            <a:off x="9473762" y="3091559"/>
            <a:ext cx="2019623" cy="2487789"/>
          </a:xfrm>
          <a:prstGeom prst="roundRect">
            <a:avLst>
              <a:gd name="adj" fmla="val 7008"/>
            </a:avLst>
          </a:prstGeom>
          <a:gradFill>
            <a:gsLst>
              <a:gs pos="100000">
                <a:schemeClr val="bg1">
                  <a:alpha val="0"/>
                </a:schemeClr>
              </a:gs>
              <a:gs pos="0">
                <a:schemeClr val="bg1">
                  <a:alpha val="80000"/>
                </a:schemeClr>
              </a:gs>
            </a:gsLst>
            <a:lin ang="5400000" scaled="0"/>
          </a:gradFill>
          <a:ln w="12700" cap="flat" cmpd="sng" algn="ctr">
            <a:noFill/>
            <a:prstDash val="solid"/>
            <a:miter lim="800000"/>
          </a:ln>
          <a:effectLst>
            <a:outerShdw blurRad="495300" dist="76200" dir="5400000" sx="95000" sy="95000" algn="ctr" rotWithShape="0">
              <a:schemeClr val="accent1">
                <a:alpha val="25000"/>
              </a:schemeClr>
            </a:outerShdw>
          </a:effectLst>
        </p:spPr>
        <p:txBody>
          <a:bodyPr rtlCol="0" anchor="ctr"/>
          <a:lstStyle/>
          <a:p>
            <a:pPr algn="ctr" defTabSz="914400"/>
            <a:endParaRPr lang="zh-CN" altLang="en-US" sz="1200" b="1" kern="0" spc="100" dirty="0">
              <a:solidFill>
                <a:srgbClr val="000000">
                  <a:alpha val="80000"/>
                </a:srgbClr>
              </a:solidFill>
              <a:latin typeface="OPPOSans R" panose="00020600040101010101" pitchFamily="18" charset="-122"/>
              <a:ea typeface="OPPOSans R" panose="00020600040101010101" pitchFamily="18" charset="-122"/>
              <a:cs typeface="OPPOSans R"/>
            </a:endParaRPr>
          </a:p>
        </p:txBody>
      </p:sp>
      <p:sp>
        <p:nvSpPr>
          <p:cNvPr id="49" name="任意多边形: 形状 1"/>
          <p:cNvSpPr/>
          <p:nvPr/>
        </p:nvSpPr>
        <p:spPr>
          <a:xfrm>
            <a:off x="2502706" y="2098584"/>
            <a:ext cx="1352545" cy="1554649"/>
          </a:xfrm>
          <a:custGeom>
            <a:avLst/>
            <a:gdLst>
              <a:gd name="connsiteX0" fmla="*/ 0 w 2008628"/>
              <a:gd name="connsiteY0" fmla="*/ 873753 h 1747506"/>
              <a:gd name="connsiteX1" fmla="*/ 436877 w 2008628"/>
              <a:gd name="connsiteY1" fmla="*/ 0 h 1747506"/>
              <a:gd name="connsiteX2" fmla="*/ 1571752 w 2008628"/>
              <a:gd name="connsiteY2" fmla="*/ 0 h 1747506"/>
              <a:gd name="connsiteX3" fmla="*/ 2008628 w 2008628"/>
              <a:gd name="connsiteY3" fmla="*/ 873753 h 1747506"/>
              <a:gd name="connsiteX4" fmla="*/ 1571752 w 2008628"/>
              <a:gd name="connsiteY4" fmla="*/ 1747506 h 1747506"/>
              <a:gd name="connsiteX5" fmla="*/ 436877 w 2008628"/>
              <a:gd name="connsiteY5" fmla="*/ 1747506 h 1747506"/>
              <a:gd name="connsiteX6" fmla="*/ 0 w 2008628"/>
              <a:gd name="connsiteY6" fmla="*/ 873753 h 1747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08628" h="1747506">
                <a:moveTo>
                  <a:pt x="1004314" y="0"/>
                </a:moveTo>
                <a:lnTo>
                  <a:pt x="2008627" y="380083"/>
                </a:lnTo>
                <a:lnTo>
                  <a:pt x="2008627" y="1367424"/>
                </a:lnTo>
                <a:lnTo>
                  <a:pt x="1004314" y="1747506"/>
                </a:lnTo>
                <a:lnTo>
                  <a:pt x="1" y="1367424"/>
                </a:lnTo>
                <a:lnTo>
                  <a:pt x="1" y="380083"/>
                </a:lnTo>
                <a:lnTo>
                  <a:pt x="1004314" y="0"/>
                </a:lnTo>
                <a:close/>
              </a:path>
            </a:pathLst>
          </a:custGeom>
          <a:solidFill>
            <a:schemeClr val="bg1">
              <a:alpha val="0"/>
            </a:schemeClr>
          </a:solidFill>
          <a:ln w="12700">
            <a:gradFill flip="none" rotWithShape="1">
              <a:gsLst>
                <a:gs pos="0">
                  <a:schemeClr val="accent1"/>
                </a:gs>
                <a:gs pos="60000">
                  <a:schemeClr val="accent1">
                    <a:alpha val="0"/>
                  </a:schemeClr>
                </a:gs>
              </a:gsLst>
              <a:lin ang="16200000" scaled="1"/>
              <a:tileRect/>
            </a:gradFill>
          </a:ln>
          <a:effectLst>
            <a:outerShdw blurRad="596900" dist="38100" dir="2700000" algn="tl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94240" tIns="434931" rIns="394240" bIns="434931" numCol="1" spcCol="1270" anchor="ctr" anchorCtr="0">
            <a:noAutofit/>
          </a:bodyPr>
          <a:lstStyle/>
          <a:p>
            <a:pPr marL="0" lvl="0" indent="0" algn="ctr" defTabSz="1422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zh-CN" altLang="en-US" sz="1200" kern="1200" dirty="0">
              <a:latin typeface="OPPOSans R" panose="00020600040101010101" pitchFamily="18" charset="-122"/>
              <a:ea typeface="OPPOSans R" panose="00020600040101010101" pitchFamily="18" charset="-122"/>
              <a:sym typeface="微软雅黑" panose="020B0503020204020204" charset="-122"/>
            </a:endParaRPr>
          </a:p>
        </p:txBody>
      </p:sp>
      <p:sp>
        <p:nvSpPr>
          <p:cNvPr id="50" name="任意多边形: 形状 2"/>
          <p:cNvSpPr/>
          <p:nvPr/>
        </p:nvSpPr>
        <p:spPr>
          <a:xfrm>
            <a:off x="1762072" y="3432045"/>
            <a:ext cx="1352545" cy="1554649"/>
          </a:xfrm>
          <a:custGeom>
            <a:avLst/>
            <a:gdLst>
              <a:gd name="connsiteX0" fmla="*/ 0 w 2008628"/>
              <a:gd name="connsiteY0" fmla="*/ 873753 h 1747506"/>
              <a:gd name="connsiteX1" fmla="*/ 436877 w 2008628"/>
              <a:gd name="connsiteY1" fmla="*/ 0 h 1747506"/>
              <a:gd name="connsiteX2" fmla="*/ 1571752 w 2008628"/>
              <a:gd name="connsiteY2" fmla="*/ 0 h 1747506"/>
              <a:gd name="connsiteX3" fmla="*/ 2008628 w 2008628"/>
              <a:gd name="connsiteY3" fmla="*/ 873753 h 1747506"/>
              <a:gd name="connsiteX4" fmla="*/ 1571752 w 2008628"/>
              <a:gd name="connsiteY4" fmla="*/ 1747506 h 1747506"/>
              <a:gd name="connsiteX5" fmla="*/ 436877 w 2008628"/>
              <a:gd name="connsiteY5" fmla="*/ 1747506 h 1747506"/>
              <a:gd name="connsiteX6" fmla="*/ 0 w 2008628"/>
              <a:gd name="connsiteY6" fmla="*/ 873753 h 1747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08628" h="1747506">
                <a:moveTo>
                  <a:pt x="1004314" y="0"/>
                </a:moveTo>
                <a:lnTo>
                  <a:pt x="2008627" y="380083"/>
                </a:lnTo>
                <a:lnTo>
                  <a:pt x="2008627" y="1367424"/>
                </a:lnTo>
                <a:lnTo>
                  <a:pt x="1004314" y="1747506"/>
                </a:lnTo>
                <a:lnTo>
                  <a:pt x="1" y="1367424"/>
                </a:lnTo>
                <a:lnTo>
                  <a:pt x="1" y="380083"/>
                </a:lnTo>
                <a:lnTo>
                  <a:pt x="1004314" y="0"/>
                </a:lnTo>
                <a:close/>
              </a:path>
            </a:pathLst>
          </a:custGeom>
          <a:solidFill>
            <a:schemeClr val="bg1">
              <a:alpha val="0"/>
            </a:schemeClr>
          </a:solidFill>
          <a:ln w="12700">
            <a:gradFill flip="none" rotWithShape="1">
              <a:gsLst>
                <a:gs pos="0">
                  <a:schemeClr val="accent1">
                    <a:alpha val="30000"/>
                  </a:schemeClr>
                </a:gs>
                <a:gs pos="6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</a:ln>
          <a:effectLst>
            <a:outerShdw blurRad="596900" dist="38100" dir="2700000" algn="tl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72320" tIns="313011" rIns="272320" bIns="313011" numCol="1" spcCol="1270" anchor="ctr" anchorCtr="0">
            <a:noAutofit/>
          </a:bodyPr>
          <a:lstStyle/>
          <a:p>
            <a:pPr algn="ctr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1200" dirty="0">
              <a:latin typeface="OPPOSans R" panose="00020600040101010101" pitchFamily="18" charset="-122"/>
              <a:ea typeface="OPPOSans R" panose="00020600040101010101" pitchFamily="18" charset="-122"/>
              <a:sym typeface="微软雅黑" panose="020B0503020204020204" charset="-122"/>
            </a:endParaRPr>
          </a:p>
        </p:txBody>
      </p:sp>
      <p:sp>
        <p:nvSpPr>
          <p:cNvPr id="51" name="任意多边形: 形状 3"/>
          <p:cNvSpPr/>
          <p:nvPr/>
        </p:nvSpPr>
        <p:spPr>
          <a:xfrm>
            <a:off x="3957601" y="2112458"/>
            <a:ext cx="1352545" cy="1554649"/>
          </a:xfrm>
          <a:custGeom>
            <a:avLst/>
            <a:gdLst>
              <a:gd name="connsiteX0" fmla="*/ 0 w 2008628"/>
              <a:gd name="connsiteY0" fmla="*/ 873753 h 1747506"/>
              <a:gd name="connsiteX1" fmla="*/ 436877 w 2008628"/>
              <a:gd name="connsiteY1" fmla="*/ 0 h 1747506"/>
              <a:gd name="connsiteX2" fmla="*/ 1571752 w 2008628"/>
              <a:gd name="connsiteY2" fmla="*/ 0 h 1747506"/>
              <a:gd name="connsiteX3" fmla="*/ 2008628 w 2008628"/>
              <a:gd name="connsiteY3" fmla="*/ 873753 h 1747506"/>
              <a:gd name="connsiteX4" fmla="*/ 1571752 w 2008628"/>
              <a:gd name="connsiteY4" fmla="*/ 1747506 h 1747506"/>
              <a:gd name="connsiteX5" fmla="*/ 436877 w 2008628"/>
              <a:gd name="connsiteY5" fmla="*/ 1747506 h 1747506"/>
              <a:gd name="connsiteX6" fmla="*/ 0 w 2008628"/>
              <a:gd name="connsiteY6" fmla="*/ 873753 h 1747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08628" h="1747506">
                <a:moveTo>
                  <a:pt x="1004314" y="0"/>
                </a:moveTo>
                <a:lnTo>
                  <a:pt x="2008627" y="380083"/>
                </a:lnTo>
                <a:lnTo>
                  <a:pt x="2008627" y="1367424"/>
                </a:lnTo>
                <a:lnTo>
                  <a:pt x="1004314" y="1747506"/>
                </a:lnTo>
                <a:lnTo>
                  <a:pt x="1" y="1367424"/>
                </a:lnTo>
                <a:lnTo>
                  <a:pt x="1" y="380083"/>
                </a:lnTo>
                <a:lnTo>
                  <a:pt x="1004314" y="0"/>
                </a:lnTo>
                <a:close/>
              </a:path>
            </a:pathLst>
          </a:custGeom>
          <a:solidFill>
            <a:schemeClr val="bg1">
              <a:alpha val="0"/>
            </a:schemeClr>
          </a:solidFill>
          <a:ln w="12700">
            <a:gradFill flip="none" rotWithShape="1">
              <a:gsLst>
                <a:gs pos="0">
                  <a:schemeClr val="accent1"/>
                </a:gs>
                <a:gs pos="60000">
                  <a:schemeClr val="accent1">
                    <a:alpha val="0"/>
                  </a:schemeClr>
                </a:gs>
              </a:gsLst>
              <a:lin ang="16200000" scaled="1"/>
              <a:tileRect/>
            </a:gradFill>
          </a:ln>
          <a:effectLst>
            <a:outerShdw blurRad="596900" dist="38100" dir="2700000" algn="tl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72320" tIns="313011" rIns="272320" bIns="313011" numCol="1" spcCol="1270" anchor="ctr" anchorCtr="0">
            <a:noAutofit/>
          </a:bodyPr>
          <a:lstStyle/>
          <a:p>
            <a:pPr marL="0" lvl="0" indent="0" algn="ctr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zh-CN" altLang="en-US" sz="1200" kern="1200" dirty="0">
              <a:latin typeface="OPPOSans R" panose="00020600040101010101" pitchFamily="18" charset="-122"/>
              <a:ea typeface="OPPOSans R" panose="00020600040101010101" pitchFamily="18" charset="-122"/>
              <a:sym typeface="微软雅黑" panose="020B0503020204020204" charset="-122"/>
            </a:endParaRPr>
          </a:p>
        </p:txBody>
      </p:sp>
      <p:sp>
        <p:nvSpPr>
          <p:cNvPr id="52" name="任意多边形: 形状 4"/>
          <p:cNvSpPr/>
          <p:nvPr/>
        </p:nvSpPr>
        <p:spPr>
          <a:xfrm>
            <a:off x="4685178" y="3432045"/>
            <a:ext cx="1352545" cy="1554649"/>
          </a:xfrm>
          <a:custGeom>
            <a:avLst/>
            <a:gdLst>
              <a:gd name="connsiteX0" fmla="*/ 0 w 2008628"/>
              <a:gd name="connsiteY0" fmla="*/ 873753 h 1747506"/>
              <a:gd name="connsiteX1" fmla="*/ 436877 w 2008628"/>
              <a:gd name="connsiteY1" fmla="*/ 0 h 1747506"/>
              <a:gd name="connsiteX2" fmla="*/ 1571752 w 2008628"/>
              <a:gd name="connsiteY2" fmla="*/ 0 h 1747506"/>
              <a:gd name="connsiteX3" fmla="*/ 2008628 w 2008628"/>
              <a:gd name="connsiteY3" fmla="*/ 873753 h 1747506"/>
              <a:gd name="connsiteX4" fmla="*/ 1571752 w 2008628"/>
              <a:gd name="connsiteY4" fmla="*/ 1747506 h 1747506"/>
              <a:gd name="connsiteX5" fmla="*/ 436877 w 2008628"/>
              <a:gd name="connsiteY5" fmla="*/ 1747506 h 1747506"/>
              <a:gd name="connsiteX6" fmla="*/ 0 w 2008628"/>
              <a:gd name="connsiteY6" fmla="*/ 873753 h 1747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08628" h="1747506">
                <a:moveTo>
                  <a:pt x="1004314" y="0"/>
                </a:moveTo>
                <a:lnTo>
                  <a:pt x="2008627" y="380083"/>
                </a:lnTo>
                <a:lnTo>
                  <a:pt x="2008627" y="1367424"/>
                </a:lnTo>
                <a:lnTo>
                  <a:pt x="1004314" y="1747506"/>
                </a:lnTo>
                <a:lnTo>
                  <a:pt x="1" y="1367424"/>
                </a:lnTo>
                <a:lnTo>
                  <a:pt x="1" y="380083"/>
                </a:lnTo>
                <a:lnTo>
                  <a:pt x="1004314" y="0"/>
                </a:lnTo>
                <a:close/>
              </a:path>
            </a:pathLst>
          </a:custGeom>
          <a:solidFill>
            <a:schemeClr val="bg1">
              <a:alpha val="0"/>
            </a:schemeClr>
          </a:solidFill>
          <a:ln w="12700">
            <a:gradFill flip="none" rotWithShape="1">
              <a:gsLst>
                <a:gs pos="0">
                  <a:schemeClr val="accent1">
                    <a:alpha val="30000"/>
                  </a:schemeClr>
                </a:gs>
                <a:gs pos="6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</a:ln>
          <a:effectLst>
            <a:outerShdw blurRad="596900" dist="38100" dir="2700000" algn="tl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72320" tIns="313011" rIns="272320" bIns="313011" numCol="1" spcCol="1270" anchor="ctr" anchorCtr="0">
            <a:noAutofit/>
          </a:bodyPr>
          <a:lstStyle/>
          <a:p>
            <a:pPr algn="ctr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1200" dirty="0">
              <a:latin typeface="OPPOSans R" panose="00020600040101010101" pitchFamily="18" charset="-122"/>
              <a:ea typeface="OPPOSans R" panose="00020600040101010101" pitchFamily="18" charset="-122"/>
              <a:sym typeface="微软雅黑" panose="020B0503020204020204" charset="-122"/>
            </a:endParaRPr>
          </a:p>
        </p:txBody>
      </p:sp>
      <p:sp>
        <p:nvSpPr>
          <p:cNvPr id="54" name="任意多边形: 形状 5"/>
          <p:cNvSpPr/>
          <p:nvPr/>
        </p:nvSpPr>
        <p:spPr>
          <a:xfrm>
            <a:off x="6145928" y="3432045"/>
            <a:ext cx="1352545" cy="1554649"/>
          </a:xfrm>
          <a:custGeom>
            <a:avLst/>
            <a:gdLst>
              <a:gd name="connsiteX0" fmla="*/ 0 w 2008628"/>
              <a:gd name="connsiteY0" fmla="*/ 873753 h 1747506"/>
              <a:gd name="connsiteX1" fmla="*/ 436877 w 2008628"/>
              <a:gd name="connsiteY1" fmla="*/ 0 h 1747506"/>
              <a:gd name="connsiteX2" fmla="*/ 1571752 w 2008628"/>
              <a:gd name="connsiteY2" fmla="*/ 0 h 1747506"/>
              <a:gd name="connsiteX3" fmla="*/ 2008628 w 2008628"/>
              <a:gd name="connsiteY3" fmla="*/ 873753 h 1747506"/>
              <a:gd name="connsiteX4" fmla="*/ 1571752 w 2008628"/>
              <a:gd name="connsiteY4" fmla="*/ 1747506 h 1747506"/>
              <a:gd name="connsiteX5" fmla="*/ 436877 w 2008628"/>
              <a:gd name="connsiteY5" fmla="*/ 1747506 h 1747506"/>
              <a:gd name="connsiteX6" fmla="*/ 0 w 2008628"/>
              <a:gd name="connsiteY6" fmla="*/ 873753 h 1747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08628" h="1747506">
                <a:moveTo>
                  <a:pt x="1004314" y="0"/>
                </a:moveTo>
                <a:lnTo>
                  <a:pt x="2008627" y="380083"/>
                </a:lnTo>
                <a:lnTo>
                  <a:pt x="2008627" y="1367424"/>
                </a:lnTo>
                <a:lnTo>
                  <a:pt x="1004314" y="1747506"/>
                </a:lnTo>
                <a:lnTo>
                  <a:pt x="1" y="1367424"/>
                </a:lnTo>
                <a:lnTo>
                  <a:pt x="1" y="380083"/>
                </a:lnTo>
                <a:lnTo>
                  <a:pt x="1004314" y="0"/>
                </a:lnTo>
                <a:close/>
              </a:path>
            </a:pathLst>
          </a:custGeom>
          <a:solidFill>
            <a:schemeClr val="bg1">
              <a:alpha val="0"/>
            </a:schemeClr>
          </a:solidFill>
          <a:ln w="12700">
            <a:gradFill flip="none" rotWithShape="1">
              <a:gsLst>
                <a:gs pos="0">
                  <a:schemeClr val="accent1">
                    <a:alpha val="30000"/>
                  </a:schemeClr>
                </a:gs>
                <a:gs pos="6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</a:ln>
          <a:effectLst>
            <a:outerShdw blurRad="596900" dist="38100" dir="2700000" algn="tl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72320" tIns="313011" rIns="272320" bIns="313011" numCol="1" spcCol="1270" anchor="ctr" anchorCtr="0">
            <a:noAutofit/>
          </a:bodyPr>
          <a:lstStyle/>
          <a:p>
            <a:pPr algn="ctr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1200" dirty="0">
              <a:latin typeface="OPPOSans R" panose="00020600040101010101" pitchFamily="18" charset="-122"/>
              <a:ea typeface="OPPOSans R" panose="00020600040101010101" pitchFamily="18" charset="-122"/>
              <a:sym typeface="微软雅黑" panose="020B0503020204020204" charset="-122"/>
            </a:endParaRPr>
          </a:p>
        </p:txBody>
      </p:sp>
      <p:sp>
        <p:nvSpPr>
          <p:cNvPr id="56" name="任意多边形: 形状 6"/>
          <p:cNvSpPr/>
          <p:nvPr/>
        </p:nvSpPr>
        <p:spPr>
          <a:xfrm>
            <a:off x="8339851" y="2112458"/>
            <a:ext cx="1352545" cy="1554649"/>
          </a:xfrm>
          <a:custGeom>
            <a:avLst/>
            <a:gdLst>
              <a:gd name="connsiteX0" fmla="*/ 0 w 2008628"/>
              <a:gd name="connsiteY0" fmla="*/ 873753 h 1747506"/>
              <a:gd name="connsiteX1" fmla="*/ 436877 w 2008628"/>
              <a:gd name="connsiteY1" fmla="*/ 0 h 1747506"/>
              <a:gd name="connsiteX2" fmla="*/ 1571752 w 2008628"/>
              <a:gd name="connsiteY2" fmla="*/ 0 h 1747506"/>
              <a:gd name="connsiteX3" fmla="*/ 2008628 w 2008628"/>
              <a:gd name="connsiteY3" fmla="*/ 873753 h 1747506"/>
              <a:gd name="connsiteX4" fmla="*/ 1571752 w 2008628"/>
              <a:gd name="connsiteY4" fmla="*/ 1747506 h 1747506"/>
              <a:gd name="connsiteX5" fmla="*/ 436877 w 2008628"/>
              <a:gd name="connsiteY5" fmla="*/ 1747506 h 1747506"/>
              <a:gd name="connsiteX6" fmla="*/ 0 w 2008628"/>
              <a:gd name="connsiteY6" fmla="*/ 873753 h 1747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08628" h="1747506">
                <a:moveTo>
                  <a:pt x="1004314" y="0"/>
                </a:moveTo>
                <a:lnTo>
                  <a:pt x="2008627" y="380083"/>
                </a:lnTo>
                <a:lnTo>
                  <a:pt x="2008627" y="1367424"/>
                </a:lnTo>
                <a:lnTo>
                  <a:pt x="1004314" y="1747506"/>
                </a:lnTo>
                <a:lnTo>
                  <a:pt x="1" y="1367424"/>
                </a:lnTo>
                <a:lnTo>
                  <a:pt x="1" y="380083"/>
                </a:lnTo>
                <a:lnTo>
                  <a:pt x="1004314" y="0"/>
                </a:lnTo>
                <a:close/>
              </a:path>
            </a:pathLst>
          </a:custGeom>
          <a:solidFill>
            <a:schemeClr val="bg1">
              <a:alpha val="0"/>
            </a:schemeClr>
          </a:solidFill>
          <a:ln w="12700">
            <a:gradFill flip="none" rotWithShape="1">
              <a:gsLst>
                <a:gs pos="0">
                  <a:schemeClr val="accent1"/>
                </a:gs>
                <a:gs pos="60000">
                  <a:schemeClr val="accent1">
                    <a:alpha val="0"/>
                  </a:schemeClr>
                </a:gs>
              </a:gsLst>
              <a:lin ang="16200000" scaled="1"/>
              <a:tileRect/>
            </a:gradFill>
          </a:ln>
          <a:effectLst>
            <a:outerShdw blurRad="596900" dist="38100" dir="2700000" algn="tl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94240" tIns="434931" rIns="394240" bIns="434931" numCol="1" spcCol="1270" anchor="ctr" anchorCtr="0">
            <a:noAutofit/>
          </a:bodyPr>
          <a:lstStyle/>
          <a:p>
            <a:pPr marL="0" lvl="0" indent="0" algn="ctr" defTabSz="1422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zh-CN" altLang="en-US" sz="1200" kern="1200" dirty="0">
              <a:latin typeface="OPPOSans R" panose="00020600040101010101" pitchFamily="18" charset="-122"/>
              <a:ea typeface="OPPOSans R" panose="00020600040101010101" pitchFamily="18" charset="-122"/>
              <a:sym typeface="微软雅黑" panose="020B0503020204020204" charset="-122"/>
            </a:endParaRPr>
          </a:p>
        </p:txBody>
      </p:sp>
      <p:sp>
        <p:nvSpPr>
          <p:cNvPr id="57" name="任意多边形: 形状 7"/>
          <p:cNvSpPr/>
          <p:nvPr/>
        </p:nvSpPr>
        <p:spPr>
          <a:xfrm>
            <a:off x="6879102" y="2112458"/>
            <a:ext cx="1352545" cy="1554649"/>
          </a:xfrm>
          <a:custGeom>
            <a:avLst/>
            <a:gdLst>
              <a:gd name="connsiteX0" fmla="*/ 0 w 2008628"/>
              <a:gd name="connsiteY0" fmla="*/ 873753 h 1747506"/>
              <a:gd name="connsiteX1" fmla="*/ 436877 w 2008628"/>
              <a:gd name="connsiteY1" fmla="*/ 0 h 1747506"/>
              <a:gd name="connsiteX2" fmla="*/ 1571752 w 2008628"/>
              <a:gd name="connsiteY2" fmla="*/ 0 h 1747506"/>
              <a:gd name="connsiteX3" fmla="*/ 2008628 w 2008628"/>
              <a:gd name="connsiteY3" fmla="*/ 873753 h 1747506"/>
              <a:gd name="connsiteX4" fmla="*/ 1571752 w 2008628"/>
              <a:gd name="connsiteY4" fmla="*/ 1747506 h 1747506"/>
              <a:gd name="connsiteX5" fmla="*/ 436877 w 2008628"/>
              <a:gd name="connsiteY5" fmla="*/ 1747506 h 1747506"/>
              <a:gd name="connsiteX6" fmla="*/ 0 w 2008628"/>
              <a:gd name="connsiteY6" fmla="*/ 873753 h 1747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08628" h="1747506">
                <a:moveTo>
                  <a:pt x="1004314" y="0"/>
                </a:moveTo>
                <a:lnTo>
                  <a:pt x="2008627" y="380083"/>
                </a:lnTo>
                <a:lnTo>
                  <a:pt x="2008627" y="1367424"/>
                </a:lnTo>
                <a:lnTo>
                  <a:pt x="1004314" y="1747506"/>
                </a:lnTo>
                <a:lnTo>
                  <a:pt x="1" y="1367424"/>
                </a:lnTo>
                <a:lnTo>
                  <a:pt x="1" y="380083"/>
                </a:lnTo>
                <a:lnTo>
                  <a:pt x="1004314" y="0"/>
                </a:lnTo>
                <a:close/>
              </a:path>
            </a:pathLst>
          </a:custGeom>
          <a:solidFill>
            <a:schemeClr val="bg1">
              <a:alpha val="0"/>
            </a:schemeClr>
          </a:solidFill>
          <a:ln w="12700">
            <a:gradFill flip="none" rotWithShape="1">
              <a:gsLst>
                <a:gs pos="0">
                  <a:schemeClr val="accent1"/>
                </a:gs>
                <a:gs pos="60000">
                  <a:schemeClr val="accent1">
                    <a:alpha val="0"/>
                  </a:schemeClr>
                </a:gs>
              </a:gsLst>
              <a:lin ang="16200000" scaled="1"/>
              <a:tileRect/>
            </a:gradFill>
          </a:ln>
          <a:effectLst>
            <a:outerShdw blurRad="596900" dist="38100" dir="2700000" algn="tl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72320" tIns="313011" rIns="272320" bIns="313011" numCol="1" spcCol="1270" anchor="ctr" anchorCtr="0">
            <a:noAutofit/>
          </a:bodyPr>
          <a:lstStyle/>
          <a:p>
            <a:pPr marL="0" lvl="0" indent="0" algn="ctr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zh-CN" altLang="en-US" sz="1200" kern="1200" dirty="0">
              <a:latin typeface="OPPOSans R" panose="00020600040101010101" pitchFamily="18" charset="-122"/>
              <a:ea typeface="OPPOSans R" panose="00020600040101010101" pitchFamily="18" charset="-122"/>
              <a:sym typeface="微软雅黑" panose="020B0503020204020204" charset="-122"/>
            </a:endParaRPr>
          </a:p>
        </p:txBody>
      </p:sp>
      <p:sp>
        <p:nvSpPr>
          <p:cNvPr id="58" name="任意多边形: 形状 8"/>
          <p:cNvSpPr/>
          <p:nvPr/>
        </p:nvSpPr>
        <p:spPr>
          <a:xfrm>
            <a:off x="9067427" y="3432045"/>
            <a:ext cx="1352545" cy="1554649"/>
          </a:xfrm>
          <a:custGeom>
            <a:avLst/>
            <a:gdLst>
              <a:gd name="connsiteX0" fmla="*/ 0 w 2008628"/>
              <a:gd name="connsiteY0" fmla="*/ 873753 h 1747506"/>
              <a:gd name="connsiteX1" fmla="*/ 436877 w 2008628"/>
              <a:gd name="connsiteY1" fmla="*/ 0 h 1747506"/>
              <a:gd name="connsiteX2" fmla="*/ 1571752 w 2008628"/>
              <a:gd name="connsiteY2" fmla="*/ 0 h 1747506"/>
              <a:gd name="connsiteX3" fmla="*/ 2008628 w 2008628"/>
              <a:gd name="connsiteY3" fmla="*/ 873753 h 1747506"/>
              <a:gd name="connsiteX4" fmla="*/ 1571752 w 2008628"/>
              <a:gd name="connsiteY4" fmla="*/ 1747506 h 1747506"/>
              <a:gd name="connsiteX5" fmla="*/ 436877 w 2008628"/>
              <a:gd name="connsiteY5" fmla="*/ 1747506 h 1747506"/>
              <a:gd name="connsiteX6" fmla="*/ 0 w 2008628"/>
              <a:gd name="connsiteY6" fmla="*/ 873753 h 1747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08628" h="1747506">
                <a:moveTo>
                  <a:pt x="1004314" y="0"/>
                </a:moveTo>
                <a:lnTo>
                  <a:pt x="2008627" y="380083"/>
                </a:lnTo>
                <a:lnTo>
                  <a:pt x="2008627" y="1367424"/>
                </a:lnTo>
                <a:lnTo>
                  <a:pt x="1004314" y="1747506"/>
                </a:lnTo>
                <a:lnTo>
                  <a:pt x="1" y="1367424"/>
                </a:lnTo>
                <a:lnTo>
                  <a:pt x="1" y="380083"/>
                </a:lnTo>
                <a:lnTo>
                  <a:pt x="1004314" y="0"/>
                </a:lnTo>
                <a:close/>
              </a:path>
            </a:pathLst>
          </a:custGeom>
          <a:solidFill>
            <a:schemeClr val="bg1">
              <a:alpha val="0"/>
            </a:schemeClr>
          </a:solidFill>
          <a:ln w="12700">
            <a:gradFill flip="none" rotWithShape="1">
              <a:gsLst>
                <a:gs pos="0">
                  <a:schemeClr val="accent1">
                    <a:alpha val="30000"/>
                  </a:schemeClr>
                </a:gs>
                <a:gs pos="6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</a:ln>
          <a:effectLst>
            <a:outerShdw blurRad="596900" dist="38100" dir="2700000" algn="tl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72320" tIns="313011" rIns="272320" bIns="313011" numCol="1" spcCol="1270" anchor="ctr" anchorCtr="0">
            <a:noAutofit/>
          </a:bodyPr>
          <a:lstStyle/>
          <a:p>
            <a:pPr algn="ctr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1200" dirty="0">
              <a:latin typeface="OPPOSans R" panose="00020600040101010101" pitchFamily="18" charset="-122"/>
              <a:ea typeface="OPPOSans R" panose="00020600040101010101" pitchFamily="18" charset="-122"/>
              <a:sym typeface="微软雅黑" panose="020B0503020204020204" charset="-122"/>
            </a:endParaRPr>
          </a:p>
        </p:txBody>
      </p:sp>
      <p:sp>
        <p:nvSpPr>
          <p:cNvPr id="59" name="任意多边形: 形状 28"/>
          <p:cNvSpPr/>
          <p:nvPr/>
        </p:nvSpPr>
        <p:spPr>
          <a:xfrm>
            <a:off x="1028899" y="2112458"/>
            <a:ext cx="1352545" cy="1554649"/>
          </a:xfrm>
          <a:custGeom>
            <a:avLst/>
            <a:gdLst>
              <a:gd name="connsiteX0" fmla="*/ 0 w 2008628"/>
              <a:gd name="connsiteY0" fmla="*/ 873753 h 1747506"/>
              <a:gd name="connsiteX1" fmla="*/ 436877 w 2008628"/>
              <a:gd name="connsiteY1" fmla="*/ 0 h 1747506"/>
              <a:gd name="connsiteX2" fmla="*/ 1571752 w 2008628"/>
              <a:gd name="connsiteY2" fmla="*/ 0 h 1747506"/>
              <a:gd name="connsiteX3" fmla="*/ 2008628 w 2008628"/>
              <a:gd name="connsiteY3" fmla="*/ 873753 h 1747506"/>
              <a:gd name="connsiteX4" fmla="*/ 1571752 w 2008628"/>
              <a:gd name="connsiteY4" fmla="*/ 1747506 h 1747506"/>
              <a:gd name="connsiteX5" fmla="*/ 436877 w 2008628"/>
              <a:gd name="connsiteY5" fmla="*/ 1747506 h 1747506"/>
              <a:gd name="connsiteX6" fmla="*/ 0 w 2008628"/>
              <a:gd name="connsiteY6" fmla="*/ 873753 h 1747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08628" h="1747506">
                <a:moveTo>
                  <a:pt x="1004314" y="0"/>
                </a:moveTo>
                <a:lnTo>
                  <a:pt x="2008627" y="380083"/>
                </a:lnTo>
                <a:lnTo>
                  <a:pt x="2008627" y="1367424"/>
                </a:lnTo>
                <a:lnTo>
                  <a:pt x="1004314" y="1747506"/>
                </a:lnTo>
                <a:lnTo>
                  <a:pt x="1" y="1367424"/>
                </a:lnTo>
                <a:lnTo>
                  <a:pt x="1" y="380083"/>
                </a:lnTo>
                <a:lnTo>
                  <a:pt x="1004314" y="0"/>
                </a:lnTo>
                <a:close/>
              </a:path>
            </a:pathLst>
          </a:custGeom>
          <a:solidFill>
            <a:schemeClr val="tx2">
              <a:lumMod val="50000"/>
              <a:lumOff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defTabSz="914400">
              <a:lnSpc>
                <a:spcPct val="120000"/>
              </a:lnSpc>
            </a:pPr>
            <a:endParaRPr kumimoji="1" lang="zh-CN" altLang="en-US" sz="1200">
              <a:solidFill>
                <a:schemeClr val="bg1"/>
              </a:solidFill>
              <a:latin typeface="+mj-ea"/>
              <a:ea typeface="+mj-ea"/>
              <a:sym typeface="微软雅黑" panose="020B0503020204020204" charset="-122"/>
            </a:endParaRPr>
          </a:p>
        </p:txBody>
      </p:sp>
      <p:sp>
        <p:nvSpPr>
          <p:cNvPr id="60" name="菱形 59"/>
          <p:cNvSpPr/>
          <p:nvPr/>
        </p:nvSpPr>
        <p:spPr>
          <a:xfrm>
            <a:off x="1028899" y="2989299"/>
            <a:ext cx="1352545" cy="677808"/>
          </a:xfrm>
          <a:prstGeom prst="diamond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p:sp>
        <p:nvSpPr>
          <p:cNvPr id="61" name="平行四边形 60"/>
          <p:cNvSpPr/>
          <p:nvPr/>
        </p:nvSpPr>
        <p:spPr>
          <a:xfrm rot="5400000">
            <a:off x="1435159" y="2378442"/>
            <a:ext cx="1213163" cy="679407"/>
          </a:xfrm>
          <a:prstGeom prst="parallelogram">
            <a:avLst>
              <a:gd name="adj" fmla="val 50373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p:sp>
        <p:nvSpPr>
          <p:cNvPr id="62" name="任意多边形: 形状 32"/>
          <p:cNvSpPr/>
          <p:nvPr/>
        </p:nvSpPr>
        <p:spPr>
          <a:xfrm>
            <a:off x="5418351" y="2112458"/>
            <a:ext cx="1352545" cy="1554649"/>
          </a:xfrm>
          <a:custGeom>
            <a:avLst/>
            <a:gdLst>
              <a:gd name="connsiteX0" fmla="*/ 0 w 2008628"/>
              <a:gd name="connsiteY0" fmla="*/ 873753 h 1747506"/>
              <a:gd name="connsiteX1" fmla="*/ 436877 w 2008628"/>
              <a:gd name="connsiteY1" fmla="*/ 0 h 1747506"/>
              <a:gd name="connsiteX2" fmla="*/ 1571752 w 2008628"/>
              <a:gd name="connsiteY2" fmla="*/ 0 h 1747506"/>
              <a:gd name="connsiteX3" fmla="*/ 2008628 w 2008628"/>
              <a:gd name="connsiteY3" fmla="*/ 873753 h 1747506"/>
              <a:gd name="connsiteX4" fmla="*/ 1571752 w 2008628"/>
              <a:gd name="connsiteY4" fmla="*/ 1747506 h 1747506"/>
              <a:gd name="connsiteX5" fmla="*/ 436877 w 2008628"/>
              <a:gd name="connsiteY5" fmla="*/ 1747506 h 1747506"/>
              <a:gd name="connsiteX6" fmla="*/ 0 w 2008628"/>
              <a:gd name="connsiteY6" fmla="*/ 873753 h 1747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08628" h="1747506">
                <a:moveTo>
                  <a:pt x="1004314" y="0"/>
                </a:moveTo>
                <a:lnTo>
                  <a:pt x="2008627" y="380083"/>
                </a:lnTo>
                <a:lnTo>
                  <a:pt x="2008627" y="1367424"/>
                </a:lnTo>
                <a:lnTo>
                  <a:pt x="1004314" y="1747506"/>
                </a:lnTo>
                <a:lnTo>
                  <a:pt x="1" y="1367424"/>
                </a:lnTo>
                <a:lnTo>
                  <a:pt x="1" y="380083"/>
                </a:lnTo>
                <a:lnTo>
                  <a:pt x="1004314" y="0"/>
                </a:lnTo>
                <a:close/>
              </a:path>
            </a:pathLst>
          </a:custGeom>
          <a:gradFill>
            <a:gsLst>
              <a:gs pos="13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>
            <a:noFill/>
          </a:ln>
          <a:effectLst>
            <a:innerShdw blurRad="254000">
              <a:schemeClr val="bg1">
                <a:alpha val="7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defTabSz="914400">
              <a:lnSpc>
                <a:spcPct val="120000"/>
              </a:lnSpc>
            </a:pPr>
            <a:endParaRPr kumimoji="1" lang="zh-CN" altLang="en-US" sz="1200">
              <a:solidFill>
                <a:schemeClr val="bg1"/>
              </a:solidFill>
              <a:latin typeface="+mj-ea"/>
              <a:ea typeface="+mj-ea"/>
              <a:sym typeface="微软雅黑" panose="020B0503020204020204" charset="-122"/>
            </a:endParaRPr>
          </a:p>
        </p:txBody>
      </p:sp>
      <p:sp>
        <p:nvSpPr>
          <p:cNvPr id="65" name="菱形 64"/>
          <p:cNvSpPr/>
          <p:nvPr/>
        </p:nvSpPr>
        <p:spPr>
          <a:xfrm>
            <a:off x="5424208" y="2989299"/>
            <a:ext cx="1352545" cy="677808"/>
          </a:xfrm>
          <a:prstGeom prst="diamond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p:sp>
        <p:nvSpPr>
          <p:cNvPr id="66" name="平行四边形 65"/>
          <p:cNvSpPr/>
          <p:nvPr/>
        </p:nvSpPr>
        <p:spPr>
          <a:xfrm rot="5400000">
            <a:off x="5827168" y="2378443"/>
            <a:ext cx="1213163" cy="679407"/>
          </a:xfrm>
          <a:prstGeom prst="parallelogram">
            <a:avLst>
              <a:gd name="adj" fmla="val 50373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p:sp>
        <p:nvSpPr>
          <p:cNvPr id="67" name="任意多边形: 形状 36"/>
          <p:cNvSpPr/>
          <p:nvPr/>
        </p:nvSpPr>
        <p:spPr>
          <a:xfrm>
            <a:off x="9800600" y="2112458"/>
            <a:ext cx="1352546" cy="1554649"/>
          </a:xfrm>
          <a:custGeom>
            <a:avLst/>
            <a:gdLst>
              <a:gd name="connsiteX0" fmla="*/ 0 w 2008628"/>
              <a:gd name="connsiteY0" fmla="*/ 873753 h 1747506"/>
              <a:gd name="connsiteX1" fmla="*/ 436877 w 2008628"/>
              <a:gd name="connsiteY1" fmla="*/ 0 h 1747506"/>
              <a:gd name="connsiteX2" fmla="*/ 1571752 w 2008628"/>
              <a:gd name="connsiteY2" fmla="*/ 0 h 1747506"/>
              <a:gd name="connsiteX3" fmla="*/ 2008628 w 2008628"/>
              <a:gd name="connsiteY3" fmla="*/ 873753 h 1747506"/>
              <a:gd name="connsiteX4" fmla="*/ 1571752 w 2008628"/>
              <a:gd name="connsiteY4" fmla="*/ 1747506 h 1747506"/>
              <a:gd name="connsiteX5" fmla="*/ 436877 w 2008628"/>
              <a:gd name="connsiteY5" fmla="*/ 1747506 h 1747506"/>
              <a:gd name="connsiteX6" fmla="*/ 0 w 2008628"/>
              <a:gd name="connsiteY6" fmla="*/ 873753 h 1747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08628" h="1747506">
                <a:moveTo>
                  <a:pt x="1004314" y="0"/>
                </a:moveTo>
                <a:lnTo>
                  <a:pt x="2008627" y="380083"/>
                </a:lnTo>
                <a:lnTo>
                  <a:pt x="2008627" y="1367424"/>
                </a:lnTo>
                <a:lnTo>
                  <a:pt x="1004314" y="1747506"/>
                </a:lnTo>
                <a:lnTo>
                  <a:pt x="1" y="1367424"/>
                </a:lnTo>
                <a:lnTo>
                  <a:pt x="1" y="380083"/>
                </a:lnTo>
                <a:lnTo>
                  <a:pt x="1004314" y="0"/>
                </a:lnTo>
                <a:close/>
              </a:path>
            </a:pathLst>
          </a:custGeom>
          <a:gradFill>
            <a:gsLst>
              <a:gs pos="13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>
            <a:noFill/>
          </a:ln>
          <a:effectLst>
            <a:innerShdw blurRad="254000">
              <a:schemeClr val="bg1">
                <a:alpha val="7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defTabSz="914400">
              <a:lnSpc>
                <a:spcPct val="120000"/>
              </a:lnSpc>
            </a:pPr>
            <a:endParaRPr kumimoji="1" lang="zh-CN" altLang="en-US" sz="1200">
              <a:solidFill>
                <a:schemeClr val="bg1"/>
              </a:solidFill>
              <a:latin typeface="+mj-ea"/>
              <a:ea typeface="+mj-ea"/>
              <a:sym typeface="微软雅黑" panose="020B0503020204020204" charset="-122"/>
            </a:endParaRPr>
          </a:p>
        </p:txBody>
      </p:sp>
      <p:sp>
        <p:nvSpPr>
          <p:cNvPr id="68" name="菱形 67"/>
          <p:cNvSpPr/>
          <p:nvPr/>
        </p:nvSpPr>
        <p:spPr>
          <a:xfrm>
            <a:off x="9807301" y="2989299"/>
            <a:ext cx="1352546" cy="677808"/>
          </a:xfrm>
          <a:prstGeom prst="diamond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p:sp>
        <p:nvSpPr>
          <p:cNvPr id="69" name="平行四边形 68"/>
          <p:cNvSpPr/>
          <p:nvPr/>
        </p:nvSpPr>
        <p:spPr>
          <a:xfrm rot="5400000">
            <a:off x="10219177" y="2387946"/>
            <a:ext cx="1213163" cy="679408"/>
          </a:xfrm>
          <a:prstGeom prst="parallelogram">
            <a:avLst>
              <a:gd name="adj" fmla="val 50373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p:sp>
        <p:nvSpPr>
          <p:cNvPr id="70" name="任意多边形: 形状 40"/>
          <p:cNvSpPr/>
          <p:nvPr/>
        </p:nvSpPr>
        <p:spPr>
          <a:xfrm>
            <a:off x="3222822" y="3432045"/>
            <a:ext cx="1352545" cy="1554649"/>
          </a:xfrm>
          <a:custGeom>
            <a:avLst/>
            <a:gdLst>
              <a:gd name="connsiteX0" fmla="*/ 0 w 2008628"/>
              <a:gd name="connsiteY0" fmla="*/ 873753 h 1747506"/>
              <a:gd name="connsiteX1" fmla="*/ 436877 w 2008628"/>
              <a:gd name="connsiteY1" fmla="*/ 0 h 1747506"/>
              <a:gd name="connsiteX2" fmla="*/ 1571752 w 2008628"/>
              <a:gd name="connsiteY2" fmla="*/ 0 h 1747506"/>
              <a:gd name="connsiteX3" fmla="*/ 2008628 w 2008628"/>
              <a:gd name="connsiteY3" fmla="*/ 873753 h 1747506"/>
              <a:gd name="connsiteX4" fmla="*/ 1571752 w 2008628"/>
              <a:gd name="connsiteY4" fmla="*/ 1747506 h 1747506"/>
              <a:gd name="connsiteX5" fmla="*/ 436877 w 2008628"/>
              <a:gd name="connsiteY5" fmla="*/ 1747506 h 1747506"/>
              <a:gd name="connsiteX6" fmla="*/ 0 w 2008628"/>
              <a:gd name="connsiteY6" fmla="*/ 873753 h 1747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08628" h="1747506">
                <a:moveTo>
                  <a:pt x="1004314" y="0"/>
                </a:moveTo>
                <a:lnTo>
                  <a:pt x="2008627" y="380083"/>
                </a:lnTo>
                <a:lnTo>
                  <a:pt x="2008627" y="1367424"/>
                </a:lnTo>
                <a:lnTo>
                  <a:pt x="1004314" y="1747506"/>
                </a:lnTo>
                <a:lnTo>
                  <a:pt x="1" y="1367424"/>
                </a:lnTo>
                <a:lnTo>
                  <a:pt x="1" y="380083"/>
                </a:lnTo>
                <a:lnTo>
                  <a:pt x="1004314" y="0"/>
                </a:lnTo>
                <a:close/>
              </a:path>
            </a:pathLst>
          </a:custGeom>
          <a:gradFill>
            <a:gsLst>
              <a:gs pos="13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>
            <a:noFill/>
          </a:ln>
          <a:effectLst>
            <a:innerShdw blurRad="254000">
              <a:schemeClr val="bg1">
                <a:alpha val="7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defTabSz="914400">
              <a:lnSpc>
                <a:spcPct val="120000"/>
              </a:lnSpc>
            </a:pPr>
            <a:endParaRPr kumimoji="1" lang="zh-CN" altLang="en-US" sz="1200">
              <a:solidFill>
                <a:schemeClr val="bg1"/>
              </a:solidFill>
              <a:latin typeface="+mj-ea"/>
              <a:ea typeface="+mj-ea"/>
              <a:sym typeface="微软雅黑" panose="020B0503020204020204" charset="-122"/>
            </a:endParaRPr>
          </a:p>
        </p:txBody>
      </p:sp>
      <p:sp>
        <p:nvSpPr>
          <p:cNvPr id="71" name="菱形 70"/>
          <p:cNvSpPr/>
          <p:nvPr/>
        </p:nvSpPr>
        <p:spPr>
          <a:xfrm>
            <a:off x="3222822" y="4313027"/>
            <a:ext cx="1352545" cy="677808"/>
          </a:xfrm>
          <a:prstGeom prst="diamond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p:sp>
        <p:nvSpPr>
          <p:cNvPr id="72" name="平行四边形 71"/>
          <p:cNvSpPr/>
          <p:nvPr/>
        </p:nvSpPr>
        <p:spPr>
          <a:xfrm rot="5400000">
            <a:off x="3634616" y="3705568"/>
            <a:ext cx="1213163" cy="679407"/>
          </a:xfrm>
          <a:prstGeom prst="parallelogram">
            <a:avLst>
              <a:gd name="adj" fmla="val 50373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p:sp>
        <p:nvSpPr>
          <p:cNvPr id="73" name="任意多边形: 形状 44"/>
          <p:cNvSpPr/>
          <p:nvPr/>
        </p:nvSpPr>
        <p:spPr>
          <a:xfrm>
            <a:off x="7606677" y="3432045"/>
            <a:ext cx="1352546" cy="1554649"/>
          </a:xfrm>
          <a:custGeom>
            <a:avLst/>
            <a:gdLst>
              <a:gd name="connsiteX0" fmla="*/ 0 w 2008628"/>
              <a:gd name="connsiteY0" fmla="*/ 873753 h 1747506"/>
              <a:gd name="connsiteX1" fmla="*/ 436877 w 2008628"/>
              <a:gd name="connsiteY1" fmla="*/ 0 h 1747506"/>
              <a:gd name="connsiteX2" fmla="*/ 1571752 w 2008628"/>
              <a:gd name="connsiteY2" fmla="*/ 0 h 1747506"/>
              <a:gd name="connsiteX3" fmla="*/ 2008628 w 2008628"/>
              <a:gd name="connsiteY3" fmla="*/ 873753 h 1747506"/>
              <a:gd name="connsiteX4" fmla="*/ 1571752 w 2008628"/>
              <a:gd name="connsiteY4" fmla="*/ 1747506 h 1747506"/>
              <a:gd name="connsiteX5" fmla="*/ 436877 w 2008628"/>
              <a:gd name="connsiteY5" fmla="*/ 1747506 h 1747506"/>
              <a:gd name="connsiteX6" fmla="*/ 0 w 2008628"/>
              <a:gd name="connsiteY6" fmla="*/ 873753 h 1747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08628" h="1747506">
                <a:moveTo>
                  <a:pt x="1004314" y="0"/>
                </a:moveTo>
                <a:lnTo>
                  <a:pt x="2008627" y="380083"/>
                </a:lnTo>
                <a:lnTo>
                  <a:pt x="2008627" y="1367424"/>
                </a:lnTo>
                <a:lnTo>
                  <a:pt x="1004314" y="1747506"/>
                </a:lnTo>
                <a:lnTo>
                  <a:pt x="1" y="1367424"/>
                </a:lnTo>
                <a:lnTo>
                  <a:pt x="1" y="380083"/>
                </a:lnTo>
                <a:lnTo>
                  <a:pt x="1004314" y="0"/>
                </a:lnTo>
                <a:close/>
              </a:path>
            </a:pathLst>
          </a:custGeom>
          <a:gradFill>
            <a:gsLst>
              <a:gs pos="13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>
            <a:noFill/>
          </a:ln>
          <a:effectLst>
            <a:innerShdw blurRad="254000">
              <a:schemeClr val="bg1">
                <a:alpha val="7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defTabSz="914400">
              <a:lnSpc>
                <a:spcPct val="120000"/>
              </a:lnSpc>
            </a:pPr>
            <a:endParaRPr kumimoji="1" lang="zh-CN" altLang="en-US" sz="1200">
              <a:solidFill>
                <a:schemeClr val="bg1"/>
              </a:solidFill>
              <a:latin typeface="+mj-ea"/>
              <a:ea typeface="+mj-ea"/>
              <a:sym typeface="微软雅黑" panose="020B0503020204020204" charset="-122"/>
            </a:endParaRPr>
          </a:p>
        </p:txBody>
      </p:sp>
      <p:sp>
        <p:nvSpPr>
          <p:cNvPr id="74" name="菱形 73"/>
          <p:cNvSpPr/>
          <p:nvPr/>
        </p:nvSpPr>
        <p:spPr>
          <a:xfrm>
            <a:off x="7610666" y="4313027"/>
            <a:ext cx="1352546" cy="677808"/>
          </a:xfrm>
          <a:prstGeom prst="diamond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p:sp>
        <p:nvSpPr>
          <p:cNvPr id="75" name="平行四边形 74"/>
          <p:cNvSpPr/>
          <p:nvPr/>
        </p:nvSpPr>
        <p:spPr>
          <a:xfrm rot="5400000">
            <a:off x="8008466" y="3705569"/>
            <a:ext cx="1213163" cy="679408"/>
          </a:xfrm>
          <a:prstGeom prst="parallelogram">
            <a:avLst>
              <a:gd name="adj" fmla="val 50373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/>
          </a:p>
        </p:txBody>
      </p:sp>
      <p:sp>
        <p:nvSpPr>
          <p:cNvPr id="103" name="文本框 102"/>
          <p:cNvSpPr txBox="1"/>
          <p:nvPr/>
        </p:nvSpPr>
        <p:spPr>
          <a:xfrm>
            <a:off x="797560" y="4451985"/>
            <a:ext cx="1800860" cy="975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defTabSz="914400">
              <a:lnSpc>
                <a:spcPct val="120000"/>
              </a:lnSpc>
              <a:defRPr/>
            </a:pPr>
            <a:r>
              <a:rPr lang="zh-CN" altLang="en-US" sz="1200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卖家提供需要推广的产品素材</a:t>
            </a:r>
            <a:endParaRPr lang="zh-CN" altLang="en-US" sz="1200" dirty="0">
              <a:solidFill>
                <a:schemeClr val="tx2">
                  <a:lumMod val="75000"/>
                </a:schemeClr>
              </a:solidFill>
              <a:latin typeface="+mn-ea"/>
            </a:endParaRPr>
          </a:p>
          <a:p>
            <a:pPr algn="l" defTabSz="914400">
              <a:lnSpc>
                <a:spcPct val="120000"/>
              </a:lnSpc>
              <a:defRPr/>
            </a:pPr>
            <a:endParaRPr lang="zh-CN" altLang="en-US" sz="1200" dirty="0">
              <a:solidFill>
                <a:schemeClr val="tx2">
                  <a:lumMod val="75000"/>
                </a:schemeClr>
              </a:solidFill>
              <a:latin typeface="+mn-ea"/>
            </a:endParaRPr>
          </a:p>
          <a:p>
            <a:pPr algn="l" defTabSz="914400">
              <a:lnSpc>
                <a:spcPct val="120000"/>
              </a:lnSpc>
              <a:defRPr/>
            </a:pPr>
            <a:r>
              <a:rPr lang="zh-CN" altLang="en-US" sz="1200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进行创意推广素材设计</a:t>
            </a:r>
            <a:endParaRPr lang="zh-CN" altLang="en-US" sz="1200" dirty="0">
              <a:solidFill>
                <a:schemeClr val="tx2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104" name="文本框 103"/>
          <p:cNvSpPr txBox="1"/>
          <p:nvPr/>
        </p:nvSpPr>
        <p:spPr>
          <a:xfrm>
            <a:off x="797560" y="4013835"/>
            <a:ext cx="1704975" cy="2768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kern="0" spc="60" dirty="0">
                <a:solidFill>
                  <a:srgbClr val="0122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01 </a:t>
            </a:r>
            <a:r>
              <a:rPr lang="zh-CN" sz="1200" b="1" kern="0" spc="60" dirty="0">
                <a:solidFill>
                  <a:srgbClr val="0122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卖家提供产品素材</a:t>
            </a:r>
            <a:endParaRPr kumimoji="0" lang="zh-CN" altLang="en-US" sz="1200" b="1" i="0" u="none" strike="noStrike" kern="0" cap="none" spc="60" normalizeH="0" baseline="0" noProof="0" dirty="0">
              <a:ln>
                <a:noFill/>
              </a:ln>
              <a:solidFill>
                <a:srgbClr val="012296">
                  <a:alpha val="100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cxnSp>
        <p:nvCxnSpPr>
          <p:cNvPr id="105" name="直接连接符 104"/>
          <p:cNvCxnSpPr/>
          <p:nvPr/>
        </p:nvCxnSpPr>
        <p:spPr>
          <a:xfrm flipH="1">
            <a:off x="1564406" y="4383708"/>
            <a:ext cx="203551" cy="0"/>
          </a:xfrm>
          <a:prstGeom prst="line">
            <a:avLst/>
          </a:prstGeom>
          <a:ln w="19050" cap="rnd">
            <a:gradFill>
              <a:gsLst>
                <a:gs pos="1500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文本框 106"/>
          <p:cNvSpPr txBox="1"/>
          <p:nvPr/>
        </p:nvSpPr>
        <p:spPr>
          <a:xfrm>
            <a:off x="3002280" y="5591175"/>
            <a:ext cx="1775460" cy="7550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defTabSz="914400">
              <a:lnSpc>
                <a:spcPct val="120000"/>
              </a:lnSpc>
              <a:defRPr/>
            </a:pPr>
            <a:r>
              <a:rPr lang="zh-CN" sz="1200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根据产品定位买家画像</a:t>
            </a:r>
            <a:endParaRPr lang="zh-CN" sz="1200" dirty="0">
              <a:solidFill>
                <a:schemeClr val="tx2">
                  <a:lumMod val="75000"/>
                </a:schemeClr>
              </a:solidFill>
              <a:latin typeface="+mn-ea"/>
            </a:endParaRPr>
          </a:p>
          <a:p>
            <a:pPr algn="l" defTabSz="914400">
              <a:lnSpc>
                <a:spcPct val="120000"/>
              </a:lnSpc>
              <a:defRPr/>
            </a:pPr>
            <a:endParaRPr lang="zh-CN" sz="1200" dirty="0">
              <a:solidFill>
                <a:schemeClr val="tx2">
                  <a:lumMod val="75000"/>
                </a:schemeClr>
              </a:solidFill>
              <a:latin typeface="+mn-ea"/>
            </a:endParaRPr>
          </a:p>
          <a:p>
            <a:pPr algn="l" defTabSz="914400">
              <a:lnSpc>
                <a:spcPct val="120000"/>
              </a:lnSpc>
              <a:defRPr/>
            </a:pPr>
            <a:r>
              <a:rPr lang="zh-CN" sz="1200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国家</a:t>
            </a:r>
            <a:r>
              <a:rPr lang="en-US" altLang="zh-CN" sz="1200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地区、职位、行业</a:t>
            </a:r>
            <a:endParaRPr lang="zh-CN" altLang="en-US" sz="1200" dirty="0">
              <a:solidFill>
                <a:schemeClr val="tx2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108" name="文本框 107"/>
          <p:cNvSpPr txBox="1"/>
          <p:nvPr/>
        </p:nvSpPr>
        <p:spPr>
          <a:xfrm>
            <a:off x="2860040" y="5175250"/>
            <a:ext cx="1917065" cy="2768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b="1" kern="0" spc="60" dirty="0">
                <a:solidFill>
                  <a:srgbClr val="0122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02</a:t>
            </a:r>
            <a:r>
              <a:rPr lang="en-US" altLang="zh-CN" sz="1200" b="1" kern="0" spc="60" dirty="0">
                <a:solidFill>
                  <a:srgbClr val="0122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W</a:t>
            </a:r>
            <a:r>
              <a:rPr lang="en-US" altLang="en-US" sz="1200" b="1" kern="0" spc="60" dirty="0">
                <a:solidFill>
                  <a:srgbClr val="0122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À</a:t>
            </a:r>
            <a:r>
              <a:rPr lang="zh-CN" altLang="en-US" sz="1200" b="1" kern="0" spc="60" dirty="0">
                <a:solidFill>
                  <a:srgbClr val="0122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商机创建广告计划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gradFill>
                <a:gsLst>
                  <a:gs pos="37000">
                    <a:schemeClr val="accent1"/>
                  </a:gs>
                  <a:gs pos="100000">
                    <a:schemeClr val="accent2"/>
                  </a:gs>
                </a:gsLst>
                <a:path path="circle">
                  <a:fillToRect l="100000" t="100000"/>
                </a:path>
              </a:gradFill>
              <a:effectLst/>
              <a:uLnTx/>
              <a:uFillTx/>
              <a:latin typeface="OPPOSans H"/>
              <a:ea typeface="OPPOSans H"/>
              <a:cs typeface="+mn-cs"/>
            </a:endParaRPr>
          </a:p>
        </p:txBody>
      </p:sp>
      <p:cxnSp>
        <p:nvCxnSpPr>
          <p:cNvPr id="109" name="直接连接符 108"/>
          <p:cNvCxnSpPr/>
          <p:nvPr/>
        </p:nvCxnSpPr>
        <p:spPr>
          <a:xfrm flipH="1">
            <a:off x="3768754" y="5533003"/>
            <a:ext cx="203551" cy="0"/>
          </a:xfrm>
          <a:prstGeom prst="line">
            <a:avLst/>
          </a:prstGeom>
          <a:ln w="19050" cap="rnd">
            <a:gradFill>
              <a:gsLst>
                <a:gs pos="1500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本框 75"/>
          <p:cNvSpPr txBox="1"/>
          <p:nvPr/>
        </p:nvSpPr>
        <p:spPr>
          <a:xfrm>
            <a:off x="5151120" y="4514215"/>
            <a:ext cx="1856105" cy="975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defTabSz="914400">
              <a:lnSpc>
                <a:spcPct val="120000"/>
              </a:lnSpc>
              <a:defRPr/>
            </a:pPr>
            <a:r>
              <a:rPr lang="zh-CN" altLang="en-US" sz="1200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大模型</a:t>
            </a:r>
            <a:r>
              <a:rPr lang="en-US" altLang="zh-CN" sz="1200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AI</a:t>
            </a:r>
            <a:r>
              <a:rPr lang="zh-CN" altLang="en-US" sz="1200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优化广告计划</a:t>
            </a:r>
            <a:endParaRPr lang="zh-CN" altLang="en-US" sz="1200" dirty="0">
              <a:solidFill>
                <a:schemeClr val="tx2">
                  <a:lumMod val="75000"/>
                </a:schemeClr>
              </a:solidFill>
              <a:latin typeface="+mn-ea"/>
            </a:endParaRPr>
          </a:p>
          <a:p>
            <a:pPr algn="l" defTabSz="914400">
              <a:lnSpc>
                <a:spcPct val="120000"/>
              </a:lnSpc>
              <a:defRPr/>
            </a:pPr>
            <a:endParaRPr lang="zh-CN" altLang="en-US" sz="1200" dirty="0">
              <a:solidFill>
                <a:schemeClr val="tx2">
                  <a:lumMod val="75000"/>
                </a:schemeClr>
              </a:solidFill>
              <a:latin typeface="+mn-ea"/>
            </a:endParaRPr>
          </a:p>
          <a:p>
            <a:pPr algn="l" defTabSz="914400">
              <a:lnSpc>
                <a:spcPct val="120000"/>
              </a:lnSpc>
              <a:defRPr/>
            </a:pPr>
            <a:r>
              <a:rPr lang="zh-CN" altLang="en-US" sz="1200" spc="100" dirty="0">
                <a:solidFill>
                  <a:schemeClr val="tx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以</a:t>
            </a:r>
            <a:r>
              <a:rPr lang="en-US" altLang="zh-CN" sz="1200" spc="100" dirty="0">
                <a:solidFill>
                  <a:schemeClr val="tx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“</a:t>
            </a:r>
            <a:r>
              <a:rPr lang="zh-CN" altLang="en-US" sz="1200" spc="100" dirty="0">
                <a:solidFill>
                  <a:schemeClr val="tx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商机成效最大化</a:t>
            </a:r>
            <a:r>
              <a:rPr lang="en-US" altLang="zh-CN" sz="1200" spc="100" dirty="0">
                <a:solidFill>
                  <a:schemeClr val="tx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”</a:t>
            </a:r>
            <a:r>
              <a:rPr lang="zh-CN" altLang="en-US" sz="1200" spc="100" dirty="0">
                <a:solidFill>
                  <a:schemeClr val="tx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为基础，实现最优展示</a:t>
            </a:r>
            <a:endParaRPr lang="zh-CN" altLang="en-US" sz="1200" dirty="0">
              <a:solidFill>
                <a:schemeClr val="tx2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112" name="文本框 111"/>
          <p:cNvSpPr txBox="1"/>
          <p:nvPr/>
        </p:nvSpPr>
        <p:spPr>
          <a:xfrm>
            <a:off x="5294630" y="3951605"/>
            <a:ext cx="1583690" cy="6457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kern="0" spc="60" dirty="0">
                <a:solidFill>
                  <a:srgbClr val="0122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03</a:t>
            </a:r>
            <a:r>
              <a:rPr lang="zh-CN" altLang="en-US" sz="1200" b="1" kern="0" spc="60" dirty="0">
                <a:solidFill>
                  <a:srgbClr val="0122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将广告投放到</a:t>
            </a:r>
            <a:r>
              <a:rPr lang="en-US" altLang="zh-CN" sz="1200" b="1" kern="0" spc="60" dirty="0">
                <a:solidFill>
                  <a:srgbClr val="0122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Google</a:t>
            </a:r>
            <a:r>
              <a:rPr lang="zh-CN" altLang="en-US" sz="1200" b="1" kern="0" spc="60" dirty="0">
                <a:solidFill>
                  <a:srgbClr val="0122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和</a:t>
            </a:r>
            <a:r>
              <a:rPr lang="en-US" altLang="zh-CN" sz="1200" b="1" kern="0" spc="60" dirty="0">
                <a:solidFill>
                  <a:srgbClr val="0122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Meta</a:t>
            </a:r>
            <a:r>
              <a:rPr lang="zh-CN" altLang="en-US" sz="1200" b="1" kern="0" spc="60" dirty="0">
                <a:solidFill>
                  <a:srgbClr val="0122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平台</a:t>
            </a:r>
            <a:endParaRPr lang="zh-CN" altLang="en-US" sz="1200" b="1" kern="0" spc="60" dirty="0">
              <a:solidFill>
                <a:srgbClr val="012296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gradFill>
                <a:gsLst>
                  <a:gs pos="37000">
                    <a:schemeClr val="accent1"/>
                  </a:gs>
                  <a:gs pos="100000">
                    <a:schemeClr val="accent2"/>
                  </a:gs>
                </a:gsLst>
                <a:path path="circle">
                  <a:fillToRect l="100000" t="100000"/>
                </a:path>
              </a:gradFill>
              <a:effectLst/>
              <a:uLnTx/>
              <a:uFillTx/>
              <a:latin typeface="OPPOSans H"/>
              <a:ea typeface="OPPOSans H"/>
              <a:cs typeface="+mn-cs"/>
            </a:endParaRPr>
          </a:p>
        </p:txBody>
      </p:sp>
      <p:cxnSp>
        <p:nvCxnSpPr>
          <p:cNvPr id="113" name="直接连接符 112"/>
          <p:cNvCxnSpPr/>
          <p:nvPr/>
        </p:nvCxnSpPr>
        <p:spPr>
          <a:xfrm flipH="1">
            <a:off x="5973102" y="4478681"/>
            <a:ext cx="203551" cy="0"/>
          </a:xfrm>
          <a:prstGeom prst="line">
            <a:avLst/>
          </a:prstGeom>
          <a:ln w="19050" cap="rnd">
            <a:gradFill>
              <a:gsLst>
                <a:gs pos="1500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文本框 114"/>
          <p:cNvSpPr txBox="1"/>
          <p:nvPr/>
        </p:nvSpPr>
        <p:spPr>
          <a:xfrm>
            <a:off x="7272655" y="5591175"/>
            <a:ext cx="2036445" cy="7550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>
              <a:lnSpc>
                <a:spcPct val="120000"/>
              </a:lnSpc>
              <a:defRPr/>
            </a:pPr>
            <a:r>
              <a:rPr lang="zh-CN" sz="1200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买家主动填写个人信息</a:t>
            </a:r>
            <a:endParaRPr lang="zh-CN" sz="1200" dirty="0">
              <a:solidFill>
                <a:schemeClr val="tx2">
                  <a:lumMod val="75000"/>
                </a:schemeClr>
              </a:solidFill>
              <a:latin typeface="+mn-ea"/>
            </a:endParaRPr>
          </a:p>
          <a:p>
            <a:pPr algn="ctr" defTabSz="914400">
              <a:lnSpc>
                <a:spcPct val="120000"/>
              </a:lnSpc>
              <a:defRPr/>
            </a:pPr>
            <a:r>
              <a:rPr lang="zh-CN" sz="1200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【公司名、姓名、电话号码】</a:t>
            </a:r>
            <a:endParaRPr lang="zh-CN" sz="1200" dirty="0">
              <a:solidFill>
                <a:schemeClr val="tx2">
                  <a:lumMod val="75000"/>
                </a:schemeClr>
              </a:solidFill>
              <a:latin typeface="+mn-ea"/>
            </a:endParaRPr>
          </a:p>
          <a:p>
            <a:pPr algn="ctr" defTabSz="914400">
              <a:lnSpc>
                <a:spcPct val="120000"/>
              </a:lnSpc>
              <a:defRPr/>
            </a:pPr>
            <a:endParaRPr lang="zh-CN" sz="1200" dirty="0">
              <a:solidFill>
                <a:schemeClr val="tx2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116" name="文本框 115"/>
          <p:cNvSpPr txBox="1"/>
          <p:nvPr/>
        </p:nvSpPr>
        <p:spPr>
          <a:xfrm>
            <a:off x="7272419" y="4984164"/>
            <a:ext cx="1937413" cy="4616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kern="0" dirty="0">
                <a:solidFill>
                  <a:srgbClr val="0122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04 </a:t>
            </a:r>
            <a:r>
              <a:rPr lang="zh-CN" sz="1200" b="1" kern="0" dirty="0">
                <a:solidFill>
                  <a:srgbClr val="0122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买家看到广告填写意向表单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gradFill>
                <a:gsLst>
                  <a:gs pos="37000">
                    <a:schemeClr val="accent1"/>
                  </a:gs>
                  <a:gs pos="100000">
                    <a:schemeClr val="accent2"/>
                  </a:gs>
                </a:gsLst>
                <a:path path="circle">
                  <a:fillToRect l="100000" t="100000"/>
                </a:path>
              </a:gradFill>
              <a:effectLst/>
              <a:uLnTx/>
              <a:uFillTx/>
              <a:latin typeface="OPPOSans H"/>
              <a:ea typeface="OPPOSans H"/>
              <a:cs typeface="+mn-cs"/>
            </a:endParaRPr>
          </a:p>
        </p:txBody>
      </p:sp>
      <p:cxnSp>
        <p:nvCxnSpPr>
          <p:cNvPr id="117" name="直接连接符 116"/>
          <p:cNvCxnSpPr/>
          <p:nvPr/>
        </p:nvCxnSpPr>
        <p:spPr>
          <a:xfrm flipH="1">
            <a:off x="8177450" y="5533002"/>
            <a:ext cx="203551" cy="0"/>
          </a:xfrm>
          <a:prstGeom prst="line">
            <a:avLst/>
          </a:prstGeom>
          <a:ln w="19050" cap="rnd">
            <a:gradFill>
              <a:gsLst>
                <a:gs pos="1500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文本框 118"/>
          <p:cNvSpPr txBox="1"/>
          <p:nvPr/>
        </p:nvSpPr>
        <p:spPr>
          <a:xfrm>
            <a:off x="9551721" y="4452292"/>
            <a:ext cx="1863704" cy="975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defTabSz="914400">
              <a:lnSpc>
                <a:spcPct val="120000"/>
              </a:lnSpc>
              <a:defRPr/>
            </a:pPr>
            <a:r>
              <a:rPr lang="zh-CN" altLang="en-US" sz="1200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当日投放，当日收到商机</a:t>
            </a:r>
            <a:endParaRPr lang="zh-CN" altLang="en-US" sz="1200" dirty="0">
              <a:solidFill>
                <a:schemeClr val="tx2">
                  <a:lumMod val="75000"/>
                </a:schemeClr>
              </a:solidFill>
              <a:latin typeface="+mn-ea"/>
            </a:endParaRPr>
          </a:p>
          <a:p>
            <a:pPr algn="l" defTabSz="914400">
              <a:lnSpc>
                <a:spcPct val="120000"/>
              </a:lnSpc>
              <a:defRPr/>
            </a:pPr>
            <a:endParaRPr lang="zh-CN" altLang="en-US" sz="1200" dirty="0">
              <a:solidFill>
                <a:schemeClr val="tx2">
                  <a:lumMod val="75000"/>
                </a:schemeClr>
              </a:solidFill>
              <a:latin typeface="+mn-ea"/>
            </a:endParaRPr>
          </a:p>
          <a:p>
            <a:pPr algn="l" defTabSz="914400">
              <a:lnSpc>
                <a:spcPct val="120000"/>
              </a:lnSpc>
              <a:defRPr/>
            </a:pPr>
            <a:r>
              <a:rPr lang="zh-CN" altLang="en-US" sz="1200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买家跟进客户等级进行有效开发</a:t>
            </a:r>
            <a:endParaRPr lang="zh-CN" altLang="en-US" sz="1200" dirty="0">
              <a:solidFill>
                <a:schemeClr val="tx2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120" name="文本框 119"/>
          <p:cNvSpPr txBox="1"/>
          <p:nvPr/>
        </p:nvSpPr>
        <p:spPr>
          <a:xfrm>
            <a:off x="9480550" y="4013835"/>
            <a:ext cx="2007870" cy="4616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kern="0" dirty="0">
                <a:solidFill>
                  <a:srgbClr val="0122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05</a:t>
            </a:r>
            <a:r>
              <a:rPr lang="en-US" altLang="zh-CN" sz="1200" b="1" kern="0" dirty="0">
                <a:solidFill>
                  <a:srgbClr val="0122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sz="1200" b="1" kern="0" dirty="0">
                <a:solidFill>
                  <a:srgbClr val="0122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卖家收到商机进行开发</a:t>
            </a:r>
            <a:endParaRPr lang="zh-CN" altLang="en-US" sz="1200" dirty="0">
              <a:gradFill>
                <a:gsLst>
                  <a:gs pos="37000">
                    <a:schemeClr val="accent1"/>
                  </a:gs>
                  <a:gs pos="100000">
                    <a:schemeClr val="accent2"/>
                  </a:gs>
                </a:gsLst>
                <a:path path="circle">
                  <a:fillToRect l="100000" t="100000"/>
                </a:path>
              </a:gradFill>
              <a:latin typeface="OPPOSans H"/>
              <a:ea typeface="OPPOSans H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gradFill>
                <a:gsLst>
                  <a:gs pos="37000">
                    <a:schemeClr val="accent1"/>
                  </a:gs>
                  <a:gs pos="100000">
                    <a:schemeClr val="accent2"/>
                  </a:gs>
                </a:gsLst>
                <a:path path="circle">
                  <a:fillToRect l="100000" t="100000"/>
                </a:path>
              </a:gradFill>
              <a:effectLst/>
              <a:uLnTx/>
              <a:uFillTx/>
              <a:latin typeface="OPPOSans H"/>
              <a:ea typeface="OPPOSans H"/>
              <a:cs typeface="+mn-cs"/>
            </a:endParaRPr>
          </a:p>
        </p:txBody>
      </p:sp>
      <p:cxnSp>
        <p:nvCxnSpPr>
          <p:cNvPr id="121" name="直接连接符 120"/>
          <p:cNvCxnSpPr/>
          <p:nvPr/>
        </p:nvCxnSpPr>
        <p:spPr>
          <a:xfrm flipH="1">
            <a:off x="10381798" y="4383708"/>
            <a:ext cx="203551" cy="0"/>
          </a:xfrm>
          <a:prstGeom prst="line">
            <a:avLst/>
          </a:prstGeom>
          <a:ln w="19050" cap="rnd">
            <a:gradFill>
              <a:gsLst>
                <a:gs pos="1500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图形 125"/>
          <p:cNvSpPr/>
          <p:nvPr/>
        </p:nvSpPr>
        <p:spPr>
          <a:xfrm>
            <a:off x="5835364" y="2565426"/>
            <a:ext cx="502191" cy="526623"/>
          </a:xfrm>
          <a:custGeom>
            <a:avLst/>
            <a:gdLst>
              <a:gd name="connsiteX0" fmla="*/ 276957 w 1273342"/>
              <a:gd name="connsiteY0" fmla="*/ 1377704 h 1568457"/>
              <a:gd name="connsiteX1" fmla="*/ 274722 w 1273342"/>
              <a:gd name="connsiteY1" fmla="*/ 1372761 h 1568457"/>
              <a:gd name="connsiteX2" fmla="*/ 266465 w 1273342"/>
              <a:gd name="connsiteY2" fmla="*/ 1358845 h 1568457"/>
              <a:gd name="connsiteX3" fmla="*/ 252458 w 1273342"/>
              <a:gd name="connsiteY3" fmla="*/ 1328749 h 1568457"/>
              <a:gd name="connsiteX4" fmla="*/ 44423 w 1273342"/>
              <a:gd name="connsiteY4" fmla="*/ 1146975 h 1568457"/>
              <a:gd name="connsiteX5" fmla="*/ 58141 w 1273342"/>
              <a:gd name="connsiteY5" fmla="*/ 995188 h 1568457"/>
              <a:gd name="connsiteX6" fmla="*/ 52986 w 1273342"/>
              <a:gd name="connsiteY6" fmla="*/ 926590 h 1568457"/>
              <a:gd name="connsiteX7" fmla="*/ 53130 w 1273342"/>
              <a:gd name="connsiteY7" fmla="*/ 865244 h 1568457"/>
              <a:gd name="connsiteX8" fmla="*/ 76565 w 1273342"/>
              <a:gd name="connsiteY8" fmla="*/ 800566 h 1568457"/>
              <a:gd name="connsiteX9" fmla="*/ 3230 w 1273342"/>
              <a:gd name="connsiteY9" fmla="*/ 722778 h 1568457"/>
              <a:gd name="connsiteX10" fmla="*/ 158824 w 1273342"/>
              <a:gd name="connsiteY10" fmla="*/ 490742 h 1568457"/>
              <a:gd name="connsiteX11" fmla="*/ 491735 w 1273342"/>
              <a:gd name="connsiteY11" fmla="*/ 22795 h 1568457"/>
              <a:gd name="connsiteX12" fmla="*/ 1241672 w 1273342"/>
              <a:gd name="connsiteY12" fmla="*/ 458795 h 1568457"/>
              <a:gd name="connsiteX13" fmla="*/ 1044633 w 1273342"/>
              <a:gd name="connsiteY13" fmla="*/ 1178204 h 1568457"/>
              <a:gd name="connsiteX14" fmla="*/ 950512 w 1273342"/>
              <a:gd name="connsiteY14" fmla="*/ 1359651 h 1568457"/>
              <a:gd name="connsiteX15" fmla="*/ 950332 w 1273342"/>
              <a:gd name="connsiteY15" fmla="*/ 1361045 h 1568457"/>
              <a:gd name="connsiteX16" fmla="*/ 948078 w 1273342"/>
              <a:gd name="connsiteY16" fmla="*/ 1380884 h 1568457"/>
              <a:gd name="connsiteX17" fmla="*/ 947862 w 1273342"/>
              <a:gd name="connsiteY17" fmla="*/ 1382669 h 1568457"/>
              <a:gd name="connsiteX18" fmla="*/ 947466 w 1273342"/>
              <a:gd name="connsiteY18" fmla="*/ 1396585 h 1568457"/>
              <a:gd name="connsiteX19" fmla="*/ 947285 w 1273342"/>
              <a:gd name="connsiteY19" fmla="*/ 1399089 h 1568457"/>
              <a:gd name="connsiteX20" fmla="*/ 945483 w 1273342"/>
              <a:gd name="connsiteY20" fmla="*/ 1407016 h 1568457"/>
              <a:gd name="connsiteX21" fmla="*/ 944816 w 1273342"/>
              <a:gd name="connsiteY21" fmla="*/ 1410849 h 1568457"/>
              <a:gd name="connsiteX22" fmla="*/ 960355 w 1273342"/>
              <a:gd name="connsiteY22" fmla="*/ 1525310 h 1568457"/>
              <a:gd name="connsiteX23" fmla="*/ 953713 w 1273342"/>
              <a:gd name="connsiteY23" fmla="*/ 1540576 h 1568457"/>
              <a:gd name="connsiteX24" fmla="*/ 951053 w 1273342"/>
              <a:gd name="connsiteY24" fmla="*/ 1541120 h 1568457"/>
              <a:gd name="connsiteX25" fmla="*/ 287954 w 1273342"/>
              <a:gd name="connsiteY25" fmla="*/ 1568450 h 1568457"/>
              <a:gd name="connsiteX26" fmla="*/ 277477 w 1273342"/>
              <a:gd name="connsiteY26" fmla="*/ 1556643 h 1568457"/>
              <a:gd name="connsiteX27" fmla="*/ 277840 w 1273342"/>
              <a:gd name="connsiteY27" fmla="*/ 1552945 h 1568457"/>
              <a:gd name="connsiteX28" fmla="*/ 277011 w 1273342"/>
              <a:gd name="connsiteY28" fmla="*/ 1377704 h 1568457"/>
              <a:gd name="connsiteX29" fmla="*/ 709974 w 1273342"/>
              <a:gd name="connsiteY29" fmla="*/ 545185 h 1568457"/>
              <a:gd name="connsiteX30" fmla="*/ 636728 w 1273342"/>
              <a:gd name="connsiteY30" fmla="*/ 633622 h 1568457"/>
              <a:gd name="connsiteX31" fmla="*/ 709937 w 1273342"/>
              <a:gd name="connsiteY31" fmla="*/ 722103 h 1568457"/>
              <a:gd name="connsiteX32" fmla="*/ 783183 w 1273342"/>
              <a:gd name="connsiteY32" fmla="*/ 633666 h 1568457"/>
              <a:gd name="connsiteX33" fmla="*/ 783183 w 1273342"/>
              <a:gd name="connsiteY33" fmla="*/ 633622 h 1568457"/>
              <a:gd name="connsiteX34" fmla="*/ 709974 w 1273342"/>
              <a:gd name="connsiteY34" fmla="*/ 545185 h 1568457"/>
              <a:gd name="connsiteX35" fmla="*/ 357052 w 1273342"/>
              <a:gd name="connsiteY35" fmla="*/ 879770 h 1568457"/>
              <a:gd name="connsiteX36" fmla="*/ 521840 w 1273342"/>
              <a:gd name="connsiteY36" fmla="*/ 929857 h 1568457"/>
              <a:gd name="connsiteX37" fmla="*/ 565106 w 1273342"/>
              <a:gd name="connsiteY37" fmla="*/ 919643 h 1568457"/>
              <a:gd name="connsiteX38" fmla="*/ 577148 w 1273342"/>
              <a:gd name="connsiteY38" fmla="*/ 928049 h 1568457"/>
              <a:gd name="connsiteX39" fmla="*/ 591570 w 1273342"/>
              <a:gd name="connsiteY39" fmla="*/ 978464 h 1568457"/>
              <a:gd name="connsiteX40" fmla="*/ 709919 w 1273342"/>
              <a:gd name="connsiteY40" fmla="*/ 1125895 h 1568457"/>
              <a:gd name="connsiteX41" fmla="*/ 828287 w 1273342"/>
              <a:gd name="connsiteY41" fmla="*/ 978464 h 1568457"/>
              <a:gd name="connsiteX42" fmla="*/ 842601 w 1273342"/>
              <a:gd name="connsiteY42" fmla="*/ 928028 h 1568457"/>
              <a:gd name="connsiteX43" fmla="*/ 854643 w 1273342"/>
              <a:gd name="connsiteY43" fmla="*/ 919643 h 1568457"/>
              <a:gd name="connsiteX44" fmla="*/ 893636 w 1273342"/>
              <a:gd name="connsiteY44" fmla="*/ 929073 h 1568457"/>
              <a:gd name="connsiteX45" fmla="*/ 901478 w 1273342"/>
              <a:gd name="connsiteY45" fmla="*/ 936739 h 1568457"/>
              <a:gd name="connsiteX46" fmla="*/ 961720 w 1273342"/>
              <a:gd name="connsiteY46" fmla="*/ 968869 h 1568457"/>
              <a:gd name="connsiteX47" fmla="*/ 988009 w 1273342"/>
              <a:gd name="connsiteY47" fmla="*/ 937675 h 1568457"/>
              <a:gd name="connsiteX48" fmla="*/ 995382 w 1273342"/>
              <a:gd name="connsiteY48" fmla="*/ 930314 h 1568457"/>
              <a:gd name="connsiteX49" fmla="*/ 1062786 w 1273342"/>
              <a:gd name="connsiteY49" fmla="*/ 879726 h 1568457"/>
              <a:gd name="connsiteX50" fmla="*/ 1016330 w 1273342"/>
              <a:gd name="connsiteY50" fmla="*/ 682251 h 1568457"/>
              <a:gd name="connsiteX51" fmla="*/ 987342 w 1273342"/>
              <a:gd name="connsiteY51" fmla="*/ 642007 h 1568457"/>
              <a:gd name="connsiteX52" fmla="*/ 987342 w 1273342"/>
              <a:gd name="connsiteY52" fmla="*/ 625216 h 1568457"/>
              <a:gd name="connsiteX53" fmla="*/ 1016366 w 1273342"/>
              <a:gd name="connsiteY53" fmla="*/ 584972 h 1568457"/>
              <a:gd name="connsiteX54" fmla="*/ 1063868 w 1273342"/>
              <a:gd name="connsiteY54" fmla="*/ 389827 h 1568457"/>
              <a:gd name="connsiteX55" fmla="*/ 1063868 w 1273342"/>
              <a:gd name="connsiteY55" fmla="*/ 389696 h 1568457"/>
              <a:gd name="connsiteX56" fmla="*/ 1062804 w 1273342"/>
              <a:gd name="connsiteY56" fmla="*/ 387519 h 1568457"/>
              <a:gd name="connsiteX57" fmla="*/ 898017 w 1273342"/>
              <a:gd name="connsiteY57" fmla="*/ 337431 h 1568457"/>
              <a:gd name="connsiteX58" fmla="*/ 854751 w 1273342"/>
              <a:gd name="connsiteY58" fmla="*/ 347688 h 1568457"/>
              <a:gd name="connsiteX59" fmla="*/ 842691 w 1273342"/>
              <a:gd name="connsiteY59" fmla="*/ 339304 h 1568457"/>
              <a:gd name="connsiteX60" fmla="*/ 828377 w 1273342"/>
              <a:gd name="connsiteY60" fmla="*/ 288846 h 1568457"/>
              <a:gd name="connsiteX61" fmla="*/ 710010 w 1273342"/>
              <a:gd name="connsiteY61" fmla="*/ 141437 h 1568457"/>
              <a:gd name="connsiteX62" fmla="*/ 649636 w 1273342"/>
              <a:gd name="connsiteY62" fmla="*/ 174603 h 1568457"/>
              <a:gd name="connsiteX63" fmla="*/ 637972 w 1273342"/>
              <a:gd name="connsiteY63" fmla="*/ 176585 h 1568457"/>
              <a:gd name="connsiteX64" fmla="*/ 575199 w 1273342"/>
              <a:gd name="connsiteY64" fmla="*/ 200726 h 1568457"/>
              <a:gd name="connsiteX65" fmla="*/ 589028 w 1273342"/>
              <a:gd name="connsiteY65" fmla="*/ 271947 h 1568457"/>
              <a:gd name="connsiteX66" fmla="*/ 592471 w 1273342"/>
              <a:gd name="connsiteY66" fmla="*/ 286364 h 1568457"/>
              <a:gd name="connsiteX67" fmla="*/ 591660 w 1273342"/>
              <a:gd name="connsiteY67" fmla="*/ 288846 h 1568457"/>
              <a:gd name="connsiteX68" fmla="*/ 577238 w 1273342"/>
              <a:gd name="connsiteY68" fmla="*/ 339304 h 1568457"/>
              <a:gd name="connsiteX69" fmla="*/ 565214 w 1273342"/>
              <a:gd name="connsiteY69" fmla="*/ 347688 h 1568457"/>
              <a:gd name="connsiteX70" fmla="*/ 521840 w 1273342"/>
              <a:gd name="connsiteY70" fmla="*/ 337431 h 1568457"/>
              <a:gd name="connsiteX71" fmla="*/ 357052 w 1273342"/>
              <a:gd name="connsiteY71" fmla="*/ 387519 h 1568457"/>
              <a:gd name="connsiteX72" fmla="*/ 403527 w 1273342"/>
              <a:gd name="connsiteY72" fmla="*/ 584994 h 1568457"/>
              <a:gd name="connsiteX73" fmla="*/ 432551 w 1273342"/>
              <a:gd name="connsiteY73" fmla="*/ 625238 h 1568457"/>
              <a:gd name="connsiteX74" fmla="*/ 432551 w 1273342"/>
              <a:gd name="connsiteY74" fmla="*/ 642028 h 1568457"/>
              <a:gd name="connsiteX75" fmla="*/ 403509 w 1273342"/>
              <a:gd name="connsiteY75" fmla="*/ 682272 h 1568457"/>
              <a:gd name="connsiteX76" fmla="*/ 356007 w 1273342"/>
              <a:gd name="connsiteY76" fmla="*/ 877483 h 1568457"/>
              <a:gd name="connsiteX77" fmla="*/ 599232 w 1273342"/>
              <a:gd name="connsiteY77" fmla="*/ 908602 h 1568457"/>
              <a:gd name="connsiteX78" fmla="*/ 592399 w 1273342"/>
              <a:gd name="connsiteY78" fmla="*/ 923846 h 1568457"/>
              <a:gd name="connsiteX79" fmla="*/ 606010 w 1273342"/>
              <a:gd name="connsiteY79" fmla="*/ 971756 h 1568457"/>
              <a:gd name="connsiteX80" fmla="*/ 709937 w 1273342"/>
              <a:gd name="connsiteY80" fmla="*/ 1107232 h 1568457"/>
              <a:gd name="connsiteX81" fmla="*/ 813865 w 1273342"/>
              <a:gd name="connsiteY81" fmla="*/ 971756 h 1568457"/>
              <a:gd name="connsiteX82" fmla="*/ 827476 w 1273342"/>
              <a:gd name="connsiteY82" fmla="*/ 923846 h 1568457"/>
              <a:gd name="connsiteX83" fmla="*/ 826682 w 1273342"/>
              <a:gd name="connsiteY83" fmla="*/ 914504 h 1568457"/>
              <a:gd name="connsiteX84" fmla="*/ 820643 w 1273342"/>
              <a:gd name="connsiteY84" fmla="*/ 908581 h 1568457"/>
              <a:gd name="connsiteX85" fmla="*/ 714120 w 1273342"/>
              <a:gd name="connsiteY85" fmla="*/ 860039 h 1568457"/>
              <a:gd name="connsiteX86" fmla="*/ 705737 w 1273342"/>
              <a:gd name="connsiteY86" fmla="*/ 860039 h 1568457"/>
              <a:gd name="connsiteX87" fmla="*/ 599232 w 1273342"/>
              <a:gd name="connsiteY87" fmla="*/ 908581 h 1568457"/>
              <a:gd name="connsiteX88" fmla="*/ 747723 w 1273342"/>
              <a:gd name="connsiteY88" fmla="*/ 835540 h 1568457"/>
              <a:gd name="connsiteX89" fmla="*/ 743299 w 1273342"/>
              <a:gd name="connsiteY89" fmla="*/ 851938 h 1568457"/>
              <a:gd name="connsiteX90" fmla="*/ 748498 w 1273342"/>
              <a:gd name="connsiteY90" fmla="*/ 857709 h 1568457"/>
              <a:gd name="connsiteX91" fmla="*/ 824213 w 1273342"/>
              <a:gd name="connsiteY91" fmla="*/ 890375 h 1568457"/>
              <a:gd name="connsiteX92" fmla="*/ 832199 w 1273342"/>
              <a:gd name="connsiteY92" fmla="*/ 889264 h 1568457"/>
              <a:gd name="connsiteX93" fmla="*/ 836994 w 1273342"/>
              <a:gd name="connsiteY93" fmla="*/ 881533 h 1568457"/>
              <a:gd name="connsiteX94" fmla="*/ 851416 w 1273342"/>
              <a:gd name="connsiteY94" fmla="*/ 786084 h 1568457"/>
              <a:gd name="connsiteX95" fmla="*/ 842749 w 1273342"/>
              <a:gd name="connsiteY95" fmla="*/ 772340 h 1568457"/>
              <a:gd name="connsiteX96" fmla="*/ 835894 w 1273342"/>
              <a:gd name="connsiteY96" fmla="*/ 774194 h 1568457"/>
              <a:gd name="connsiteX97" fmla="*/ 792629 w 1273342"/>
              <a:gd name="connsiteY97" fmla="*/ 806185 h 1568457"/>
              <a:gd name="connsiteX98" fmla="*/ 792394 w 1273342"/>
              <a:gd name="connsiteY98" fmla="*/ 806359 h 1568457"/>
              <a:gd name="connsiteX99" fmla="*/ 747993 w 1273342"/>
              <a:gd name="connsiteY99" fmla="*/ 835562 h 1568457"/>
              <a:gd name="connsiteX100" fmla="*/ 874401 w 1273342"/>
              <a:gd name="connsiteY100" fmla="*/ 742465 h 1568457"/>
              <a:gd name="connsiteX101" fmla="*/ 870218 w 1273342"/>
              <a:gd name="connsiteY101" fmla="*/ 751175 h 1568457"/>
              <a:gd name="connsiteX102" fmla="*/ 851740 w 1273342"/>
              <a:gd name="connsiteY102" fmla="*/ 886912 h 1568457"/>
              <a:gd name="connsiteX103" fmla="*/ 859179 w 1273342"/>
              <a:gd name="connsiteY103" fmla="*/ 901633 h 1568457"/>
              <a:gd name="connsiteX104" fmla="*/ 859258 w 1273342"/>
              <a:gd name="connsiteY104" fmla="*/ 901655 h 1568457"/>
              <a:gd name="connsiteX105" fmla="*/ 888751 w 1273342"/>
              <a:gd name="connsiteY105" fmla="*/ 909016 h 1568457"/>
              <a:gd name="connsiteX106" fmla="*/ 900234 w 1273342"/>
              <a:gd name="connsiteY106" fmla="*/ 900436 h 1568457"/>
              <a:gd name="connsiteX107" fmla="*/ 958047 w 1273342"/>
              <a:gd name="connsiteY107" fmla="*/ 862284 h 1568457"/>
              <a:gd name="connsiteX108" fmla="*/ 989740 w 1273342"/>
              <a:gd name="connsiteY108" fmla="*/ 900893 h 1568457"/>
              <a:gd name="connsiteX109" fmla="*/ 1002124 w 1273342"/>
              <a:gd name="connsiteY109" fmla="*/ 909365 h 1568457"/>
              <a:gd name="connsiteX110" fmla="*/ 1049410 w 1273342"/>
              <a:gd name="connsiteY110" fmla="*/ 870384 h 1568457"/>
              <a:gd name="connsiteX111" fmla="*/ 1004234 w 1273342"/>
              <a:gd name="connsiteY111" fmla="*/ 693989 h 1568457"/>
              <a:gd name="connsiteX112" fmla="*/ 976796 w 1273342"/>
              <a:gd name="connsiteY112" fmla="*/ 655900 h 1568457"/>
              <a:gd name="connsiteX113" fmla="*/ 962557 w 1273342"/>
              <a:gd name="connsiteY113" fmla="*/ 655169 h 1568457"/>
              <a:gd name="connsiteX114" fmla="*/ 962374 w 1273342"/>
              <a:gd name="connsiteY114" fmla="*/ 655378 h 1568457"/>
              <a:gd name="connsiteX115" fmla="*/ 874311 w 1273342"/>
              <a:gd name="connsiteY115" fmla="*/ 742486 h 1568457"/>
              <a:gd name="connsiteX116" fmla="*/ 820643 w 1273342"/>
              <a:gd name="connsiteY116" fmla="*/ 358599 h 1568457"/>
              <a:gd name="connsiteX117" fmla="*/ 827495 w 1273342"/>
              <a:gd name="connsiteY117" fmla="*/ 343433 h 1568457"/>
              <a:gd name="connsiteX118" fmla="*/ 827476 w 1273342"/>
              <a:gd name="connsiteY118" fmla="*/ 343355 h 1568457"/>
              <a:gd name="connsiteX119" fmla="*/ 813865 w 1273342"/>
              <a:gd name="connsiteY119" fmla="*/ 295445 h 1568457"/>
              <a:gd name="connsiteX120" fmla="*/ 709937 w 1273342"/>
              <a:gd name="connsiteY120" fmla="*/ 160013 h 1568457"/>
              <a:gd name="connsiteX121" fmla="*/ 660470 w 1273342"/>
              <a:gd name="connsiteY121" fmla="*/ 187430 h 1568457"/>
              <a:gd name="connsiteX122" fmla="*/ 658289 w 1273342"/>
              <a:gd name="connsiteY122" fmla="*/ 201716 h 1568457"/>
              <a:gd name="connsiteX123" fmla="*/ 636793 w 1273342"/>
              <a:gd name="connsiteY123" fmla="*/ 276908 h 1568457"/>
              <a:gd name="connsiteX124" fmla="*/ 616989 w 1273342"/>
              <a:gd name="connsiteY124" fmla="*/ 282575 h 1568457"/>
              <a:gd name="connsiteX125" fmla="*/ 607759 w 1273342"/>
              <a:gd name="connsiteY125" fmla="*/ 290197 h 1568457"/>
              <a:gd name="connsiteX126" fmla="*/ 605956 w 1273342"/>
              <a:gd name="connsiteY126" fmla="*/ 295467 h 1568457"/>
              <a:gd name="connsiteX127" fmla="*/ 592345 w 1273342"/>
              <a:gd name="connsiteY127" fmla="*/ 343268 h 1568457"/>
              <a:gd name="connsiteX128" fmla="*/ 599113 w 1273342"/>
              <a:gd name="connsiteY128" fmla="*/ 358488 h 1568457"/>
              <a:gd name="connsiteX129" fmla="*/ 599178 w 1273342"/>
              <a:gd name="connsiteY129" fmla="*/ 358512 h 1568457"/>
              <a:gd name="connsiteX130" fmla="*/ 705683 w 1273342"/>
              <a:gd name="connsiteY130" fmla="*/ 407096 h 1568457"/>
              <a:gd name="connsiteX131" fmla="*/ 714066 w 1273342"/>
              <a:gd name="connsiteY131" fmla="*/ 407096 h 1568457"/>
              <a:gd name="connsiteX132" fmla="*/ 820589 w 1273342"/>
              <a:gd name="connsiteY132" fmla="*/ 358512 h 1568457"/>
              <a:gd name="connsiteX133" fmla="*/ 672134 w 1273342"/>
              <a:gd name="connsiteY133" fmla="*/ 431705 h 1568457"/>
              <a:gd name="connsiteX134" fmla="*/ 676463 w 1273342"/>
              <a:gd name="connsiteY134" fmla="*/ 415140 h 1568457"/>
              <a:gd name="connsiteX135" fmla="*/ 671395 w 1273342"/>
              <a:gd name="connsiteY135" fmla="*/ 409492 h 1568457"/>
              <a:gd name="connsiteX136" fmla="*/ 595680 w 1273342"/>
              <a:gd name="connsiteY136" fmla="*/ 376826 h 1568457"/>
              <a:gd name="connsiteX137" fmla="*/ 587748 w 1273342"/>
              <a:gd name="connsiteY137" fmla="*/ 377959 h 1568457"/>
              <a:gd name="connsiteX138" fmla="*/ 582917 w 1273342"/>
              <a:gd name="connsiteY138" fmla="*/ 385711 h 1568457"/>
              <a:gd name="connsiteX139" fmla="*/ 570658 w 1273342"/>
              <a:gd name="connsiteY139" fmla="*/ 462737 h 1568457"/>
              <a:gd name="connsiteX140" fmla="*/ 576067 w 1273342"/>
              <a:gd name="connsiteY140" fmla="*/ 475455 h 1568457"/>
              <a:gd name="connsiteX141" fmla="*/ 584792 w 1273342"/>
              <a:gd name="connsiteY141" fmla="*/ 482380 h 1568457"/>
              <a:gd name="connsiteX142" fmla="*/ 596618 w 1273342"/>
              <a:gd name="connsiteY142" fmla="*/ 483360 h 1568457"/>
              <a:gd name="connsiteX143" fmla="*/ 627354 w 1273342"/>
              <a:gd name="connsiteY143" fmla="*/ 461082 h 1568457"/>
              <a:gd name="connsiteX144" fmla="*/ 627589 w 1273342"/>
              <a:gd name="connsiteY144" fmla="*/ 460930 h 1568457"/>
              <a:gd name="connsiteX145" fmla="*/ 671990 w 1273342"/>
              <a:gd name="connsiteY145" fmla="*/ 431726 h 1568457"/>
              <a:gd name="connsiteX146" fmla="*/ 508194 w 1273342"/>
              <a:gd name="connsiteY146" fmla="*/ 558774 h 1568457"/>
              <a:gd name="connsiteX147" fmla="*/ 511402 w 1273342"/>
              <a:gd name="connsiteY147" fmla="*/ 545011 h 1568457"/>
              <a:gd name="connsiteX148" fmla="*/ 539258 w 1273342"/>
              <a:gd name="connsiteY148" fmla="*/ 472894 h 1568457"/>
              <a:gd name="connsiteX149" fmla="*/ 547097 w 1273342"/>
              <a:gd name="connsiteY149" fmla="*/ 470359 h 1568457"/>
              <a:gd name="connsiteX150" fmla="*/ 555389 w 1273342"/>
              <a:gd name="connsiteY150" fmla="*/ 460102 h 1568457"/>
              <a:gd name="connsiteX151" fmla="*/ 568134 w 1273342"/>
              <a:gd name="connsiteY151" fmla="*/ 380289 h 1568457"/>
              <a:gd name="connsiteX152" fmla="*/ 566909 w 1273342"/>
              <a:gd name="connsiteY152" fmla="*/ 371033 h 1568457"/>
              <a:gd name="connsiteX153" fmla="*/ 560617 w 1273342"/>
              <a:gd name="connsiteY153" fmla="*/ 365524 h 1568457"/>
              <a:gd name="connsiteX154" fmla="*/ 519587 w 1273342"/>
              <a:gd name="connsiteY154" fmla="*/ 355877 h 1568457"/>
              <a:gd name="connsiteX155" fmla="*/ 370465 w 1273342"/>
              <a:gd name="connsiteY155" fmla="*/ 396861 h 1568457"/>
              <a:gd name="connsiteX156" fmla="*/ 415641 w 1273342"/>
              <a:gd name="connsiteY156" fmla="*/ 573256 h 1568457"/>
              <a:gd name="connsiteX157" fmla="*/ 443061 w 1273342"/>
              <a:gd name="connsiteY157" fmla="*/ 611388 h 1568457"/>
              <a:gd name="connsiteX158" fmla="*/ 457407 w 1273342"/>
              <a:gd name="connsiteY158" fmla="*/ 611954 h 1568457"/>
              <a:gd name="connsiteX159" fmla="*/ 457483 w 1273342"/>
              <a:gd name="connsiteY159" fmla="*/ 611867 h 1568457"/>
              <a:gd name="connsiteX160" fmla="*/ 508266 w 1273342"/>
              <a:gd name="connsiteY160" fmla="*/ 558709 h 1568457"/>
              <a:gd name="connsiteX161" fmla="*/ 519569 w 1273342"/>
              <a:gd name="connsiteY161" fmla="*/ 911368 h 1568457"/>
              <a:gd name="connsiteX162" fmla="*/ 560617 w 1273342"/>
              <a:gd name="connsiteY162" fmla="*/ 901699 h 1568457"/>
              <a:gd name="connsiteX163" fmla="*/ 568148 w 1273342"/>
              <a:gd name="connsiteY163" fmla="*/ 887047 h 1568457"/>
              <a:gd name="connsiteX164" fmla="*/ 568134 w 1273342"/>
              <a:gd name="connsiteY164" fmla="*/ 886978 h 1568457"/>
              <a:gd name="connsiteX165" fmla="*/ 549675 w 1273342"/>
              <a:gd name="connsiteY165" fmla="*/ 751219 h 1568457"/>
              <a:gd name="connsiteX166" fmla="*/ 545492 w 1273342"/>
              <a:gd name="connsiteY166" fmla="*/ 742508 h 1568457"/>
              <a:gd name="connsiteX167" fmla="*/ 457429 w 1273342"/>
              <a:gd name="connsiteY167" fmla="*/ 655400 h 1568457"/>
              <a:gd name="connsiteX168" fmla="*/ 443079 w 1273342"/>
              <a:gd name="connsiteY168" fmla="*/ 655808 h 1568457"/>
              <a:gd name="connsiteX169" fmla="*/ 443007 w 1273342"/>
              <a:gd name="connsiteY169" fmla="*/ 655900 h 1568457"/>
              <a:gd name="connsiteX170" fmla="*/ 415569 w 1273342"/>
              <a:gd name="connsiteY170" fmla="*/ 694010 h 1568457"/>
              <a:gd name="connsiteX171" fmla="*/ 370411 w 1273342"/>
              <a:gd name="connsiteY171" fmla="*/ 870405 h 1568457"/>
              <a:gd name="connsiteX172" fmla="*/ 519533 w 1273342"/>
              <a:gd name="connsiteY172" fmla="*/ 911346 h 1568457"/>
              <a:gd name="connsiteX173" fmla="*/ 468768 w 1273342"/>
              <a:gd name="connsiteY173" fmla="*/ 624737 h 1568457"/>
              <a:gd name="connsiteX174" fmla="*/ 468354 w 1273342"/>
              <a:gd name="connsiteY174" fmla="*/ 642007 h 1568457"/>
              <a:gd name="connsiteX175" fmla="*/ 468768 w 1273342"/>
              <a:gd name="connsiteY175" fmla="*/ 642507 h 1568457"/>
              <a:gd name="connsiteX176" fmla="*/ 530061 w 1273342"/>
              <a:gd name="connsiteY176" fmla="*/ 705291 h 1568457"/>
              <a:gd name="connsiteX177" fmla="*/ 544233 w 1273342"/>
              <a:gd name="connsiteY177" fmla="*/ 702961 h 1568457"/>
              <a:gd name="connsiteX178" fmla="*/ 546285 w 1273342"/>
              <a:gd name="connsiteY178" fmla="*/ 695012 h 1568457"/>
              <a:gd name="connsiteX179" fmla="*/ 545672 w 1273342"/>
              <a:gd name="connsiteY179" fmla="*/ 590482 h 1568457"/>
              <a:gd name="connsiteX180" fmla="*/ 539092 w 1273342"/>
              <a:gd name="connsiteY180" fmla="*/ 578570 h 1568457"/>
              <a:gd name="connsiteX181" fmla="*/ 529664 w 1273342"/>
              <a:gd name="connsiteY181" fmla="*/ 572842 h 1568457"/>
              <a:gd name="connsiteX182" fmla="*/ 517802 w 1273342"/>
              <a:gd name="connsiteY182" fmla="*/ 573496 h 1568457"/>
              <a:gd name="connsiteX183" fmla="*/ 468822 w 1273342"/>
              <a:gd name="connsiteY183" fmla="*/ 624803 h 1568457"/>
              <a:gd name="connsiteX184" fmla="*/ 604910 w 1273342"/>
              <a:gd name="connsiteY184" fmla="*/ 499279 h 1568457"/>
              <a:gd name="connsiteX185" fmla="*/ 600457 w 1273342"/>
              <a:gd name="connsiteY185" fmla="*/ 512520 h 1568457"/>
              <a:gd name="connsiteX186" fmla="*/ 568387 w 1273342"/>
              <a:gd name="connsiteY186" fmla="*/ 579746 h 1568457"/>
              <a:gd name="connsiteX187" fmla="*/ 561176 w 1273342"/>
              <a:gd name="connsiteY187" fmla="*/ 591026 h 1568457"/>
              <a:gd name="connsiteX188" fmla="*/ 563700 w 1273342"/>
              <a:gd name="connsiteY188" fmla="*/ 729594 h 1568457"/>
              <a:gd name="connsiteX189" fmla="*/ 568026 w 1273342"/>
              <a:gd name="connsiteY189" fmla="*/ 738697 h 1568457"/>
              <a:gd name="connsiteX190" fmla="*/ 635232 w 1273342"/>
              <a:gd name="connsiteY190" fmla="*/ 789939 h 1568457"/>
              <a:gd name="connsiteX191" fmla="*/ 636188 w 1273342"/>
              <a:gd name="connsiteY191" fmla="*/ 790592 h 1568457"/>
              <a:gd name="connsiteX192" fmla="*/ 705575 w 1273342"/>
              <a:gd name="connsiteY192" fmla="*/ 834604 h 1568457"/>
              <a:gd name="connsiteX193" fmla="*/ 714264 w 1273342"/>
              <a:gd name="connsiteY193" fmla="*/ 834604 h 1568457"/>
              <a:gd name="connsiteX194" fmla="*/ 784571 w 1273342"/>
              <a:gd name="connsiteY194" fmla="*/ 789873 h 1568457"/>
              <a:gd name="connsiteX195" fmla="*/ 851776 w 1273342"/>
              <a:gd name="connsiteY195" fmla="*/ 738654 h 1568457"/>
              <a:gd name="connsiteX196" fmla="*/ 856103 w 1273342"/>
              <a:gd name="connsiteY196" fmla="*/ 729551 h 1568457"/>
              <a:gd name="connsiteX197" fmla="*/ 859240 w 1273342"/>
              <a:gd name="connsiteY197" fmla="*/ 633579 h 1568457"/>
              <a:gd name="connsiteX198" fmla="*/ 856103 w 1273342"/>
              <a:gd name="connsiteY198" fmla="*/ 537585 h 1568457"/>
              <a:gd name="connsiteX199" fmla="*/ 851776 w 1273342"/>
              <a:gd name="connsiteY199" fmla="*/ 528482 h 1568457"/>
              <a:gd name="connsiteX200" fmla="*/ 784516 w 1273342"/>
              <a:gd name="connsiteY200" fmla="*/ 477219 h 1568457"/>
              <a:gd name="connsiteX201" fmla="*/ 783615 w 1273342"/>
              <a:gd name="connsiteY201" fmla="*/ 476587 h 1568457"/>
              <a:gd name="connsiteX202" fmla="*/ 714210 w 1273342"/>
              <a:gd name="connsiteY202" fmla="*/ 432554 h 1568457"/>
              <a:gd name="connsiteX203" fmla="*/ 705521 w 1273342"/>
              <a:gd name="connsiteY203" fmla="*/ 432554 h 1568457"/>
              <a:gd name="connsiteX204" fmla="*/ 635214 w 1273342"/>
              <a:gd name="connsiteY204" fmla="*/ 477284 h 1568457"/>
              <a:gd name="connsiteX205" fmla="*/ 605000 w 1273342"/>
              <a:gd name="connsiteY205" fmla="*/ 499236 h 1568457"/>
              <a:gd name="connsiteX206" fmla="*/ 748516 w 1273342"/>
              <a:gd name="connsiteY206" fmla="*/ 409492 h 1568457"/>
              <a:gd name="connsiteX207" fmla="*/ 742962 w 1273342"/>
              <a:gd name="connsiteY207" fmla="*/ 425447 h 1568457"/>
              <a:gd name="connsiteX208" fmla="*/ 747705 w 1273342"/>
              <a:gd name="connsiteY208" fmla="*/ 431705 h 1568457"/>
              <a:gd name="connsiteX209" fmla="*/ 792178 w 1273342"/>
              <a:gd name="connsiteY209" fmla="*/ 460951 h 1568457"/>
              <a:gd name="connsiteX210" fmla="*/ 792394 w 1273342"/>
              <a:gd name="connsiteY210" fmla="*/ 461104 h 1568457"/>
              <a:gd name="connsiteX211" fmla="*/ 793206 w 1273342"/>
              <a:gd name="connsiteY211" fmla="*/ 461561 h 1568457"/>
              <a:gd name="connsiteX212" fmla="*/ 793350 w 1273342"/>
              <a:gd name="connsiteY212" fmla="*/ 461757 h 1568457"/>
              <a:gd name="connsiteX213" fmla="*/ 835786 w 1273342"/>
              <a:gd name="connsiteY213" fmla="*/ 493094 h 1568457"/>
              <a:gd name="connsiteX214" fmla="*/ 849767 w 1273342"/>
              <a:gd name="connsiteY214" fmla="*/ 489451 h 1568457"/>
              <a:gd name="connsiteX215" fmla="*/ 851290 w 1273342"/>
              <a:gd name="connsiteY215" fmla="*/ 481182 h 1568457"/>
              <a:gd name="connsiteX216" fmla="*/ 836868 w 1273342"/>
              <a:gd name="connsiteY216" fmla="*/ 385755 h 1568457"/>
              <a:gd name="connsiteX217" fmla="*/ 832055 w 1273342"/>
              <a:gd name="connsiteY217" fmla="*/ 378002 h 1568457"/>
              <a:gd name="connsiteX218" fmla="*/ 824123 w 1273342"/>
              <a:gd name="connsiteY218" fmla="*/ 376870 h 1568457"/>
              <a:gd name="connsiteX219" fmla="*/ 748408 w 1273342"/>
              <a:gd name="connsiteY219" fmla="*/ 409535 h 1568457"/>
              <a:gd name="connsiteX220" fmla="*/ 859240 w 1273342"/>
              <a:gd name="connsiteY220" fmla="*/ 365524 h 1568457"/>
              <a:gd name="connsiteX221" fmla="*/ 852948 w 1273342"/>
              <a:gd name="connsiteY221" fmla="*/ 371033 h 1568457"/>
              <a:gd name="connsiteX222" fmla="*/ 851722 w 1273342"/>
              <a:gd name="connsiteY222" fmla="*/ 380289 h 1568457"/>
              <a:gd name="connsiteX223" fmla="*/ 870200 w 1273342"/>
              <a:gd name="connsiteY223" fmla="*/ 516048 h 1568457"/>
              <a:gd name="connsiteX224" fmla="*/ 874365 w 1273342"/>
              <a:gd name="connsiteY224" fmla="*/ 524758 h 1568457"/>
              <a:gd name="connsiteX225" fmla="*/ 962446 w 1273342"/>
              <a:gd name="connsiteY225" fmla="*/ 611867 h 1568457"/>
              <a:gd name="connsiteX226" fmla="*/ 976771 w 1273342"/>
              <a:gd name="connsiteY226" fmla="*/ 611512 h 1568457"/>
              <a:gd name="connsiteX227" fmla="*/ 976868 w 1273342"/>
              <a:gd name="connsiteY227" fmla="*/ 611388 h 1568457"/>
              <a:gd name="connsiteX228" fmla="*/ 1004306 w 1273342"/>
              <a:gd name="connsiteY228" fmla="*/ 573256 h 1568457"/>
              <a:gd name="connsiteX229" fmla="*/ 1049500 w 1273342"/>
              <a:gd name="connsiteY229" fmla="*/ 396861 h 1568457"/>
              <a:gd name="connsiteX230" fmla="*/ 900360 w 1273342"/>
              <a:gd name="connsiteY230" fmla="*/ 355920 h 1568457"/>
              <a:gd name="connsiteX231" fmla="*/ 859348 w 1273342"/>
              <a:gd name="connsiteY231" fmla="*/ 365567 h 1568457"/>
              <a:gd name="connsiteX232" fmla="*/ 951179 w 1273342"/>
              <a:gd name="connsiteY232" fmla="*/ 642507 h 1568457"/>
              <a:gd name="connsiteX233" fmla="*/ 951646 w 1273342"/>
              <a:gd name="connsiteY233" fmla="*/ 625301 h 1568457"/>
              <a:gd name="connsiteX234" fmla="*/ 951179 w 1273342"/>
              <a:gd name="connsiteY234" fmla="*/ 624737 h 1568457"/>
              <a:gd name="connsiteX235" fmla="*/ 889886 w 1273342"/>
              <a:gd name="connsiteY235" fmla="*/ 561954 h 1568457"/>
              <a:gd name="connsiteX236" fmla="*/ 875714 w 1273342"/>
              <a:gd name="connsiteY236" fmla="*/ 564280 h 1568457"/>
              <a:gd name="connsiteX237" fmla="*/ 873662 w 1273342"/>
              <a:gd name="connsiteY237" fmla="*/ 572276 h 1568457"/>
              <a:gd name="connsiteX238" fmla="*/ 873662 w 1273342"/>
              <a:gd name="connsiteY238" fmla="*/ 695034 h 1568457"/>
              <a:gd name="connsiteX239" fmla="*/ 883438 w 1273342"/>
              <a:gd name="connsiteY239" fmla="*/ 707771 h 1568457"/>
              <a:gd name="connsiteX240" fmla="*/ 889886 w 1273342"/>
              <a:gd name="connsiteY240" fmla="*/ 705356 h 1568457"/>
              <a:gd name="connsiteX241" fmla="*/ 951179 w 1273342"/>
              <a:gd name="connsiteY241" fmla="*/ 642507 h 1568457"/>
              <a:gd name="connsiteX242" fmla="*/ 671395 w 1273342"/>
              <a:gd name="connsiteY242" fmla="*/ 857753 h 1568457"/>
              <a:gd name="connsiteX243" fmla="*/ 676864 w 1273342"/>
              <a:gd name="connsiteY243" fmla="*/ 841755 h 1568457"/>
              <a:gd name="connsiteX244" fmla="*/ 672134 w 1273342"/>
              <a:gd name="connsiteY244" fmla="*/ 835562 h 1568457"/>
              <a:gd name="connsiteX245" fmla="*/ 627715 w 1273342"/>
              <a:gd name="connsiteY245" fmla="*/ 806293 h 1568457"/>
              <a:gd name="connsiteX246" fmla="*/ 627462 w 1273342"/>
              <a:gd name="connsiteY246" fmla="*/ 806163 h 1568457"/>
              <a:gd name="connsiteX247" fmla="*/ 626687 w 1273342"/>
              <a:gd name="connsiteY247" fmla="*/ 805705 h 1568457"/>
              <a:gd name="connsiteX248" fmla="*/ 626543 w 1273342"/>
              <a:gd name="connsiteY248" fmla="*/ 805509 h 1568457"/>
              <a:gd name="connsiteX249" fmla="*/ 584125 w 1273342"/>
              <a:gd name="connsiteY249" fmla="*/ 774172 h 1568457"/>
              <a:gd name="connsiteX250" fmla="*/ 573218 w 1273342"/>
              <a:gd name="connsiteY250" fmla="*/ 774172 h 1568457"/>
              <a:gd name="connsiteX251" fmla="*/ 568603 w 1273342"/>
              <a:gd name="connsiteY251" fmla="*/ 786106 h 1568457"/>
              <a:gd name="connsiteX252" fmla="*/ 583025 w 1273342"/>
              <a:gd name="connsiteY252" fmla="*/ 881577 h 1568457"/>
              <a:gd name="connsiteX253" fmla="*/ 595286 w 1273342"/>
              <a:gd name="connsiteY253" fmla="*/ 890592 h 1568457"/>
              <a:gd name="connsiteX254" fmla="*/ 595752 w 1273342"/>
              <a:gd name="connsiteY254" fmla="*/ 890440 h 1568457"/>
              <a:gd name="connsiteX255" fmla="*/ 671467 w 1273342"/>
              <a:gd name="connsiteY255" fmla="*/ 857775 h 1568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</a:cxnLst>
            <a:rect l="l" t="t" r="r" b="b"/>
            <a:pathLst>
              <a:path w="1273342" h="1568457">
                <a:moveTo>
                  <a:pt x="276957" y="1377704"/>
                </a:moveTo>
                <a:cubicBezTo>
                  <a:pt x="276567" y="1375856"/>
                  <a:pt x="275798" y="1374156"/>
                  <a:pt x="274722" y="1372761"/>
                </a:cubicBezTo>
                <a:cubicBezTo>
                  <a:pt x="271568" y="1368490"/>
                  <a:pt x="268800" y="1363825"/>
                  <a:pt x="266465" y="1358845"/>
                </a:cubicBezTo>
                <a:cubicBezTo>
                  <a:pt x="262328" y="1348465"/>
                  <a:pt x="257650" y="1338413"/>
                  <a:pt x="252458" y="1328749"/>
                </a:cubicBezTo>
                <a:cubicBezTo>
                  <a:pt x="200557" y="1232080"/>
                  <a:pt x="93150" y="1205599"/>
                  <a:pt x="44423" y="1146975"/>
                </a:cubicBezTo>
                <a:cubicBezTo>
                  <a:pt x="-4305" y="1088351"/>
                  <a:pt x="36040" y="1030903"/>
                  <a:pt x="58141" y="995188"/>
                </a:cubicBezTo>
                <a:cubicBezTo>
                  <a:pt x="80243" y="959474"/>
                  <a:pt x="57655" y="942553"/>
                  <a:pt x="52986" y="926590"/>
                </a:cubicBezTo>
                <a:cubicBezTo>
                  <a:pt x="48316" y="910628"/>
                  <a:pt x="58051" y="891072"/>
                  <a:pt x="53130" y="865244"/>
                </a:cubicBezTo>
                <a:cubicBezTo>
                  <a:pt x="48208" y="839416"/>
                  <a:pt x="63712" y="821298"/>
                  <a:pt x="76565" y="800566"/>
                </a:cubicBezTo>
                <a:cubicBezTo>
                  <a:pt x="89419" y="779834"/>
                  <a:pt x="24430" y="749194"/>
                  <a:pt x="3230" y="722778"/>
                </a:cubicBezTo>
                <a:cubicBezTo>
                  <a:pt x="-17970" y="696362"/>
                  <a:pt x="68759" y="597167"/>
                  <a:pt x="158824" y="490742"/>
                </a:cubicBezTo>
                <a:cubicBezTo>
                  <a:pt x="248889" y="384317"/>
                  <a:pt x="218855" y="110905"/>
                  <a:pt x="491735" y="22795"/>
                </a:cubicBezTo>
                <a:cubicBezTo>
                  <a:pt x="764614" y="-65315"/>
                  <a:pt x="1143855" y="106615"/>
                  <a:pt x="1241672" y="458795"/>
                </a:cubicBezTo>
                <a:cubicBezTo>
                  <a:pt x="1339488" y="810975"/>
                  <a:pt x="1192890" y="1001134"/>
                  <a:pt x="1044633" y="1178204"/>
                </a:cubicBezTo>
                <a:cubicBezTo>
                  <a:pt x="982997" y="1251767"/>
                  <a:pt x="958390" y="1313091"/>
                  <a:pt x="950512" y="1359651"/>
                </a:cubicBezTo>
                <a:cubicBezTo>
                  <a:pt x="950424" y="1360110"/>
                  <a:pt x="950364" y="1360575"/>
                  <a:pt x="950332" y="1361045"/>
                </a:cubicBezTo>
                <a:cubicBezTo>
                  <a:pt x="949968" y="1367714"/>
                  <a:pt x="949215" y="1374343"/>
                  <a:pt x="948078" y="1380884"/>
                </a:cubicBezTo>
                <a:cubicBezTo>
                  <a:pt x="947979" y="1381474"/>
                  <a:pt x="947906" y="1382070"/>
                  <a:pt x="947862" y="1382669"/>
                </a:cubicBezTo>
                <a:cubicBezTo>
                  <a:pt x="947556" y="1387298"/>
                  <a:pt x="947424" y="1391942"/>
                  <a:pt x="947466" y="1396585"/>
                </a:cubicBezTo>
                <a:cubicBezTo>
                  <a:pt x="947486" y="1397425"/>
                  <a:pt x="947425" y="1398266"/>
                  <a:pt x="947285" y="1399089"/>
                </a:cubicBezTo>
                <a:cubicBezTo>
                  <a:pt x="946850" y="1401783"/>
                  <a:pt x="946247" y="1404432"/>
                  <a:pt x="945483" y="1407016"/>
                </a:cubicBezTo>
                <a:cubicBezTo>
                  <a:pt x="945065" y="1408233"/>
                  <a:pt x="944839" y="1409533"/>
                  <a:pt x="944816" y="1410849"/>
                </a:cubicBezTo>
                <a:cubicBezTo>
                  <a:pt x="943734" y="1453162"/>
                  <a:pt x="954298" y="1501311"/>
                  <a:pt x="960355" y="1525310"/>
                </a:cubicBezTo>
                <a:cubicBezTo>
                  <a:pt x="962011" y="1531741"/>
                  <a:pt x="959037" y="1538576"/>
                  <a:pt x="953713" y="1540576"/>
                </a:cubicBezTo>
                <a:cubicBezTo>
                  <a:pt x="952851" y="1540901"/>
                  <a:pt x="951956" y="1541083"/>
                  <a:pt x="951053" y="1541120"/>
                </a:cubicBezTo>
                <a:lnTo>
                  <a:pt x="287954" y="1568450"/>
                </a:lnTo>
                <a:cubicBezTo>
                  <a:pt x="282362" y="1568685"/>
                  <a:pt x="277671" y="1563398"/>
                  <a:pt x="277477" y="1556643"/>
                </a:cubicBezTo>
                <a:cubicBezTo>
                  <a:pt x="277441" y="1555395"/>
                  <a:pt x="277564" y="1554148"/>
                  <a:pt x="277840" y="1552945"/>
                </a:cubicBezTo>
                <a:cubicBezTo>
                  <a:pt x="284547" y="1523851"/>
                  <a:pt x="294894" y="1457931"/>
                  <a:pt x="277011" y="1377704"/>
                </a:cubicBezTo>
                <a:close/>
                <a:moveTo>
                  <a:pt x="709974" y="545185"/>
                </a:moveTo>
                <a:cubicBezTo>
                  <a:pt x="669531" y="545173"/>
                  <a:pt x="636738" y="584768"/>
                  <a:pt x="636728" y="633622"/>
                </a:cubicBezTo>
                <a:cubicBezTo>
                  <a:pt x="636719" y="682477"/>
                  <a:pt x="669495" y="722091"/>
                  <a:pt x="709937" y="722103"/>
                </a:cubicBezTo>
                <a:cubicBezTo>
                  <a:pt x="750380" y="722115"/>
                  <a:pt x="783173" y="682520"/>
                  <a:pt x="783183" y="633666"/>
                </a:cubicBezTo>
                <a:cubicBezTo>
                  <a:pt x="783183" y="633651"/>
                  <a:pt x="783183" y="633637"/>
                  <a:pt x="783183" y="633622"/>
                </a:cubicBezTo>
                <a:cubicBezTo>
                  <a:pt x="783173" y="584785"/>
                  <a:pt x="750402" y="545197"/>
                  <a:pt x="709974" y="545185"/>
                </a:cubicBezTo>
                <a:close/>
                <a:moveTo>
                  <a:pt x="357052" y="879770"/>
                </a:moveTo>
                <a:cubicBezTo>
                  <a:pt x="380488" y="928812"/>
                  <a:pt x="441781" y="944382"/>
                  <a:pt x="521840" y="929857"/>
                </a:cubicBezTo>
                <a:cubicBezTo>
                  <a:pt x="536406" y="927200"/>
                  <a:pt x="550828" y="923796"/>
                  <a:pt x="565106" y="919643"/>
                </a:cubicBezTo>
                <a:cubicBezTo>
                  <a:pt x="570334" y="918114"/>
                  <a:pt x="575635" y="921814"/>
                  <a:pt x="577148" y="928049"/>
                </a:cubicBezTo>
                <a:cubicBezTo>
                  <a:pt x="581583" y="945841"/>
                  <a:pt x="586342" y="962719"/>
                  <a:pt x="591570" y="978464"/>
                </a:cubicBezTo>
                <a:cubicBezTo>
                  <a:pt x="621207" y="1069557"/>
                  <a:pt x="663012" y="1125895"/>
                  <a:pt x="709919" y="1125895"/>
                </a:cubicBezTo>
                <a:cubicBezTo>
                  <a:pt x="756827" y="1125895"/>
                  <a:pt x="798650" y="1069557"/>
                  <a:pt x="828287" y="978464"/>
                </a:cubicBezTo>
                <a:cubicBezTo>
                  <a:pt x="833407" y="962719"/>
                  <a:pt x="838202" y="945798"/>
                  <a:pt x="842601" y="928028"/>
                </a:cubicBezTo>
                <a:cubicBezTo>
                  <a:pt x="844137" y="921816"/>
                  <a:pt x="849423" y="918135"/>
                  <a:pt x="854643" y="919643"/>
                </a:cubicBezTo>
                <a:cubicBezTo>
                  <a:pt x="868055" y="923498"/>
                  <a:pt x="881089" y="926612"/>
                  <a:pt x="893636" y="929073"/>
                </a:cubicBezTo>
                <a:cubicBezTo>
                  <a:pt x="897211" y="929711"/>
                  <a:pt x="900216" y="932648"/>
                  <a:pt x="901478" y="936739"/>
                </a:cubicBezTo>
                <a:cubicBezTo>
                  <a:pt x="910768" y="965707"/>
                  <a:pt x="937740" y="980092"/>
                  <a:pt x="961720" y="968869"/>
                </a:cubicBezTo>
                <a:cubicBezTo>
                  <a:pt x="973661" y="963280"/>
                  <a:pt x="983169" y="951997"/>
                  <a:pt x="988009" y="937675"/>
                </a:cubicBezTo>
                <a:cubicBezTo>
                  <a:pt x="989248" y="933847"/>
                  <a:pt x="992036" y="931063"/>
                  <a:pt x="995382" y="930314"/>
                </a:cubicBezTo>
                <a:cubicBezTo>
                  <a:pt x="1026750" y="922736"/>
                  <a:pt x="1050221" y="906076"/>
                  <a:pt x="1062786" y="879726"/>
                </a:cubicBezTo>
                <a:cubicBezTo>
                  <a:pt x="1086222" y="830662"/>
                  <a:pt x="1066824" y="758754"/>
                  <a:pt x="1016330" y="682251"/>
                </a:cubicBezTo>
                <a:cubicBezTo>
                  <a:pt x="1007593" y="668996"/>
                  <a:pt x="997930" y="655581"/>
                  <a:pt x="987342" y="642007"/>
                </a:cubicBezTo>
                <a:cubicBezTo>
                  <a:pt x="983627" y="637310"/>
                  <a:pt x="983627" y="629913"/>
                  <a:pt x="987342" y="625216"/>
                </a:cubicBezTo>
                <a:cubicBezTo>
                  <a:pt x="997888" y="611736"/>
                  <a:pt x="1007587" y="598256"/>
                  <a:pt x="1016366" y="584972"/>
                </a:cubicBezTo>
                <a:cubicBezTo>
                  <a:pt x="1065995" y="509645"/>
                  <a:pt x="1085663" y="438826"/>
                  <a:pt x="1063868" y="389827"/>
                </a:cubicBezTo>
                <a:lnTo>
                  <a:pt x="1063868" y="389696"/>
                </a:lnTo>
                <a:lnTo>
                  <a:pt x="1062804" y="387519"/>
                </a:lnTo>
                <a:cubicBezTo>
                  <a:pt x="1039369" y="338433"/>
                  <a:pt x="978076" y="322862"/>
                  <a:pt x="898017" y="337431"/>
                </a:cubicBezTo>
                <a:cubicBezTo>
                  <a:pt x="883450" y="340117"/>
                  <a:pt x="869029" y="343536"/>
                  <a:pt x="854751" y="347688"/>
                </a:cubicBezTo>
                <a:cubicBezTo>
                  <a:pt x="849527" y="349198"/>
                  <a:pt x="844235" y="345519"/>
                  <a:pt x="842691" y="339304"/>
                </a:cubicBezTo>
                <a:cubicBezTo>
                  <a:pt x="838508" y="322245"/>
                  <a:pt x="833737" y="305426"/>
                  <a:pt x="828377" y="288846"/>
                </a:cubicBezTo>
                <a:cubicBezTo>
                  <a:pt x="798740" y="197774"/>
                  <a:pt x="756917" y="141437"/>
                  <a:pt x="710010" y="141437"/>
                </a:cubicBezTo>
                <a:cubicBezTo>
                  <a:pt x="688611" y="141437"/>
                  <a:pt x="668240" y="153175"/>
                  <a:pt x="649636" y="174603"/>
                </a:cubicBezTo>
                <a:cubicBezTo>
                  <a:pt x="646513" y="178245"/>
                  <a:pt x="641805" y="179045"/>
                  <a:pt x="637972" y="176585"/>
                </a:cubicBezTo>
                <a:cubicBezTo>
                  <a:pt x="615120" y="162311"/>
                  <a:pt x="587015" y="173120"/>
                  <a:pt x="575199" y="200726"/>
                </a:cubicBezTo>
                <a:cubicBezTo>
                  <a:pt x="564663" y="225341"/>
                  <a:pt x="570530" y="255559"/>
                  <a:pt x="589028" y="271947"/>
                </a:cubicBezTo>
                <a:cubicBezTo>
                  <a:pt x="592794" y="275216"/>
                  <a:pt x="594217" y="281174"/>
                  <a:pt x="592471" y="286364"/>
                </a:cubicBezTo>
                <a:lnTo>
                  <a:pt x="591660" y="288846"/>
                </a:lnTo>
                <a:cubicBezTo>
                  <a:pt x="586288" y="305426"/>
                  <a:pt x="581481" y="322245"/>
                  <a:pt x="577238" y="339304"/>
                </a:cubicBezTo>
                <a:cubicBezTo>
                  <a:pt x="575725" y="345528"/>
                  <a:pt x="570432" y="349218"/>
                  <a:pt x="565214" y="347688"/>
                </a:cubicBezTo>
                <a:cubicBezTo>
                  <a:pt x="550888" y="343536"/>
                  <a:pt x="536430" y="340117"/>
                  <a:pt x="521840" y="337431"/>
                </a:cubicBezTo>
                <a:cubicBezTo>
                  <a:pt x="441799" y="322906"/>
                  <a:pt x="380542" y="338477"/>
                  <a:pt x="357052" y="387519"/>
                </a:cubicBezTo>
                <a:cubicBezTo>
                  <a:pt x="333617" y="436604"/>
                  <a:pt x="353068" y="508469"/>
                  <a:pt x="403527" y="584994"/>
                </a:cubicBezTo>
                <a:cubicBezTo>
                  <a:pt x="412288" y="598278"/>
                  <a:pt x="421987" y="611736"/>
                  <a:pt x="432551" y="625238"/>
                </a:cubicBezTo>
                <a:cubicBezTo>
                  <a:pt x="436248" y="629944"/>
                  <a:pt x="436248" y="637323"/>
                  <a:pt x="432551" y="642028"/>
                </a:cubicBezTo>
                <a:cubicBezTo>
                  <a:pt x="421987" y="655552"/>
                  <a:pt x="412288" y="669010"/>
                  <a:pt x="403509" y="682272"/>
                </a:cubicBezTo>
                <a:cubicBezTo>
                  <a:pt x="353862" y="757643"/>
                  <a:pt x="334212" y="828463"/>
                  <a:pt x="356007" y="877483"/>
                </a:cubicBezTo>
                <a:close/>
                <a:moveTo>
                  <a:pt x="599232" y="908602"/>
                </a:moveTo>
                <a:cubicBezTo>
                  <a:pt x="593861" y="910534"/>
                  <a:pt x="590803" y="917358"/>
                  <a:pt x="592399" y="923846"/>
                </a:cubicBezTo>
                <a:cubicBezTo>
                  <a:pt x="596606" y="940731"/>
                  <a:pt x="601143" y="956701"/>
                  <a:pt x="606010" y="971756"/>
                </a:cubicBezTo>
                <a:cubicBezTo>
                  <a:pt x="633267" y="1055446"/>
                  <a:pt x="670061" y="1107232"/>
                  <a:pt x="709937" y="1107232"/>
                </a:cubicBezTo>
                <a:cubicBezTo>
                  <a:pt x="749814" y="1107232"/>
                  <a:pt x="786626" y="1055446"/>
                  <a:pt x="813865" y="971756"/>
                </a:cubicBezTo>
                <a:cubicBezTo>
                  <a:pt x="818744" y="956773"/>
                  <a:pt x="823281" y="940804"/>
                  <a:pt x="827476" y="923846"/>
                </a:cubicBezTo>
                <a:cubicBezTo>
                  <a:pt x="828286" y="920733"/>
                  <a:pt x="827999" y="917354"/>
                  <a:pt x="826682" y="914504"/>
                </a:cubicBezTo>
                <a:cubicBezTo>
                  <a:pt x="825420" y="911620"/>
                  <a:pt x="823239" y="909481"/>
                  <a:pt x="820643" y="908581"/>
                </a:cubicBezTo>
                <a:cubicBezTo>
                  <a:pt x="784256" y="895369"/>
                  <a:pt x="748664" y="879151"/>
                  <a:pt x="714120" y="860039"/>
                </a:cubicBezTo>
                <a:cubicBezTo>
                  <a:pt x="711464" y="858536"/>
                  <a:pt x="708393" y="858536"/>
                  <a:pt x="705737" y="860039"/>
                </a:cubicBezTo>
                <a:cubicBezTo>
                  <a:pt x="671202" y="879160"/>
                  <a:pt x="635615" y="895379"/>
                  <a:pt x="599232" y="908581"/>
                </a:cubicBezTo>
                <a:close/>
                <a:moveTo>
                  <a:pt x="747723" y="835540"/>
                </a:moveTo>
                <a:cubicBezTo>
                  <a:pt x="742753" y="838593"/>
                  <a:pt x="740772" y="845934"/>
                  <a:pt x="743299" y="851938"/>
                </a:cubicBezTo>
                <a:cubicBezTo>
                  <a:pt x="744400" y="854555"/>
                  <a:pt x="746246" y="856604"/>
                  <a:pt x="748498" y="857709"/>
                </a:cubicBezTo>
                <a:cubicBezTo>
                  <a:pt x="773247" y="870186"/>
                  <a:pt x="798520" y="881089"/>
                  <a:pt x="824213" y="890375"/>
                </a:cubicBezTo>
                <a:cubicBezTo>
                  <a:pt x="826882" y="891418"/>
                  <a:pt x="829795" y="891013"/>
                  <a:pt x="832199" y="889264"/>
                </a:cubicBezTo>
                <a:cubicBezTo>
                  <a:pt x="834632" y="887625"/>
                  <a:pt x="836375" y="884815"/>
                  <a:pt x="836994" y="881533"/>
                </a:cubicBezTo>
                <a:cubicBezTo>
                  <a:pt x="843133" y="850032"/>
                  <a:pt x="847946" y="818175"/>
                  <a:pt x="851416" y="786084"/>
                </a:cubicBezTo>
                <a:cubicBezTo>
                  <a:pt x="852165" y="779398"/>
                  <a:pt x="848284" y="773244"/>
                  <a:pt x="842749" y="772340"/>
                </a:cubicBezTo>
                <a:cubicBezTo>
                  <a:pt x="840354" y="771949"/>
                  <a:pt x="837923" y="772606"/>
                  <a:pt x="835894" y="774194"/>
                </a:cubicBezTo>
                <a:cubicBezTo>
                  <a:pt x="821893" y="785082"/>
                  <a:pt x="807471" y="795746"/>
                  <a:pt x="792629" y="806185"/>
                </a:cubicBezTo>
                <a:lnTo>
                  <a:pt x="792394" y="806359"/>
                </a:lnTo>
                <a:cubicBezTo>
                  <a:pt x="777576" y="816681"/>
                  <a:pt x="762776" y="826415"/>
                  <a:pt x="747993" y="835562"/>
                </a:cubicBezTo>
                <a:close/>
                <a:moveTo>
                  <a:pt x="874401" y="742465"/>
                </a:moveTo>
                <a:cubicBezTo>
                  <a:pt x="872000" y="744468"/>
                  <a:pt x="870466" y="747663"/>
                  <a:pt x="870218" y="751175"/>
                </a:cubicBezTo>
                <a:cubicBezTo>
                  <a:pt x="866635" y="796878"/>
                  <a:pt x="860462" y="842230"/>
                  <a:pt x="851740" y="886912"/>
                </a:cubicBezTo>
                <a:cubicBezTo>
                  <a:pt x="850430" y="893459"/>
                  <a:pt x="853760" y="900049"/>
                  <a:pt x="859179" y="901633"/>
                </a:cubicBezTo>
                <a:cubicBezTo>
                  <a:pt x="859205" y="901641"/>
                  <a:pt x="859232" y="901648"/>
                  <a:pt x="859258" y="901655"/>
                </a:cubicBezTo>
                <a:cubicBezTo>
                  <a:pt x="869317" y="904508"/>
                  <a:pt x="879088" y="906969"/>
                  <a:pt x="888751" y="909016"/>
                </a:cubicBezTo>
                <a:cubicBezTo>
                  <a:pt x="893831" y="910124"/>
                  <a:pt x="898786" y="906423"/>
                  <a:pt x="900234" y="900436"/>
                </a:cubicBezTo>
                <a:cubicBezTo>
                  <a:pt x="907477" y="870615"/>
                  <a:pt x="933361" y="853534"/>
                  <a:pt x="958047" y="862284"/>
                </a:cubicBezTo>
                <a:cubicBezTo>
                  <a:pt x="973399" y="867725"/>
                  <a:pt x="985365" y="882303"/>
                  <a:pt x="989740" y="900893"/>
                </a:cubicBezTo>
                <a:cubicBezTo>
                  <a:pt x="991238" y="907350"/>
                  <a:pt x="996770" y="911134"/>
                  <a:pt x="1002124" y="909365"/>
                </a:cubicBezTo>
                <a:cubicBezTo>
                  <a:pt x="1024100" y="902135"/>
                  <a:pt x="1040414" y="889264"/>
                  <a:pt x="1049410" y="870384"/>
                </a:cubicBezTo>
                <a:cubicBezTo>
                  <a:pt x="1069366" y="828680"/>
                  <a:pt x="1050636" y="764263"/>
                  <a:pt x="1004234" y="693989"/>
                </a:cubicBezTo>
                <a:cubicBezTo>
                  <a:pt x="995508" y="680835"/>
                  <a:pt x="986362" y="668139"/>
                  <a:pt x="976796" y="655900"/>
                </a:cubicBezTo>
                <a:cubicBezTo>
                  <a:pt x="973031" y="650949"/>
                  <a:pt x="966656" y="650621"/>
                  <a:pt x="962557" y="655169"/>
                </a:cubicBezTo>
                <a:cubicBezTo>
                  <a:pt x="962496" y="655238"/>
                  <a:pt x="962434" y="655307"/>
                  <a:pt x="962374" y="655378"/>
                </a:cubicBezTo>
                <a:cubicBezTo>
                  <a:pt x="934688" y="686792"/>
                  <a:pt x="905266" y="715895"/>
                  <a:pt x="874311" y="742486"/>
                </a:cubicBezTo>
                <a:close/>
                <a:moveTo>
                  <a:pt x="820643" y="358599"/>
                </a:moveTo>
                <a:cubicBezTo>
                  <a:pt x="826002" y="356696"/>
                  <a:pt x="829070" y="349906"/>
                  <a:pt x="827495" y="343433"/>
                </a:cubicBezTo>
                <a:cubicBezTo>
                  <a:pt x="827489" y="343407"/>
                  <a:pt x="827482" y="343381"/>
                  <a:pt x="827476" y="343355"/>
                </a:cubicBezTo>
                <a:cubicBezTo>
                  <a:pt x="823486" y="327196"/>
                  <a:pt x="818949" y="311226"/>
                  <a:pt x="813865" y="295445"/>
                </a:cubicBezTo>
                <a:cubicBezTo>
                  <a:pt x="786626" y="211755"/>
                  <a:pt x="749832" y="160013"/>
                  <a:pt x="709937" y="160013"/>
                </a:cubicBezTo>
                <a:cubicBezTo>
                  <a:pt x="692703" y="160013"/>
                  <a:pt x="676010" y="169660"/>
                  <a:pt x="660470" y="187430"/>
                </a:cubicBezTo>
                <a:cubicBezTo>
                  <a:pt x="657186" y="191070"/>
                  <a:pt x="656296" y="196900"/>
                  <a:pt x="658289" y="201716"/>
                </a:cubicBezTo>
                <a:cubicBezTo>
                  <a:pt x="669542" y="229651"/>
                  <a:pt x="659917" y="263315"/>
                  <a:pt x="636793" y="276908"/>
                </a:cubicBezTo>
                <a:cubicBezTo>
                  <a:pt x="630618" y="280538"/>
                  <a:pt x="623855" y="282473"/>
                  <a:pt x="616989" y="282575"/>
                </a:cubicBezTo>
                <a:cubicBezTo>
                  <a:pt x="612909" y="282590"/>
                  <a:pt x="609251" y="285611"/>
                  <a:pt x="607759" y="290197"/>
                </a:cubicBezTo>
                <a:lnTo>
                  <a:pt x="605956" y="295467"/>
                </a:lnTo>
                <a:cubicBezTo>
                  <a:pt x="601106" y="310428"/>
                  <a:pt x="596546" y="326412"/>
                  <a:pt x="592345" y="343268"/>
                </a:cubicBezTo>
                <a:cubicBezTo>
                  <a:pt x="590735" y="349728"/>
                  <a:pt x="593765" y="356543"/>
                  <a:pt x="599113" y="358488"/>
                </a:cubicBezTo>
                <a:cubicBezTo>
                  <a:pt x="599134" y="358496"/>
                  <a:pt x="599156" y="358504"/>
                  <a:pt x="599178" y="358512"/>
                </a:cubicBezTo>
                <a:cubicBezTo>
                  <a:pt x="635559" y="371741"/>
                  <a:pt x="671144" y="387974"/>
                  <a:pt x="705683" y="407096"/>
                </a:cubicBezTo>
                <a:cubicBezTo>
                  <a:pt x="708339" y="408599"/>
                  <a:pt x="711410" y="408599"/>
                  <a:pt x="714066" y="407096"/>
                </a:cubicBezTo>
                <a:cubicBezTo>
                  <a:pt x="748614" y="387984"/>
                  <a:pt x="784205" y="371751"/>
                  <a:pt x="820589" y="358512"/>
                </a:cubicBezTo>
                <a:close/>
                <a:moveTo>
                  <a:pt x="672134" y="431705"/>
                </a:moveTo>
                <a:cubicBezTo>
                  <a:pt x="677116" y="428574"/>
                  <a:pt x="679054" y="421158"/>
                  <a:pt x="676463" y="415140"/>
                </a:cubicBezTo>
                <a:cubicBezTo>
                  <a:pt x="675370" y="412602"/>
                  <a:pt x="673577" y="410604"/>
                  <a:pt x="671395" y="409492"/>
                </a:cubicBezTo>
                <a:cubicBezTo>
                  <a:pt x="646634" y="397052"/>
                  <a:pt x="621363" y="386149"/>
                  <a:pt x="595680" y="376826"/>
                </a:cubicBezTo>
                <a:cubicBezTo>
                  <a:pt x="593025" y="375804"/>
                  <a:pt x="590133" y="376217"/>
                  <a:pt x="587748" y="377959"/>
                </a:cubicBezTo>
                <a:cubicBezTo>
                  <a:pt x="585295" y="379591"/>
                  <a:pt x="583537" y="382412"/>
                  <a:pt x="582917" y="385711"/>
                </a:cubicBezTo>
                <a:cubicBezTo>
                  <a:pt x="578158" y="410036"/>
                  <a:pt x="574029" y="435799"/>
                  <a:pt x="570658" y="462737"/>
                </a:cubicBezTo>
                <a:cubicBezTo>
                  <a:pt x="569975" y="467947"/>
                  <a:pt x="572163" y="473091"/>
                  <a:pt x="576067" y="475455"/>
                </a:cubicBezTo>
                <a:cubicBezTo>
                  <a:pt x="579171" y="477381"/>
                  <a:pt x="582096" y="479702"/>
                  <a:pt x="584792" y="482380"/>
                </a:cubicBezTo>
                <a:cubicBezTo>
                  <a:pt x="588127" y="485810"/>
                  <a:pt x="592926" y="486207"/>
                  <a:pt x="596618" y="483360"/>
                </a:cubicBezTo>
                <a:cubicBezTo>
                  <a:pt x="606641" y="475811"/>
                  <a:pt x="616886" y="468385"/>
                  <a:pt x="627354" y="461082"/>
                </a:cubicBezTo>
                <a:lnTo>
                  <a:pt x="627589" y="460930"/>
                </a:lnTo>
                <a:cubicBezTo>
                  <a:pt x="642191" y="450767"/>
                  <a:pt x="656991" y="441032"/>
                  <a:pt x="671990" y="431726"/>
                </a:cubicBezTo>
                <a:close/>
                <a:moveTo>
                  <a:pt x="508194" y="558774"/>
                </a:moveTo>
                <a:cubicBezTo>
                  <a:pt x="511631" y="555521"/>
                  <a:pt x="512929" y="549953"/>
                  <a:pt x="511402" y="545011"/>
                </a:cubicBezTo>
                <a:cubicBezTo>
                  <a:pt x="502609" y="515805"/>
                  <a:pt x="515080" y="483517"/>
                  <a:pt x="539258" y="472894"/>
                </a:cubicBezTo>
                <a:cubicBezTo>
                  <a:pt x="541805" y="471775"/>
                  <a:pt x="544428" y="470927"/>
                  <a:pt x="547097" y="470359"/>
                </a:cubicBezTo>
                <a:cubicBezTo>
                  <a:pt x="551422" y="469503"/>
                  <a:pt x="554783" y="465346"/>
                  <a:pt x="555389" y="460102"/>
                </a:cubicBezTo>
                <a:cubicBezTo>
                  <a:pt x="558832" y="432184"/>
                  <a:pt x="563123" y="405485"/>
                  <a:pt x="568134" y="380289"/>
                </a:cubicBezTo>
                <a:cubicBezTo>
                  <a:pt x="568816" y="377132"/>
                  <a:pt x="568372" y="373775"/>
                  <a:pt x="566909" y="371033"/>
                </a:cubicBezTo>
                <a:cubicBezTo>
                  <a:pt x="565529" y="368229"/>
                  <a:pt x="563253" y="366235"/>
                  <a:pt x="560617" y="365524"/>
                </a:cubicBezTo>
                <a:cubicBezTo>
                  <a:pt x="547061" y="361647"/>
                  <a:pt x="533384" y="358432"/>
                  <a:pt x="519587" y="355877"/>
                </a:cubicBezTo>
                <a:cubicBezTo>
                  <a:pt x="445909" y="342549"/>
                  <a:pt x="390403" y="355136"/>
                  <a:pt x="370465" y="396861"/>
                </a:cubicBezTo>
                <a:cubicBezTo>
                  <a:pt x="350527" y="438586"/>
                  <a:pt x="369221" y="502981"/>
                  <a:pt x="415641" y="573256"/>
                </a:cubicBezTo>
                <a:cubicBezTo>
                  <a:pt x="423934" y="585843"/>
                  <a:pt x="433110" y="598561"/>
                  <a:pt x="443061" y="611388"/>
                </a:cubicBezTo>
                <a:cubicBezTo>
                  <a:pt x="446893" y="616330"/>
                  <a:pt x="453316" y="616583"/>
                  <a:pt x="457407" y="611954"/>
                </a:cubicBezTo>
                <a:cubicBezTo>
                  <a:pt x="457432" y="611925"/>
                  <a:pt x="457457" y="611896"/>
                  <a:pt x="457483" y="611867"/>
                </a:cubicBezTo>
                <a:cubicBezTo>
                  <a:pt x="473755" y="593269"/>
                  <a:pt x="490683" y="575550"/>
                  <a:pt x="508266" y="558709"/>
                </a:cubicBezTo>
                <a:close/>
                <a:moveTo>
                  <a:pt x="519569" y="911368"/>
                </a:moveTo>
                <a:cubicBezTo>
                  <a:pt x="533366" y="908798"/>
                  <a:pt x="547049" y="905575"/>
                  <a:pt x="560617" y="901699"/>
                </a:cubicBezTo>
                <a:cubicBezTo>
                  <a:pt x="566046" y="900165"/>
                  <a:pt x="569418" y="893605"/>
                  <a:pt x="568148" y="887047"/>
                </a:cubicBezTo>
                <a:cubicBezTo>
                  <a:pt x="568144" y="887024"/>
                  <a:pt x="568139" y="887001"/>
                  <a:pt x="568134" y="886978"/>
                </a:cubicBezTo>
                <a:cubicBezTo>
                  <a:pt x="559410" y="842290"/>
                  <a:pt x="553243" y="796930"/>
                  <a:pt x="549675" y="751219"/>
                </a:cubicBezTo>
                <a:cubicBezTo>
                  <a:pt x="549412" y="747712"/>
                  <a:pt x="547882" y="744524"/>
                  <a:pt x="545492" y="742508"/>
                </a:cubicBezTo>
                <a:cubicBezTo>
                  <a:pt x="514522" y="715941"/>
                  <a:pt x="485098" y="686836"/>
                  <a:pt x="457429" y="655400"/>
                </a:cubicBezTo>
                <a:cubicBezTo>
                  <a:pt x="453373" y="650726"/>
                  <a:pt x="446948" y="650908"/>
                  <a:pt x="443079" y="655808"/>
                </a:cubicBezTo>
                <a:cubicBezTo>
                  <a:pt x="443055" y="655839"/>
                  <a:pt x="443031" y="655869"/>
                  <a:pt x="443007" y="655900"/>
                </a:cubicBezTo>
                <a:cubicBezTo>
                  <a:pt x="433044" y="668705"/>
                  <a:pt x="423898" y="681409"/>
                  <a:pt x="415569" y="694010"/>
                </a:cubicBezTo>
                <a:cubicBezTo>
                  <a:pt x="369149" y="764372"/>
                  <a:pt x="350454" y="828789"/>
                  <a:pt x="370411" y="870405"/>
                </a:cubicBezTo>
                <a:cubicBezTo>
                  <a:pt x="390385" y="912087"/>
                  <a:pt x="445909" y="924696"/>
                  <a:pt x="519533" y="911346"/>
                </a:cubicBezTo>
                <a:close/>
                <a:moveTo>
                  <a:pt x="468768" y="624737"/>
                </a:moveTo>
                <a:cubicBezTo>
                  <a:pt x="464706" y="629368"/>
                  <a:pt x="464520" y="637100"/>
                  <a:pt x="468354" y="642007"/>
                </a:cubicBezTo>
                <a:cubicBezTo>
                  <a:pt x="468488" y="642179"/>
                  <a:pt x="468626" y="642346"/>
                  <a:pt x="468768" y="642507"/>
                </a:cubicBezTo>
                <a:cubicBezTo>
                  <a:pt x="488290" y="664696"/>
                  <a:pt x="508748" y="685652"/>
                  <a:pt x="530061" y="705291"/>
                </a:cubicBezTo>
                <a:cubicBezTo>
                  <a:pt x="534507" y="709375"/>
                  <a:pt x="540852" y="708332"/>
                  <a:pt x="544233" y="702961"/>
                </a:cubicBezTo>
                <a:cubicBezTo>
                  <a:pt x="545666" y="700684"/>
                  <a:pt x="546393" y="697870"/>
                  <a:pt x="546285" y="695012"/>
                </a:cubicBezTo>
                <a:cubicBezTo>
                  <a:pt x="544879" y="660169"/>
                  <a:pt x="544675" y="625325"/>
                  <a:pt x="545672" y="590482"/>
                </a:cubicBezTo>
                <a:cubicBezTo>
                  <a:pt x="545878" y="585198"/>
                  <a:pt x="543210" y="580368"/>
                  <a:pt x="539092" y="578570"/>
                </a:cubicBezTo>
                <a:cubicBezTo>
                  <a:pt x="535779" y="577102"/>
                  <a:pt x="532616" y="575180"/>
                  <a:pt x="529664" y="572842"/>
                </a:cubicBezTo>
                <a:cubicBezTo>
                  <a:pt x="526017" y="569903"/>
                  <a:pt x="521212" y="570168"/>
                  <a:pt x="517802" y="573496"/>
                </a:cubicBezTo>
                <a:cubicBezTo>
                  <a:pt x="500893" y="589756"/>
                  <a:pt x="484566" y="606858"/>
                  <a:pt x="468822" y="624803"/>
                </a:cubicBezTo>
                <a:close/>
                <a:moveTo>
                  <a:pt x="604910" y="499279"/>
                </a:moveTo>
                <a:cubicBezTo>
                  <a:pt x="601184" y="502037"/>
                  <a:pt x="599379" y="507404"/>
                  <a:pt x="600457" y="512520"/>
                </a:cubicBezTo>
                <a:cubicBezTo>
                  <a:pt x="606299" y="541671"/>
                  <a:pt x="592195" y="571236"/>
                  <a:pt x="568387" y="579746"/>
                </a:cubicBezTo>
                <a:cubicBezTo>
                  <a:pt x="564202" y="581200"/>
                  <a:pt x="561282" y="585767"/>
                  <a:pt x="561176" y="591026"/>
                </a:cubicBezTo>
                <a:cubicBezTo>
                  <a:pt x="559808" y="637236"/>
                  <a:pt x="560651" y="683502"/>
                  <a:pt x="563700" y="729594"/>
                </a:cubicBezTo>
                <a:cubicBezTo>
                  <a:pt x="563881" y="733280"/>
                  <a:pt x="565483" y="736649"/>
                  <a:pt x="568026" y="738697"/>
                </a:cubicBezTo>
                <a:cubicBezTo>
                  <a:pt x="589863" y="756845"/>
                  <a:pt x="612265" y="773925"/>
                  <a:pt x="635232" y="789939"/>
                </a:cubicBezTo>
                <a:lnTo>
                  <a:pt x="636188" y="790592"/>
                </a:lnTo>
                <a:cubicBezTo>
                  <a:pt x="658830" y="806359"/>
                  <a:pt x="681959" y="821029"/>
                  <a:pt x="705575" y="834604"/>
                </a:cubicBezTo>
                <a:cubicBezTo>
                  <a:pt x="708309" y="836259"/>
                  <a:pt x="711530" y="836259"/>
                  <a:pt x="714264" y="834604"/>
                </a:cubicBezTo>
                <a:cubicBezTo>
                  <a:pt x="738204" y="820870"/>
                  <a:pt x="761640" y="805959"/>
                  <a:pt x="784571" y="789873"/>
                </a:cubicBezTo>
                <a:cubicBezTo>
                  <a:pt x="807525" y="773903"/>
                  <a:pt x="829927" y="756830"/>
                  <a:pt x="851776" y="738654"/>
                </a:cubicBezTo>
                <a:cubicBezTo>
                  <a:pt x="854307" y="736592"/>
                  <a:pt x="855905" y="733230"/>
                  <a:pt x="856103" y="729551"/>
                </a:cubicBezTo>
                <a:cubicBezTo>
                  <a:pt x="858194" y="697611"/>
                  <a:pt x="859240" y="665620"/>
                  <a:pt x="859240" y="633579"/>
                </a:cubicBezTo>
                <a:cubicBezTo>
                  <a:pt x="859240" y="600674"/>
                  <a:pt x="858140" y="568574"/>
                  <a:pt x="856103" y="537585"/>
                </a:cubicBezTo>
                <a:cubicBezTo>
                  <a:pt x="855924" y="533898"/>
                  <a:pt x="854322" y="530528"/>
                  <a:pt x="851776" y="528482"/>
                </a:cubicBezTo>
                <a:cubicBezTo>
                  <a:pt x="829927" y="510320"/>
                  <a:pt x="807507" y="493232"/>
                  <a:pt x="784516" y="477219"/>
                </a:cubicBezTo>
                <a:lnTo>
                  <a:pt x="783615" y="476587"/>
                </a:lnTo>
                <a:cubicBezTo>
                  <a:pt x="760949" y="460821"/>
                  <a:pt x="737814" y="446143"/>
                  <a:pt x="714210" y="432554"/>
                </a:cubicBezTo>
                <a:cubicBezTo>
                  <a:pt x="711472" y="430919"/>
                  <a:pt x="708259" y="430919"/>
                  <a:pt x="705521" y="432554"/>
                </a:cubicBezTo>
                <a:cubicBezTo>
                  <a:pt x="681580" y="446317"/>
                  <a:pt x="658145" y="461227"/>
                  <a:pt x="635214" y="477284"/>
                </a:cubicBezTo>
                <a:cubicBezTo>
                  <a:pt x="624939" y="484449"/>
                  <a:pt x="614843" y="491831"/>
                  <a:pt x="605000" y="499236"/>
                </a:cubicBezTo>
                <a:close/>
                <a:moveTo>
                  <a:pt x="748516" y="409492"/>
                </a:moveTo>
                <a:cubicBezTo>
                  <a:pt x="743335" y="412045"/>
                  <a:pt x="740849" y="419189"/>
                  <a:pt x="742962" y="425447"/>
                </a:cubicBezTo>
                <a:cubicBezTo>
                  <a:pt x="743875" y="428149"/>
                  <a:pt x="745557" y="430368"/>
                  <a:pt x="747705" y="431705"/>
                </a:cubicBezTo>
                <a:cubicBezTo>
                  <a:pt x="762740" y="441011"/>
                  <a:pt x="777564" y="450760"/>
                  <a:pt x="792178" y="460951"/>
                </a:cubicBezTo>
                <a:lnTo>
                  <a:pt x="792394" y="461104"/>
                </a:lnTo>
                <a:lnTo>
                  <a:pt x="793206" y="461561"/>
                </a:lnTo>
                <a:lnTo>
                  <a:pt x="793350" y="461757"/>
                </a:lnTo>
                <a:cubicBezTo>
                  <a:pt x="807700" y="471804"/>
                  <a:pt x="821845" y="482249"/>
                  <a:pt x="835786" y="493094"/>
                </a:cubicBezTo>
                <a:cubicBezTo>
                  <a:pt x="840480" y="496752"/>
                  <a:pt x="846739" y="495121"/>
                  <a:pt x="849767" y="489451"/>
                </a:cubicBezTo>
                <a:cubicBezTo>
                  <a:pt x="851075" y="487002"/>
                  <a:pt x="851615" y="484070"/>
                  <a:pt x="851290" y="481182"/>
                </a:cubicBezTo>
                <a:cubicBezTo>
                  <a:pt x="847820" y="449099"/>
                  <a:pt x="843006" y="417249"/>
                  <a:pt x="836868" y="385755"/>
                </a:cubicBezTo>
                <a:cubicBezTo>
                  <a:pt x="836243" y="382464"/>
                  <a:pt x="834495" y="379648"/>
                  <a:pt x="832055" y="378002"/>
                </a:cubicBezTo>
                <a:cubicBezTo>
                  <a:pt x="829670" y="376258"/>
                  <a:pt x="826778" y="375845"/>
                  <a:pt x="824123" y="376870"/>
                </a:cubicBezTo>
                <a:cubicBezTo>
                  <a:pt x="798442" y="386201"/>
                  <a:pt x="773171" y="397104"/>
                  <a:pt x="748408" y="409535"/>
                </a:cubicBezTo>
                <a:close/>
                <a:moveTo>
                  <a:pt x="859240" y="365524"/>
                </a:moveTo>
                <a:cubicBezTo>
                  <a:pt x="856598" y="366218"/>
                  <a:pt x="854316" y="368216"/>
                  <a:pt x="852948" y="371033"/>
                </a:cubicBezTo>
                <a:cubicBezTo>
                  <a:pt x="851502" y="373783"/>
                  <a:pt x="851058" y="377131"/>
                  <a:pt x="851722" y="380289"/>
                </a:cubicBezTo>
                <a:cubicBezTo>
                  <a:pt x="860441" y="424979"/>
                  <a:pt x="866615" y="470338"/>
                  <a:pt x="870200" y="516048"/>
                </a:cubicBezTo>
                <a:cubicBezTo>
                  <a:pt x="870456" y="519551"/>
                  <a:pt x="871980" y="522740"/>
                  <a:pt x="874365" y="524758"/>
                </a:cubicBezTo>
                <a:cubicBezTo>
                  <a:pt x="905341" y="551325"/>
                  <a:pt x="934771" y="580429"/>
                  <a:pt x="962446" y="611867"/>
                </a:cubicBezTo>
                <a:cubicBezTo>
                  <a:pt x="966483" y="616547"/>
                  <a:pt x="972897" y="616388"/>
                  <a:pt x="976771" y="611512"/>
                </a:cubicBezTo>
                <a:cubicBezTo>
                  <a:pt x="976804" y="611471"/>
                  <a:pt x="976836" y="611429"/>
                  <a:pt x="976868" y="611388"/>
                </a:cubicBezTo>
                <a:cubicBezTo>
                  <a:pt x="986855" y="598568"/>
                  <a:pt x="996001" y="585858"/>
                  <a:pt x="1004306" y="573256"/>
                </a:cubicBezTo>
                <a:cubicBezTo>
                  <a:pt x="1050708" y="502851"/>
                  <a:pt x="1069438" y="438499"/>
                  <a:pt x="1049500" y="396861"/>
                </a:cubicBezTo>
                <a:cubicBezTo>
                  <a:pt x="1029544" y="355180"/>
                  <a:pt x="973984" y="342592"/>
                  <a:pt x="900360" y="355920"/>
                </a:cubicBezTo>
                <a:cubicBezTo>
                  <a:pt x="887236" y="358316"/>
                  <a:pt x="873535" y="361517"/>
                  <a:pt x="859348" y="365567"/>
                </a:cubicBezTo>
                <a:close/>
                <a:moveTo>
                  <a:pt x="951179" y="642507"/>
                </a:moveTo>
                <a:cubicBezTo>
                  <a:pt x="955241" y="637912"/>
                  <a:pt x="955450" y="630208"/>
                  <a:pt x="951646" y="625301"/>
                </a:cubicBezTo>
                <a:cubicBezTo>
                  <a:pt x="951495" y="625107"/>
                  <a:pt x="951340" y="624919"/>
                  <a:pt x="951179" y="624737"/>
                </a:cubicBezTo>
                <a:cubicBezTo>
                  <a:pt x="931644" y="602566"/>
                  <a:pt x="911187" y="581611"/>
                  <a:pt x="889886" y="561954"/>
                </a:cubicBezTo>
                <a:cubicBezTo>
                  <a:pt x="885441" y="557868"/>
                  <a:pt x="879096" y="558910"/>
                  <a:pt x="875714" y="564280"/>
                </a:cubicBezTo>
                <a:cubicBezTo>
                  <a:pt x="874272" y="566570"/>
                  <a:pt x="873545" y="569402"/>
                  <a:pt x="873662" y="572276"/>
                </a:cubicBezTo>
                <a:cubicBezTo>
                  <a:pt x="875308" y="613174"/>
                  <a:pt x="875308" y="654093"/>
                  <a:pt x="873662" y="695034"/>
                </a:cubicBezTo>
                <a:cubicBezTo>
                  <a:pt x="873450" y="701812"/>
                  <a:pt x="877826" y="707515"/>
                  <a:pt x="883438" y="707771"/>
                </a:cubicBezTo>
                <a:cubicBezTo>
                  <a:pt x="885752" y="707877"/>
                  <a:pt x="888027" y="707025"/>
                  <a:pt x="889886" y="705356"/>
                </a:cubicBezTo>
                <a:cubicBezTo>
                  <a:pt x="911199" y="685695"/>
                  <a:pt x="931658" y="664718"/>
                  <a:pt x="951179" y="642507"/>
                </a:cubicBezTo>
                <a:close/>
                <a:moveTo>
                  <a:pt x="671395" y="857753"/>
                </a:moveTo>
                <a:cubicBezTo>
                  <a:pt x="676562" y="855160"/>
                  <a:pt x="679011" y="847997"/>
                  <a:pt x="676864" y="841755"/>
                </a:cubicBezTo>
                <a:cubicBezTo>
                  <a:pt x="675944" y="839080"/>
                  <a:pt x="674268" y="836885"/>
                  <a:pt x="672134" y="835562"/>
                </a:cubicBezTo>
                <a:cubicBezTo>
                  <a:pt x="657135" y="826241"/>
                  <a:pt x="642329" y="816485"/>
                  <a:pt x="627715" y="806293"/>
                </a:cubicBezTo>
                <a:lnTo>
                  <a:pt x="627462" y="806163"/>
                </a:lnTo>
                <a:lnTo>
                  <a:pt x="626687" y="805705"/>
                </a:lnTo>
                <a:lnTo>
                  <a:pt x="626543" y="805509"/>
                </a:lnTo>
                <a:cubicBezTo>
                  <a:pt x="612193" y="795492"/>
                  <a:pt x="598054" y="785046"/>
                  <a:pt x="584125" y="774172"/>
                </a:cubicBezTo>
                <a:cubicBezTo>
                  <a:pt x="580814" y="771545"/>
                  <a:pt x="576529" y="771545"/>
                  <a:pt x="573218" y="774172"/>
                </a:cubicBezTo>
                <a:cubicBezTo>
                  <a:pt x="569830" y="776663"/>
                  <a:pt x="568010" y="781368"/>
                  <a:pt x="568603" y="786106"/>
                </a:cubicBezTo>
                <a:cubicBezTo>
                  <a:pt x="572048" y="818208"/>
                  <a:pt x="576862" y="850074"/>
                  <a:pt x="583025" y="881577"/>
                </a:cubicBezTo>
                <a:cubicBezTo>
                  <a:pt x="584350" y="888156"/>
                  <a:pt x="589840" y="892192"/>
                  <a:pt x="595286" y="890592"/>
                </a:cubicBezTo>
                <a:cubicBezTo>
                  <a:pt x="595443" y="890546"/>
                  <a:pt x="595598" y="890495"/>
                  <a:pt x="595752" y="890440"/>
                </a:cubicBezTo>
                <a:cubicBezTo>
                  <a:pt x="621445" y="881153"/>
                  <a:pt x="646717" y="870250"/>
                  <a:pt x="671467" y="857775"/>
                </a:cubicBezTo>
                <a:close/>
              </a:path>
            </a:pathLst>
          </a:custGeom>
          <a:solidFill>
            <a:schemeClr val="bg1"/>
          </a:solidFill>
          <a:ln w="154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200"/>
          </a:p>
        </p:txBody>
      </p:sp>
      <p:sp>
        <p:nvSpPr>
          <p:cNvPr id="84" name="图形 128"/>
          <p:cNvSpPr/>
          <p:nvPr/>
        </p:nvSpPr>
        <p:spPr>
          <a:xfrm>
            <a:off x="3674548" y="3957828"/>
            <a:ext cx="470804" cy="486495"/>
          </a:xfrm>
          <a:custGeom>
            <a:avLst/>
            <a:gdLst>
              <a:gd name="connsiteX0" fmla="*/ 362158 w 470804"/>
              <a:gd name="connsiteY0" fmla="*/ 271809 h 486495"/>
              <a:gd name="connsiteX1" fmla="*/ 470804 w 470804"/>
              <a:gd name="connsiteY1" fmla="*/ 379152 h 486495"/>
              <a:gd name="connsiteX2" fmla="*/ 362158 w 470804"/>
              <a:gd name="connsiteY2" fmla="*/ 486495 h 486495"/>
              <a:gd name="connsiteX3" fmla="*/ 253512 w 470804"/>
              <a:gd name="connsiteY3" fmla="*/ 379152 h 486495"/>
              <a:gd name="connsiteX4" fmla="*/ 362158 w 470804"/>
              <a:gd name="connsiteY4" fmla="*/ 271809 h 486495"/>
              <a:gd name="connsiteX5" fmla="*/ 199621 w 470804"/>
              <a:gd name="connsiteY5" fmla="*/ 4549 h 486495"/>
              <a:gd name="connsiteX6" fmla="*/ 234963 w 470804"/>
              <a:gd name="connsiteY6" fmla="*/ 4549 h 486495"/>
              <a:gd name="connsiteX7" fmla="*/ 416050 w 470804"/>
              <a:gd name="connsiteY7" fmla="*/ 104673 h 486495"/>
              <a:gd name="connsiteX8" fmla="*/ 434584 w 470804"/>
              <a:gd name="connsiteY8" fmla="*/ 135903 h 486495"/>
              <a:gd name="connsiteX9" fmla="*/ 434631 w 470804"/>
              <a:gd name="connsiteY9" fmla="*/ 255205 h 486495"/>
              <a:gd name="connsiteX10" fmla="*/ 362158 w 470804"/>
              <a:gd name="connsiteY10" fmla="*/ 236028 h 486495"/>
              <a:gd name="connsiteX11" fmla="*/ 295382 w 470804"/>
              <a:gd name="connsiteY11" fmla="*/ 252129 h 486495"/>
              <a:gd name="connsiteX12" fmla="*/ 234539 w 470804"/>
              <a:gd name="connsiteY12" fmla="*/ 216097 h 486495"/>
              <a:gd name="connsiteX13" fmla="*/ 234539 w 470804"/>
              <a:gd name="connsiteY13" fmla="*/ 122407 h 486495"/>
              <a:gd name="connsiteX14" fmla="*/ 234272 w 470804"/>
              <a:gd name="connsiteY14" fmla="*/ 119268 h 486495"/>
              <a:gd name="connsiteX15" fmla="*/ 217292 w 470804"/>
              <a:gd name="connsiteY15" fmla="*/ 104814 h 486495"/>
              <a:gd name="connsiteX16" fmla="*/ 204988 w 470804"/>
              <a:gd name="connsiteY16" fmla="*/ 110087 h 486495"/>
              <a:gd name="connsiteX17" fmla="*/ 200060 w 470804"/>
              <a:gd name="connsiteY17" fmla="*/ 122407 h 486495"/>
              <a:gd name="connsiteX18" fmla="*/ 200060 w 470804"/>
              <a:gd name="connsiteY18" fmla="*/ 216097 h 486495"/>
              <a:gd name="connsiteX19" fmla="*/ 99952 w 470804"/>
              <a:gd name="connsiteY19" fmla="*/ 275308 h 486495"/>
              <a:gd name="connsiteX20" fmla="*/ 97425 w 470804"/>
              <a:gd name="connsiteY20" fmla="*/ 277129 h 486495"/>
              <a:gd name="connsiteX21" fmla="*/ 93690 w 470804"/>
              <a:gd name="connsiteY21" fmla="*/ 299351 h 486495"/>
              <a:gd name="connsiteX22" fmla="*/ 95495 w 470804"/>
              <a:gd name="connsiteY22" fmla="*/ 301972 h 486495"/>
              <a:gd name="connsiteX23" fmla="*/ 117230 w 470804"/>
              <a:gd name="connsiteY23" fmla="*/ 305754 h 486495"/>
              <a:gd name="connsiteX24" fmla="*/ 217292 w 470804"/>
              <a:gd name="connsiteY24" fmla="*/ 246589 h 486495"/>
              <a:gd name="connsiteX25" fmla="*/ 263792 w 470804"/>
              <a:gd name="connsiteY25" fmla="*/ 274100 h 486495"/>
              <a:gd name="connsiteX26" fmla="*/ 243296 w 470804"/>
              <a:gd name="connsiteY26" fmla="*/ 461009 h 486495"/>
              <a:gd name="connsiteX27" fmla="*/ 234978 w 470804"/>
              <a:gd name="connsiteY27" fmla="*/ 465592 h 486495"/>
              <a:gd name="connsiteX28" fmla="*/ 199621 w 470804"/>
              <a:gd name="connsiteY28" fmla="*/ 465592 h 486495"/>
              <a:gd name="connsiteX29" fmla="*/ 18550 w 470804"/>
              <a:gd name="connsiteY29" fmla="*/ 365467 h 486495"/>
              <a:gd name="connsiteX30" fmla="*/ 0 w 470804"/>
              <a:gd name="connsiteY30" fmla="*/ 334253 h 486495"/>
              <a:gd name="connsiteX31" fmla="*/ 0 w 470804"/>
              <a:gd name="connsiteY31" fmla="*/ 135903 h 486495"/>
              <a:gd name="connsiteX32" fmla="*/ 18550 w 470804"/>
              <a:gd name="connsiteY32" fmla="*/ 104673 h 486495"/>
              <a:gd name="connsiteX33" fmla="*/ 199621 w 470804"/>
              <a:gd name="connsiteY33" fmla="*/ 4549 h 486495"/>
              <a:gd name="connsiteX34" fmla="*/ 362158 w 470804"/>
              <a:gd name="connsiteY34" fmla="*/ 307590 h 486495"/>
              <a:gd name="connsiteX35" fmla="*/ 344346 w 470804"/>
              <a:gd name="connsiteY35" fmla="*/ 322263 h 486495"/>
              <a:gd name="connsiteX36" fmla="*/ 344048 w 470804"/>
              <a:gd name="connsiteY36" fmla="*/ 325480 h 486495"/>
              <a:gd name="connsiteX37" fmla="*/ 344048 w 470804"/>
              <a:gd name="connsiteY37" fmla="*/ 361261 h 486495"/>
              <a:gd name="connsiteX38" fmla="*/ 307827 w 470804"/>
              <a:gd name="connsiteY38" fmla="*/ 361261 h 486495"/>
              <a:gd name="connsiteX39" fmla="*/ 289780 w 470804"/>
              <a:gd name="connsiteY39" fmla="*/ 377536 h 486495"/>
              <a:gd name="connsiteX40" fmla="*/ 304579 w 470804"/>
              <a:gd name="connsiteY40" fmla="*/ 396760 h 486495"/>
              <a:gd name="connsiteX41" fmla="*/ 307827 w 470804"/>
              <a:gd name="connsiteY41" fmla="*/ 397043 h 486495"/>
              <a:gd name="connsiteX42" fmla="*/ 344048 w 470804"/>
              <a:gd name="connsiteY42" fmla="*/ 397043 h 486495"/>
              <a:gd name="connsiteX43" fmla="*/ 344048 w 470804"/>
              <a:gd name="connsiteY43" fmla="*/ 432824 h 486495"/>
              <a:gd name="connsiteX44" fmla="*/ 360526 w 470804"/>
              <a:gd name="connsiteY44" fmla="*/ 450667 h 486495"/>
              <a:gd name="connsiteX45" fmla="*/ 379986 w 470804"/>
              <a:gd name="connsiteY45" fmla="*/ 436041 h 486495"/>
              <a:gd name="connsiteX46" fmla="*/ 380268 w 470804"/>
              <a:gd name="connsiteY46" fmla="*/ 432824 h 486495"/>
              <a:gd name="connsiteX47" fmla="*/ 380268 w 470804"/>
              <a:gd name="connsiteY47" fmla="*/ 397043 h 486495"/>
              <a:gd name="connsiteX48" fmla="*/ 416473 w 470804"/>
              <a:gd name="connsiteY48" fmla="*/ 397043 h 486495"/>
              <a:gd name="connsiteX49" fmla="*/ 434552 w 470804"/>
              <a:gd name="connsiteY49" fmla="*/ 380768 h 486495"/>
              <a:gd name="connsiteX50" fmla="*/ 419738 w 470804"/>
              <a:gd name="connsiteY50" fmla="*/ 361544 h 486495"/>
              <a:gd name="connsiteX51" fmla="*/ 416473 w 470804"/>
              <a:gd name="connsiteY51" fmla="*/ 361261 h 486495"/>
              <a:gd name="connsiteX52" fmla="*/ 380268 w 470804"/>
              <a:gd name="connsiteY52" fmla="*/ 361261 h 486495"/>
              <a:gd name="connsiteX53" fmla="*/ 380268 w 470804"/>
              <a:gd name="connsiteY53" fmla="*/ 325480 h 486495"/>
              <a:gd name="connsiteX54" fmla="*/ 362158 w 470804"/>
              <a:gd name="connsiteY54" fmla="*/ 307590 h 4864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470804" h="486495">
                <a:moveTo>
                  <a:pt x="362158" y="271809"/>
                </a:moveTo>
                <a:cubicBezTo>
                  <a:pt x="422154" y="271809"/>
                  <a:pt x="470804" y="319862"/>
                  <a:pt x="470804" y="379152"/>
                </a:cubicBezTo>
                <a:cubicBezTo>
                  <a:pt x="470804" y="438442"/>
                  <a:pt x="422154" y="486495"/>
                  <a:pt x="362158" y="486495"/>
                </a:cubicBezTo>
                <a:cubicBezTo>
                  <a:pt x="302146" y="486495"/>
                  <a:pt x="253512" y="438442"/>
                  <a:pt x="253512" y="379152"/>
                </a:cubicBezTo>
                <a:cubicBezTo>
                  <a:pt x="253512" y="319862"/>
                  <a:pt x="302162" y="271809"/>
                  <a:pt x="362158" y="271809"/>
                </a:cubicBezTo>
                <a:close/>
                <a:moveTo>
                  <a:pt x="199621" y="4549"/>
                </a:moveTo>
                <a:cubicBezTo>
                  <a:pt x="210621" y="-1516"/>
                  <a:pt x="223963" y="-1516"/>
                  <a:pt x="234963" y="4549"/>
                </a:cubicBezTo>
                <a:lnTo>
                  <a:pt x="416050" y="104673"/>
                </a:lnTo>
                <a:cubicBezTo>
                  <a:pt x="427453" y="110932"/>
                  <a:pt x="434553" y="122895"/>
                  <a:pt x="434584" y="135903"/>
                </a:cubicBezTo>
                <a:lnTo>
                  <a:pt x="434631" y="255205"/>
                </a:lnTo>
                <a:cubicBezTo>
                  <a:pt x="412562" y="242594"/>
                  <a:pt x="387576" y="235983"/>
                  <a:pt x="362158" y="236028"/>
                </a:cubicBezTo>
                <a:cubicBezTo>
                  <a:pt x="338933" y="235981"/>
                  <a:pt x="316035" y="241503"/>
                  <a:pt x="295382" y="252129"/>
                </a:cubicBezTo>
                <a:lnTo>
                  <a:pt x="234539" y="216097"/>
                </a:lnTo>
                <a:lnTo>
                  <a:pt x="234539" y="122407"/>
                </a:lnTo>
                <a:lnTo>
                  <a:pt x="234272" y="119268"/>
                </a:lnTo>
                <a:cubicBezTo>
                  <a:pt x="232876" y="110964"/>
                  <a:pt x="225712" y="104866"/>
                  <a:pt x="217292" y="104814"/>
                </a:cubicBezTo>
                <a:cubicBezTo>
                  <a:pt x="212657" y="104886"/>
                  <a:pt x="208236" y="106780"/>
                  <a:pt x="204988" y="110087"/>
                </a:cubicBezTo>
                <a:cubicBezTo>
                  <a:pt x="201755" y="113383"/>
                  <a:pt x="199966" y="117824"/>
                  <a:pt x="200060" y="122407"/>
                </a:cubicBezTo>
                <a:lnTo>
                  <a:pt x="200060" y="216097"/>
                </a:lnTo>
                <a:lnTo>
                  <a:pt x="99952" y="275308"/>
                </a:lnTo>
                <a:lnTo>
                  <a:pt x="97425" y="277129"/>
                </a:lnTo>
                <a:cubicBezTo>
                  <a:pt x="91086" y="282723"/>
                  <a:pt x="89528" y="291991"/>
                  <a:pt x="93690" y="299351"/>
                </a:cubicBezTo>
                <a:lnTo>
                  <a:pt x="95495" y="301972"/>
                </a:lnTo>
                <a:cubicBezTo>
                  <a:pt x="100783" y="308390"/>
                  <a:pt x="110043" y="309991"/>
                  <a:pt x="117230" y="305754"/>
                </a:cubicBezTo>
                <a:lnTo>
                  <a:pt x="217292" y="246589"/>
                </a:lnTo>
                <a:lnTo>
                  <a:pt x="263792" y="274100"/>
                </a:lnTo>
                <a:cubicBezTo>
                  <a:pt x="210778" y="322307"/>
                  <a:pt x="201989" y="402459"/>
                  <a:pt x="243296" y="461009"/>
                </a:cubicBezTo>
                <a:lnTo>
                  <a:pt x="234978" y="465592"/>
                </a:lnTo>
                <a:cubicBezTo>
                  <a:pt x="223993" y="471665"/>
                  <a:pt x="210606" y="471665"/>
                  <a:pt x="199621" y="465592"/>
                </a:cubicBezTo>
                <a:lnTo>
                  <a:pt x="18550" y="365467"/>
                </a:lnTo>
                <a:cubicBezTo>
                  <a:pt x="7145" y="359216"/>
                  <a:pt x="39" y="347259"/>
                  <a:pt x="0" y="334253"/>
                </a:cubicBezTo>
                <a:lnTo>
                  <a:pt x="0" y="135903"/>
                </a:lnTo>
                <a:cubicBezTo>
                  <a:pt x="0" y="122940"/>
                  <a:pt x="7093" y="110998"/>
                  <a:pt x="18550" y="104673"/>
                </a:cubicBezTo>
                <a:lnTo>
                  <a:pt x="199621" y="4549"/>
                </a:lnTo>
                <a:close/>
                <a:moveTo>
                  <a:pt x="362158" y="307590"/>
                </a:moveTo>
                <a:cubicBezTo>
                  <a:pt x="353461" y="307550"/>
                  <a:pt x="345972" y="313719"/>
                  <a:pt x="344346" y="322263"/>
                </a:cubicBezTo>
                <a:lnTo>
                  <a:pt x="344048" y="325480"/>
                </a:lnTo>
                <a:lnTo>
                  <a:pt x="344048" y="361261"/>
                </a:lnTo>
                <a:lnTo>
                  <a:pt x="307827" y="361261"/>
                </a:lnTo>
                <a:cubicBezTo>
                  <a:pt x="298511" y="361209"/>
                  <a:pt x="290688" y="368263"/>
                  <a:pt x="289780" y="377536"/>
                </a:cubicBezTo>
                <a:cubicBezTo>
                  <a:pt x="288917" y="386763"/>
                  <a:pt x="295351" y="395112"/>
                  <a:pt x="304579" y="396760"/>
                </a:cubicBezTo>
                <a:lnTo>
                  <a:pt x="307827" y="397043"/>
                </a:lnTo>
                <a:lnTo>
                  <a:pt x="344048" y="397043"/>
                </a:lnTo>
                <a:lnTo>
                  <a:pt x="344048" y="432824"/>
                </a:lnTo>
                <a:cubicBezTo>
                  <a:pt x="344081" y="442145"/>
                  <a:pt x="351237" y="449894"/>
                  <a:pt x="360526" y="450667"/>
                </a:cubicBezTo>
                <a:cubicBezTo>
                  <a:pt x="369815" y="451544"/>
                  <a:pt x="378245" y="445207"/>
                  <a:pt x="379986" y="436041"/>
                </a:cubicBezTo>
                <a:lnTo>
                  <a:pt x="380268" y="432824"/>
                </a:lnTo>
                <a:lnTo>
                  <a:pt x="380268" y="397043"/>
                </a:lnTo>
                <a:lnTo>
                  <a:pt x="416473" y="397043"/>
                </a:lnTo>
                <a:cubicBezTo>
                  <a:pt x="425802" y="397111"/>
                  <a:pt x="433643" y="390053"/>
                  <a:pt x="434552" y="380768"/>
                </a:cubicBezTo>
                <a:cubicBezTo>
                  <a:pt x="435365" y="371483"/>
                  <a:pt x="428924" y="363125"/>
                  <a:pt x="419738" y="361544"/>
                </a:cubicBezTo>
                <a:lnTo>
                  <a:pt x="416473" y="361261"/>
                </a:lnTo>
                <a:lnTo>
                  <a:pt x="380268" y="361261"/>
                </a:lnTo>
                <a:lnTo>
                  <a:pt x="380268" y="325480"/>
                </a:lnTo>
                <a:cubicBezTo>
                  <a:pt x="380268" y="315593"/>
                  <a:pt x="372155" y="307590"/>
                  <a:pt x="362158" y="307590"/>
                </a:cubicBezTo>
                <a:close/>
              </a:path>
            </a:pathLst>
          </a:custGeom>
          <a:solidFill>
            <a:schemeClr val="bg1"/>
          </a:solidFill>
          <a:ln w="48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200"/>
          </a:p>
        </p:txBody>
      </p:sp>
      <p:sp>
        <p:nvSpPr>
          <p:cNvPr id="137" name="任意多边形: 形状 136"/>
          <p:cNvSpPr/>
          <p:nvPr/>
        </p:nvSpPr>
        <p:spPr>
          <a:xfrm>
            <a:off x="1491711" y="2621528"/>
            <a:ext cx="411954" cy="470804"/>
          </a:xfrm>
          <a:custGeom>
            <a:avLst/>
            <a:gdLst>
              <a:gd name="connsiteX0" fmla="*/ 117701 w 411954"/>
              <a:gd name="connsiteY0" fmla="*/ 353103 h 470804"/>
              <a:gd name="connsiteX1" fmla="*/ 117701 w 411954"/>
              <a:gd name="connsiteY1" fmla="*/ 382528 h 470804"/>
              <a:gd name="connsiteX2" fmla="*/ 294253 w 411954"/>
              <a:gd name="connsiteY2" fmla="*/ 382528 h 470804"/>
              <a:gd name="connsiteX3" fmla="*/ 294253 w 411954"/>
              <a:gd name="connsiteY3" fmla="*/ 353103 h 470804"/>
              <a:gd name="connsiteX4" fmla="*/ 117701 w 411954"/>
              <a:gd name="connsiteY4" fmla="*/ 264827 h 470804"/>
              <a:gd name="connsiteX5" fmla="*/ 117701 w 411954"/>
              <a:gd name="connsiteY5" fmla="*/ 294253 h 470804"/>
              <a:gd name="connsiteX6" fmla="*/ 294253 w 411954"/>
              <a:gd name="connsiteY6" fmla="*/ 294253 h 470804"/>
              <a:gd name="connsiteX7" fmla="*/ 294253 w 411954"/>
              <a:gd name="connsiteY7" fmla="*/ 264827 h 470804"/>
              <a:gd name="connsiteX8" fmla="*/ 147126 w 411954"/>
              <a:gd name="connsiteY8" fmla="*/ 117701 h 470804"/>
              <a:gd name="connsiteX9" fmla="*/ 79448 w 411954"/>
              <a:gd name="connsiteY9" fmla="*/ 182437 h 470804"/>
              <a:gd name="connsiteX10" fmla="*/ 147126 w 411954"/>
              <a:gd name="connsiteY10" fmla="*/ 250115 h 470804"/>
              <a:gd name="connsiteX11" fmla="*/ 164781 w 411954"/>
              <a:gd name="connsiteY11" fmla="*/ 226574 h 470804"/>
              <a:gd name="connsiteX12" fmla="*/ 135356 w 411954"/>
              <a:gd name="connsiteY12" fmla="*/ 197149 h 470804"/>
              <a:gd name="connsiteX13" fmla="*/ 294253 w 411954"/>
              <a:gd name="connsiteY13" fmla="*/ 197149 h 470804"/>
              <a:gd name="connsiteX14" fmla="*/ 294253 w 411954"/>
              <a:gd name="connsiteY14" fmla="*/ 167724 h 470804"/>
              <a:gd name="connsiteX15" fmla="*/ 138299 w 411954"/>
              <a:gd name="connsiteY15" fmla="*/ 167724 h 470804"/>
              <a:gd name="connsiteX16" fmla="*/ 167724 w 411954"/>
              <a:gd name="connsiteY16" fmla="*/ 138299 h 470804"/>
              <a:gd name="connsiteX17" fmla="*/ 294252 w 411954"/>
              <a:gd name="connsiteY17" fmla="*/ 0 h 470804"/>
              <a:gd name="connsiteX18" fmla="*/ 411953 w 411954"/>
              <a:gd name="connsiteY18" fmla="*/ 117701 h 470804"/>
              <a:gd name="connsiteX19" fmla="*/ 294252 w 411954"/>
              <a:gd name="connsiteY19" fmla="*/ 117701 h 470804"/>
              <a:gd name="connsiteX20" fmla="*/ 58851 w 411954"/>
              <a:gd name="connsiteY20" fmla="*/ 0 h 470804"/>
              <a:gd name="connsiteX21" fmla="*/ 264827 w 411954"/>
              <a:gd name="connsiteY21" fmla="*/ 0 h 470804"/>
              <a:gd name="connsiteX22" fmla="*/ 264827 w 411954"/>
              <a:gd name="connsiteY22" fmla="*/ 147126 h 470804"/>
              <a:gd name="connsiteX23" fmla="*/ 411954 w 411954"/>
              <a:gd name="connsiteY23" fmla="*/ 147126 h 470804"/>
              <a:gd name="connsiteX24" fmla="*/ 411954 w 411954"/>
              <a:gd name="connsiteY24" fmla="*/ 411954 h 470804"/>
              <a:gd name="connsiteX25" fmla="*/ 353103 w 411954"/>
              <a:gd name="connsiteY25" fmla="*/ 470804 h 470804"/>
              <a:gd name="connsiteX26" fmla="*/ 58851 w 411954"/>
              <a:gd name="connsiteY26" fmla="*/ 470804 h 470804"/>
              <a:gd name="connsiteX27" fmla="*/ 0 w 411954"/>
              <a:gd name="connsiteY27" fmla="*/ 411954 h 470804"/>
              <a:gd name="connsiteX28" fmla="*/ 0 w 411954"/>
              <a:gd name="connsiteY28" fmla="*/ 58851 h 470804"/>
              <a:gd name="connsiteX29" fmla="*/ 58851 w 411954"/>
              <a:gd name="connsiteY29" fmla="*/ 0 h 4708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411954" h="470804">
                <a:moveTo>
                  <a:pt x="117701" y="353103"/>
                </a:moveTo>
                <a:lnTo>
                  <a:pt x="117701" y="382528"/>
                </a:lnTo>
                <a:lnTo>
                  <a:pt x="294253" y="382528"/>
                </a:lnTo>
                <a:lnTo>
                  <a:pt x="294253" y="353103"/>
                </a:lnTo>
                <a:close/>
                <a:moveTo>
                  <a:pt x="117701" y="264827"/>
                </a:moveTo>
                <a:lnTo>
                  <a:pt x="117701" y="294253"/>
                </a:lnTo>
                <a:lnTo>
                  <a:pt x="294253" y="294253"/>
                </a:lnTo>
                <a:lnTo>
                  <a:pt x="294253" y="264827"/>
                </a:lnTo>
                <a:close/>
                <a:moveTo>
                  <a:pt x="147126" y="117701"/>
                </a:moveTo>
                <a:lnTo>
                  <a:pt x="79448" y="182437"/>
                </a:lnTo>
                <a:lnTo>
                  <a:pt x="147126" y="250115"/>
                </a:lnTo>
                <a:lnTo>
                  <a:pt x="164781" y="226574"/>
                </a:lnTo>
                <a:lnTo>
                  <a:pt x="135356" y="197149"/>
                </a:lnTo>
                <a:lnTo>
                  <a:pt x="294253" y="197149"/>
                </a:lnTo>
                <a:lnTo>
                  <a:pt x="294253" y="167724"/>
                </a:lnTo>
                <a:lnTo>
                  <a:pt x="138299" y="167724"/>
                </a:lnTo>
                <a:lnTo>
                  <a:pt x="167724" y="138299"/>
                </a:lnTo>
                <a:close/>
                <a:moveTo>
                  <a:pt x="294252" y="0"/>
                </a:moveTo>
                <a:lnTo>
                  <a:pt x="411953" y="117701"/>
                </a:lnTo>
                <a:lnTo>
                  <a:pt x="294252" y="117701"/>
                </a:lnTo>
                <a:close/>
                <a:moveTo>
                  <a:pt x="58851" y="0"/>
                </a:moveTo>
                <a:lnTo>
                  <a:pt x="264827" y="0"/>
                </a:lnTo>
                <a:lnTo>
                  <a:pt x="264827" y="147126"/>
                </a:lnTo>
                <a:lnTo>
                  <a:pt x="411954" y="147126"/>
                </a:lnTo>
                <a:lnTo>
                  <a:pt x="411954" y="411954"/>
                </a:lnTo>
                <a:cubicBezTo>
                  <a:pt x="411954" y="444321"/>
                  <a:pt x="385471" y="470804"/>
                  <a:pt x="353103" y="470804"/>
                </a:cubicBezTo>
                <a:lnTo>
                  <a:pt x="58851" y="470804"/>
                </a:lnTo>
                <a:cubicBezTo>
                  <a:pt x="26483" y="470804"/>
                  <a:pt x="0" y="444321"/>
                  <a:pt x="0" y="411954"/>
                </a:cubicBezTo>
                <a:lnTo>
                  <a:pt x="0" y="58851"/>
                </a:lnTo>
                <a:cubicBezTo>
                  <a:pt x="0" y="26483"/>
                  <a:pt x="26483" y="0"/>
                  <a:pt x="58851" y="0"/>
                </a:cubicBezTo>
                <a:close/>
              </a:path>
            </a:pathLst>
          </a:custGeom>
          <a:solidFill>
            <a:schemeClr val="bg1"/>
          </a:solidFill>
          <a:ln w="45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200"/>
          </a:p>
        </p:txBody>
      </p:sp>
      <p:sp>
        <p:nvSpPr>
          <p:cNvPr id="144" name="任意多边形: 形状 143"/>
          <p:cNvSpPr/>
          <p:nvPr/>
        </p:nvSpPr>
        <p:spPr>
          <a:xfrm>
            <a:off x="10211392" y="2547572"/>
            <a:ext cx="544936" cy="544835"/>
          </a:xfrm>
          <a:custGeom>
            <a:avLst/>
            <a:gdLst>
              <a:gd name="connsiteX0" fmla="*/ 260375 w 520666"/>
              <a:gd name="connsiteY0" fmla="*/ 195254 h 520570"/>
              <a:gd name="connsiteX1" fmla="*/ 199649 w 520666"/>
              <a:gd name="connsiteY1" fmla="*/ 238629 h 520570"/>
              <a:gd name="connsiteX2" fmla="*/ 202541 w 520666"/>
              <a:gd name="connsiteY2" fmla="*/ 287788 h 520570"/>
              <a:gd name="connsiteX3" fmla="*/ 238688 w 520666"/>
              <a:gd name="connsiteY3" fmla="*/ 321042 h 520570"/>
              <a:gd name="connsiteX4" fmla="*/ 260375 w 520666"/>
              <a:gd name="connsiteY4" fmla="*/ 325380 h 520570"/>
              <a:gd name="connsiteX5" fmla="*/ 321102 w 520666"/>
              <a:gd name="connsiteY5" fmla="*/ 282005 h 520570"/>
              <a:gd name="connsiteX6" fmla="*/ 318209 w 520666"/>
              <a:gd name="connsiteY6" fmla="*/ 232845 h 520570"/>
              <a:gd name="connsiteX7" fmla="*/ 282063 w 520666"/>
              <a:gd name="connsiteY7" fmla="*/ 199591 h 520570"/>
              <a:gd name="connsiteX8" fmla="*/ 260375 w 520666"/>
              <a:gd name="connsiteY8" fmla="*/ 195254 h 520570"/>
              <a:gd name="connsiteX9" fmla="*/ 487374 w 520666"/>
              <a:gd name="connsiteY9" fmla="*/ 163445 h 520570"/>
              <a:gd name="connsiteX10" fmla="*/ 504724 w 520666"/>
              <a:gd name="connsiteY10" fmla="*/ 172120 h 520570"/>
              <a:gd name="connsiteX11" fmla="*/ 514845 w 520666"/>
              <a:gd name="connsiteY11" fmla="*/ 313814 h 520570"/>
              <a:gd name="connsiteX12" fmla="*/ 445444 w 520666"/>
              <a:gd name="connsiteY12" fmla="*/ 442494 h 520570"/>
              <a:gd name="connsiteX13" fmla="*/ 263266 w 520666"/>
              <a:gd name="connsiteY13" fmla="*/ 520570 h 520570"/>
              <a:gd name="connsiteX14" fmla="*/ 260374 w 520666"/>
              <a:gd name="connsiteY14" fmla="*/ 520570 h 520570"/>
              <a:gd name="connsiteX15" fmla="*/ 83981 w 520666"/>
              <a:gd name="connsiteY15" fmla="*/ 451169 h 520570"/>
              <a:gd name="connsiteX16" fmla="*/ 83981 w 520666"/>
              <a:gd name="connsiteY16" fmla="*/ 471412 h 520570"/>
              <a:gd name="connsiteX17" fmla="*/ 70968 w 520666"/>
              <a:gd name="connsiteY17" fmla="*/ 484425 h 520570"/>
              <a:gd name="connsiteX18" fmla="*/ 57955 w 520666"/>
              <a:gd name="connsiteY18" fmla="*/ 471412 h 520570"/>
              <a:gd name="connsiteX19" fmla="*/ 57955 w 520666"/>
              <a:gd name="connsiteY19" fmla="*/ 419361 h 520570"/>
              <a:gd name="connsiteX20" fmla="*/ 70968 w 520666"/>
              <a:gd name="connsiteY20" fmla="*/ 406348 h 520570"/>
              <a:gd name="connsiteX21" fmla="*/ 123018 w 520666"/>
              <a:gd name="connsiteY21" fmla="*/ 406348 h 520570"/>
              <a:gd name="connsiteX22" fmla="*/ 136031 w 520666"/>
              <a:gd name="connsiteY22" fmla="*/ 419361 h 520570"/>
              <a:gd name="connsiteX23" fmla="*/ 123018 w 520666"/>
              <a:gd name="connsiteY23" fmla="*/ 432374 h 520570"/>
              <a:gd name="connsiteX24" fmla="*/ 102777 w 520666"/>
              <a:gd name="connsiteY24" fmla="*/ 432374 h 520570"/>
              <a:gd name="connsiteX25" fmla="*/ 260374 w 520666"/>
              <a:gd name="connsiteY25" fmla="*/ 494546 h 520570"/>
              <a:gd name="connsiteX26" fmla="*/ 425201 w 520666"/>
              <a:gd name="connsiteY26" fmla="*/ 423698 h 520570"/>
              <a:gd name="connsiteX27" fmla="*/ 478699 w 520666"/>
              <a:gd name="connsiteY27" fmla="*/ 180795 h 520570"/>
              <a:gd name="connsiteX28" fmla="*/ 487374 w 520666"/>
              <a:gd name="connsiteY28" fmla="*/ 163445 h 520570"/>
              <a:gd name="connsiteX29" fmla="*/ 296521 w 520666"/>
              <a:gd name="connsiteY29" fmla="*/ 99827 h 520570"/>
              <a:gd name="connsiteX30" fmla="*/ 305197 w 520666"/>
              <a:gd name="connsiteY30" fmla="*/ 101273 h 520570"/>
              <a:gd name="connsiteX31" fmla="*/ 331222 w 520666"/>
              <a:gd name="connsiteY31" fmla="*/ 109948 h 520570"/>
              <a:gd name="connsiteX32" fmla="*/ 347126 w 520666"/>
              <a:gd name="connsiteY32" fmla="*/ 137419 h 520570"/>
              <a:gd name="connsiteX33" fmla="*/ 344235 w 520666"/>
              <a:gd name="connsiteY33" fmla="*/ 157662 h 520570"/>
              <a:gd name="connsiteX34" fmla="*/ 358693 w 520666"/>
              <a:gd name="connsiteY34" fmla="*/ 170675 h 520570"/>
              <a:gd name="connsiteX35" fmla="*/ 377489 w 520666"/>
              <a:gd name="connsiteY35" fmla="*/ 164890 h 520570"/>
              <a:gd name="connsiteX36" fmla="*/ 383272 w 520666"/>
              <a:gd name="connsiteY36" fmla="*/ 164890 h 520570"/>
              <a:gd name="connsiteX37" fmla="*/ 404961 w 520666"/>
              <a:gd name="connsiteY37" fmla="*/ 179349 h 520570"/>
              <a:gd name="connsiteX38" fmla="*/ 417973 w 520666"/>
              <a:gd name="connsiteY38" fmla="*/ 205374 h 520570"/>
              <a:gd name="connsiteX39" fmla="*/ 409298 w 520666"/>
              <a:gd name="connsiteY39" fmla="*/ 235738 h 520570"/>
              <a:gd name="connsiteX40" fmla="*/ 391948 w 520666"/>
              <a:gd name="connsiteY40" fmla="*/ 247304 h 520570"/>
              <a:gd name="connsiteX41" fmla="*/ 391948 w 520666"/>
              <a:gd name="connsiteY41" fmla="*/ 266100 h 520570"/>
              <a:gd name="connsiteX42" fmla="*/ 409298 w 520666"/>
              <a:gd name="connsiteY42" fmla="*/ 276222 h 520570"/>
              <a:gd name="connsiteX43" fmla="*/ 419419 w 520666"/>
              <a:gd name="connsiteY43" fmla="*/ 305138 h 520570"/>
              <a:gd name="connsiteX44" fmla="*/ 407853 w 520666"/>
              <a:gd name="connsiteY44" fmla="*/ 331164 h 520570"/>
              <a:gd name="connsiteX45" fmla="*/ 386165 w 520666"/>
              <a:gd name="connsiteY45" fmla="*/ 347068 h 520570"/>
              <a:gd name="connsiteX46" fmla="*/ 381827 w 520666"/>
              <a:gd name="connsiteY46" fmla="*/ 347068 h 520570"/>
              <a:gd name="connsiteX47" fmla="*/ 363031 w 520666"/>
              <a:gd name="connsiteY47" fmla="*/ 345622 h 520570"/>
              <a:gd name="connsiteX48" fmla="*/ 350018 w 520666"/>
              <a:gd name="connsiteY48" fmla="*/ 360081 h 520570"/>
              <a:gd name="connsiteX49" fmla="*/ 354356 w 520666"/>
              <a:gd name="connsiteY49" fmla="*/ 378877 h 520570"/>
              <a:gd name="connsiteX50" fmla="*/ 341343 w 520666"/>
              <a:gd name="connsiteY50" fmla="*/ 406348 h 520570"/>
              <a:gd name="connsiteX51" fmla="*/ 315317 w 520666"/>
              <a:gd name="connsiteY51" fmla="*/ 417915 h 520570"/>
              <a:gd name="connsiteX52" fmla="*/ 305197 w 520666"/>
              <a:gd name="connsiteY52" fmla="*/ 419361 h 520570"/>
              <a:gd name="connsiteX53" fmla="*/ 284955 w 520666"/>
              <a:gd name="connsiteY53" fmla="*/ 409240 h 520570"/>
              <a:gd name="connsiteX54" fmla="*/ 273388 w 520666"/>
              <a:gd name="connsiteY54" fmla="*/ 391890 h 520570"/>
              <a:gd name="connsiteX55" fmla="*/ 254592 w 520666"/>
              <a:gd name="connsiteY55" fmla="*/ 391890 h 520570"/>
              <a:gd name="connsiteX56" fmla="*/ 244471 w 520666"/>
              <a:gd name="connsiteY56" fmla="*/ 409240 h 520570"/>
              <a:gd name="connsiteX57" fmla="*/ 224228 w 520666"/>
              <a:gd name="connsiteY57" fmla="*/ 420806 h 520570"/>
              <a:gd name="connsiteX58" fmla="*/ 215554 w 520666"/>
              <a:gd name="connsiteY58" fmla="*/ 419361 h 520570"/>
              <a:gd name="connsiteX59" fmla="*/ 189528 w 520666"/>
              <a:gd name="connsiteY59" fmla="*/ 410685 h 520570"/>
              <a:gd name="connsiteX60" fmla="*/ 173623 w 520666"/>
              <a:gd name="connsiteY60" fmla="*/ 383214 h 520570"/>
              <a:gd name="connsiteX61" fmla="*/ 177961 w 520666"/>
              <a:gd name="connsiteY61" fmla="*/ 364418 h 520570"/>
              <a:gd name="connsiteX62" fmla="*/ 163503 w 520666"/>
              <a:gd name="connsiteY62" fmla="*/ 351405 h 520570"/>
              <a:gd name="connsiteX63" fmla="*/ 143261 w 520666"/>
              <a:gd name="connsiteY63" fmla="*/ 355743 h 520570"/>
              <a:gd name="connsiteX64" fmla="*/ 137477 w 520666"/>
              <a:gd name="connsiteY64" fmla="*/ 355743 h 520570"/>
              <a:gd name="connsiteX65" fmla="*/ 115790 w 520666"/>
              <a:gd name="connsiteY65" fmla="*/ 341285 h 520570"/>
              <a:gd name="connsiteX66" fmla="*/ 102777 w 520666"/>
              <a:gd name="connsiteY66" fmla="*/ 316706 h 520570"/>
              <a:gd name="connsiteX67" fmla="*/ 111452 w 520666"/>
              <a:gd name="connsiteY67" fmla="*/ 286342 h 520570"/>
              <a:gd name="connsiteX68" fmla="*/ 128803 w 520666"/>
              <a:gd name="connsiteY68" fmla="*/ 274775 h 520570"/>
              <a:gd name="connsiteX69" fmla="*/ 128803 w 520666"/>
              <a:gd name="connsiteY69" fmla="*/ 255979 h 520570"/>
              <a:gd name="connsiteX70" fmla="*/ 111452 w 520666"/>
              <a:gd name="connsiteY70" fmla="*/ 245858 h 520570"/>
              <a:gd name="connsiteX71" fmla="*/ 101332 w 520666"/>
              <a:gd name="connsiteY71" fmla="*/ 216942 h 520570"/>
              <a:gd name="connsiteX72" fmla="*/ 111452 w 520666"/>
              <a:gd name="connsiteY72" fmla="*/ 188024 h 520570"/>
              <a:gd name="connsiteX73" fmla="*/ 133141 w 520666"/>
              <a:gd name="connsiteY73" fmla="*/ 173565 h 520570"/>
              <a:gd name="connsiteX74" fmla="*/ 137477 w 520666"/>
              <a:gd name="connsiteY74" fmla="*/ 173565 h 520570"/>
              <a:gd name="connsiteX75" fmla="*/ 157720 w 520666"/>
              <a:gd name="connsiteY75" fmla="*/ 177903 h 520570"/>
              <a:gd name="connsiteX76" fmla="*/ 170732 w 520666"/>
              <a:gd name="connsiteY76" fmla="*/ 163445 h 520570"/>
              <a:gd name="connsiteX77" fmla="*/ 166395 w 520666"/>
              <a:gd name="connsiteY77" fmla="*/ 143203 h 520570"/>
              <a:gd name="connsiteX78" fmla="*/ 179408 w 520666"/>
              <a:gd name="connsiteY78" fmla="*/ 115731 h 520570"/>
              <a:gd name="connsiteX79" fmla="*/ 203987 w 520666"/>
              <a:gd name="connsiteY79" fmla="*/ 102719 h 520570"/>
              <a:gd name="connsiteX80" fmla="*/ 214108 w 520666"/>
              <a:gd name="connsiteY80" fmla="*/ 101273 h 520570"/>
              <a:gd name="connsiteX81" fmla="*/ 234350 w 520666"/>
              <a:gd name="connsiteY81" fmla="*/ 111395 h 520570"/>
              <a:gd name="connsiteX82" fmla="*/ 245916 w 520666"/>
              <a:gd name="connsiteY82" fmla="*/ 128744 h 520570"/>
              <a:gd name="connsiteX83" fmla="*/ 266159 w 520666"/>
              <a:gd name="connsiteY83" fmla="*/ 128744 h 520570"/>
              <a:gd name="connsiteX84" fmla="*/ 276280 w 520666"/>
              <a:gd name="connsiteY84" fmla="*/ 111395 h 520570"/>
              <a:gd name="connsiteX85" fmla="*/ 296521 w 520666"/>
              <a:gd name="connsiteY85" fmla="*/ 99827 h 520570"/>
              <a:gd name="connsiteX86" fmla="*/ 253869 w 520666"/>
              <a:gd name="connsiteY86" fmla="*/ 64 h 520570"/>
              <a:gd name="connsiteX87" fmla="*/ 436769 w 520666"/>
              <a:gd name="connsiteY87" fmla="*/ 69465 h 520570"/>
              <a:gd name="connsiteX88" fmla="*/ 436769 w 520666"/>
              <a:gd name="connsiteY88" fmla="*/ 49223 h 520570"/>
              <a:gd name="connsiteX89" fmla="*/ 449782 w 520666"/>
              <a:gd name="connsiteY89" fmla="*/ 36210 h 520570"/>
              <a:gd name="connsiteX90" fmla="*/ 462795 w 520666"/>
              <a:gd name="connsiteY90" fmla="*/ 49223 h 520570"/>
              <a:gd name="connsiteX91" fmla="*/ 462795 w 520666"/>
              <a:gd name="connsiteY91" fmla="*/ 101274 h 520570"/>
              <a:gd name="connsiteX92" fmla="*/ 451227 w 520666"/>
              <a:gd name="connsiteY92" fmla="*/ 115732 h 520570"/>
              <a:gd name="connsiteX93" fmla="*/ 399177 w 520666"/>
              <a:gd name="connsiteY93" fmla="*/ 115732 h 520570"/>
              <a:gd name="connsiteX94" fmla="*/ 384719 w 520666"/>
              <a:gd name="connsiteY94" fmla="*/ 102719 h 520570"/>
              <a:gd name="connsiteX95" fmla="*/ 397730 w 520666"/>
              <a:gd name="connsiteY95" fmla="*/ 89707 h 520570"/>
              <a:gd name="connsiteX96" fmla="*/ 417973 w 520666"/>
              <a:gd name="connsiteY96" fmla="*/ 89707 h 520570"/>
              <a:gd name="connsiteX97" fmla="*/ 92656 w 520666"/>
              <a:gd name="connsiteY97" fmla="*/ 96936 h 520570"/>
              <a:gd name="connsiteX98" fmla="*/ 39159 w 520666"/>
              <a:gd name="connsiteY98" fmla="*/ 339839 h 520570"/>
              <a:gd name="connsiteX99" fmla="*/ 31929 w 520666"/>
              <a:gd name="connsiteY99" fmla="*/ 357190 h 520570"/>
              <a:gd name="connsiteX100" fmla="*/ 27592 w 520666"/>
              <a:gd name="connsiteY100" fmla="*/ 357190 h 520570"/>
              <a:gd name="connsiteX101" fmla="*/ 14580 w 520666"/>
              <a:gd name="connsiteY101" fmla="*/ 348515 h 520570"/>
              <a:gd name="connsiteX102" fmla="*/ 5905 w 520666"/>
              <a:gd name="connsiteY102" fmla="*/ 206821 h 520570"/>
              <a:gd name="connsiteX103" fmla="*/ 75305 w 520666"/>
              <a:gd name="connsiteY103" fmla="*/ 78140 h 520570"/>
              <a:gd name="connsiteX104" fmla="*/ 253869 w 520666"/>
              <a:gd name="connsiteY104" fmla="*/ 64 h 520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</a:cxnLst>
            <a:rect l="l" t="t" r="r" b="b"/>
            <a:pathLst>
              <a:path w="520666" h="520570">
                <a:moveTo>
                  <a:pt x="260375" y="195254"/>
                </a:moveTo>
                <a:cubicBezTo>
                  <a:pt x="232904" y="195254"/>
                  <a:pt x="208324" y="212604"/>
                  <a:pt x="199649" y="238629"/>
                </a:cubicBezTo>
                <a:cubicBezTo>
                  <a:pt x="193866" y="254534"/>
                  <a:pt x="195312" y="271884"/>
                  <a:pt x="202541" y="287788"/>
                </a:cubicBezTo>
                <a:cubicBezTo>
                  <a:pt x="209770" y="303693"/>
                  <a:pt x="222783" y="315259"/>
                  <a:pt x="238688" y="321042"/>
                </a:cubicBezTo>
                <a:cubicBezTo>
                  <a:pt x="245916" y="323934"/>
                  <a:pt x="253146" y="325380"/>
                  <a:pt x="260375" y="325380"/>
                </a:cubicBezTo>
                <a:cubicBezTo>
                  <a:pt x="287846" y="325380"/>
                  <a:pt x="312426" y="308030"/>
                  <a:pt x="321102" y="282005"/>
                </a:cubicBezTo>
                <a:cubicBezTo>
                  <a:pt x="325439" y="264654"/>
                  <a:pt x="325439" y="247304"/>
                  <a:pt x="318209" y="232845"/>
                </a:cubicBezTo>
                <a:cubicBezTo>
                  <a:pt x="310980" y="216942"/>
                  <a:pt x="297968" y="205374"/>
                  <a:pt x="282063" y="199591"/>
                </a:cubicBezTo>
                <a:cubicBezTo>
                  <a:pt x="274834" y="196699"/>
                  <a:pt x="267605" y="195254"/>
                  <a:pt x="260375" y="195254"/>
                </a:cubicBezTo>
                <a:close/>
                <a:moveTo>
                  <a:pt x="487374" y="163445"/>
                </a:moveTo>
                <a:cubicBezTo>
                  <a:pt x="494604" y="161999"/>
                  <a:pt x="501832" y="164892"/>
                  <a:pt x="504724" y="172120"/>
                </a:cubicBezTo>
                <a:cubicBezTo>
                  <a:pt x="522075" y="218387"/>
                  <a:pt x="524966" y="266101"/>
                  <a:pt x="514845" y="313814"/>
                </a:cubicBezTo>
                <a:cubicBezTo>
                  <a:pt x="503279" y="362973"/>
                  <a:pt x="480144" y="406348"/>
                  <a:pt x="445444" y="442494"/>
                </a:cubicBezTo>
                <a:cubicBezTo>
                  <a:pt x="397730" y="491654"/>
                  <a:pt x="332667" y="520570"/>
                  <a:pt x="263266" y="520570"/>
                </a:cubicBezTo>
                <a:lnTo>
                  <a:pt x="260374" y="520570"/>
                </a:lnTo>
                <a:cubicBezTo>
                  <a:pt x="193866" y="520570"/>
                  <a:pt x="131693" y="495991"/>
                  <a:pt x="83981" y="451169"/>
                </a:cubicBezTo>
                <a:lnTo>
                  <a:pt x="83981" y="471412"/>
                </a:lnTo>
                <a:cubicBezTo>
                  <a:pt x="83981" y="478641"/>
                  <a:pt x="78196" y="484425"/>
                  <a:pt x="70968" y="484425"/>
                </a:cubicBezTo>
                <a:cubicBezTo>
                  <a:pt x="63738" y="484425"/>
                  <a:pt x="57955" y="478641"/>
                  <a:pt x="57955" y="471412"/>
                </a:cubicBezTo>
                <a:lnTo>
                  <a:pt x="57955" y="419361"/>
                </a:lnTo>
                <a:cubicBezTo>
                  <a:pt x="57955" y="413578"/>
                  <a:pt x="62293" y="406348"/>
                  <a:pt x="70968" y="406348"/>
                </a:cubicBezTo>
                <a:lnTo>
                  <a:pt x="123018" y="406348"/>
                </a:lnTo>
                <a:cubicBezTo>
                  <a:pt x="130248" y="406348"/>
                  <a:pt x="136031" y="412132"/>
                  <a:pt x="136031" y="419361"/>
                </a:cubicBezTo>
                <a:cubicBezTo>
                  <a:pt x="136031" y="426590"/>
                  <a:pt x="130248" y="432374"/>
                  <a:pt x="123018" y="432374"/>
                </a:cubicBezTo>
                <a:lnTo>
                  <a:pt x="102777" y="432374"/>
                </a:lnTo>
                <a:cubicBezTo>
                  <a:pt x="146152" y="472858"/>
                  <a:pt x="201094" y="494546"/>
                  <a:pt x="260374" y="494546"/>
                </a:cubicBezTo>
                <a:cubicBezTo>
                  <a:pt x="322547" y="493099"/>
                  <a:pt x="381826" y="468520"/>
                  <a:pt x="425201" y="423698"/>
                </a:cubicBezTo>
                <a:cubicBezTo>
                  <a:pt x="487374" y="358635"/>
                  <a:pt x="509062" y="266101"/>
                  <a:pt x="478699" y="180795"/>
                </a:cubicBezTo>
                <a:cubicBezTo>
                  <a:pt x="477253" y="173566"/>
                  <a:pt x="480144" y="166337"/>
                  <a:pt x="487374" y="163445"/>
                </a:cubicBezTo>
                <a:close/>
                <a:moveTo>
                  <a:pt x="296521" y="99827"/>
                </a:moveTo>
                <a:cubicBezTo>
                  <a:pt x="299413" y="99827"/>
                  <a:pt x="302306" y="101273"/>
                  <a:pt x="305197" y="101273"/>
                </a:cubicBezTo>
                <a:lnTo>
                  <a:pt x="331222" y="109948"/>
                </a:lnTo>
                <a:cubicBezTo>
                  <a:pt x="342788" y="114285"/>
                  <a:pt x="348573" y="125853"/>
                  <a:pt x="347126" y="137419"/>
                </a:cubicBezTo>
                <a:lnTo>
                  <a:pt x="344235" y="157662"/>
                </a:lnTo>
                <a:cubicBezTo>
                  <a:pt x="350018" y="161999"/>
                  <a:pt x="354356" y="166337"/>
                  <a:pt x="358693" y="170675"/>
                </a:cubicBezTo>
                <a:lnTo>
                  <a:pt x="377489" y="164890"/>
                </a:lnTo>
                <a:lnTo>
                  <a:pt x="383272" y="164890"/>
                </a:lnTo>
                <a:cubicBezTo>
                  <a:pt x="391948" y="164890"/>
                  <a:pt x="400623" y="170675"/>
                  <a:pt x="404961" y="179349"/>
                </a:cubicBezTo>
                <a:lnTo>
                  <a:pt x="417973" y="205374"/>
                </a:lnTo>
                <a:cubicBezTo>
                  <a:pt x="422311" y="216942"/>
                  <a:pt x="417973" y="228508"/>
                  <a:pt x="409298" y="235738"/>
                </a:cubicBezTo>
                <a:lnTo>
                  <a:pt x="391948" y="247304"/>
                </a:lnTo>
                <a:lnTo>
                  <a:pt x="391948" y="266100"/>
                </a:lnTo>
                <a:lnTo>
                  <a:pt x="409298" y="276222"/>
                </a:lnTo>
                <a:cubicBezTo>
                  <a:pt x="419419" y="282005"/>
                  <a:pt x="423756" y="293571"/>
                  <a:pt x="419419" y="305138"/>
                </a:cubicBezTo>
                <a:lnTo>
                  <a:pt x="407853" y="331164"/>
                </a:lnTo>
                <a:cubicBezTo>
                  <a:pt x="404961" y="341285"/>
                  <a:pt x="396285" y="347068"/>
                  <a:pt x="386165" y="347068"/>
                </a:cubicBezTo>
                <a:lnTo>
                  <a:pt x="381827" y="347068"/>
                </a:lnTo>
                <a:lnTo>
                  <a:pt x="363031" y="345622"/>
                </a:lnTo>
                <a:cubicBezTo>
                  <a:pt x="358693" y="349960"/>
                  <a:pt x="354356" y="355743"/>
                  <a:pt x="350018" y="360081"/>
                </a:cubicBezTo>
                <a:lnTo>
                  <a:pt x="354356" y="378877"/>
                </a:lnTo>
                <a:cubicBezTo>
                  <a:pt x="357248" y="388997"/>
                  <a:pt x="351464" y="402010"/>
                  <a:pt x="341343" y="406348"/>
                </a:cubicBezTo>
                <a:lnTo>
                  <a:pt x="315317" y="417915"/>
                </a:lnTo>
                <a:cubicBezTo>
                  <a:pt x="312426" y="419361"/>
                  <a:pt x="309534" y="419361"/>
                  <a:pt x="305197" y="419361"/>
                </a:cubicBezTo>
                <a:cubicBezTo>
                  <a:pt x="296521" y="419361"/>
                  <a:pt x="289293" y="416469"/>
                  <a:pt x="284955" y="409240"/>
                </a:cubicBezTo>
                <a:lnTo>
                  <a:pt x="273388" y="391890"/>
                </a:lnTo>
                <a:lnTo>
                  <a:pt x="254592" y="391890"/>
                </a:lnTo>
                <a:lnTo>
                  <a:pt x="244471" y="409240"/>
                </a:lnTo>
                <a:cubicBezTo>
                  <a:pt x="240133" y="416469"/>
                  <a:pt x="232904" y="420806"/>
                  <a:pt x="224228" y="420806"/>
                </a:cubicBezTo>
                <a:cubicBezTo>
                  <a:pt x="221337" y="420806"/>
                  <a:pt x="218445" y="419361"/>
                  <a:pt x="215554" y="419361"/>
                </a:cubicBezTo>
                <a:lnTo>
                  <a:pt x="189528" y="410685"/>
                </a:lnTo>
                <a:cubicBezTo>
                  <a:pt x="177961" y="406348"/>
                  <a:pt x="172178" y="394782"/>
                  <a:pt x="173623" y="383214"/>
                </a:cubicBezTo>
                <a:lnTo>
                  <a:pt x="177961" y="364418"/>
                </a:lnTo>
                <a:cubicBezTo>
                  <a:pt x="172178" y="360081"/>
                  <a:pt x="167840" y="355743"/>
                  <a:pt x="163503" y="351405"/>
                </a:cubicBezTo>
                <a:lnTo>
                  <a:pt x="143261" y="355743"/>
                </a:lnTo>
                <a:lnTo>
                  <a:pt x="137477" y="355743"/>
                </a:lnTo>
                <a:cubicBezTo>
                  <a:pt x="128803" y="355743"/>
                  <a:pt x="120128" y="349960"/>
                  <a:pt x="115790" y="341285"/>
                </a:cubicBezTo>
                <a:lnTo>
                  <a:pt x="102777" y="316706"/>
                </a:lnTo>
                <a:cubicBezTo>
                  <a:pt x="98439" y="305138"/>
                  <a:pt x="102777" y="293571"/>
                  <a:pt x="111452" y="286342"/>
                </a:cubicBezTo>
                <a:lnTo>
                  <a:pt x="128803" y="274775"/>
                </a:lnTo>
                <a:lnTo>
                  <a:pt x="128803" y="255979"/>
                </a:lnTo>
                <a:lnTo>
                  <a:pt x="111452" y="245858"/>
                </a:lnTo>
                <a:cubicBezTo>
                  <a:pt x="101332" y="240075"/>
                  <a:pt x="96994" y="228508"/>
                  <a:pt x="101332" y="216942"/>
                </a:cubicBezTo>
                <a:lnTo>
                  <a:pt x="111452" y="188024"/>
                </a:lnTo>
                <a:cubicBezTo>
                  <a:pt x="114343" y="179349"/>
                  <a:pt x="123019" y="173565"/>
                  <a:pt x="133141" y="173565"/>
                </a:cubicBezTo>
                <a:lnTo>
                  <a:pt x="137477" y="173565"/>
                </a:lnTo>
                <a:lnTo>
                  <a:pt x="157720" y="177903"/>
                </a:lnTo>
                <a:cubicBezTo>
                  <a:pt x="162057" y="172120"/>
                  <a:pt x="166395" y="167782"/>
                  <a:pt x="170732" y="163445"/>
                </a:cubicBezTo>
                <a:lnTo>
                  <a:pt x="166395" y="143203"/>
                </a:lnTo>
                <a:cubicBezTo>
                  <a:pt x="163503" y="133081"/>
                  <a:pt x="169286" y="120069"/>
                  <a:pt x="179408" y="115731"/>
                </a:cubicBezTo>
                <a:lnTo>
                  <a:pt x="203987" y="102719"/>
                </a:lnTo>
                <a:cubicBezTo>
                  <a:pt x="206879" y="101273"/>
                  <a:pt x="209770" y="101273"/>
                  <a:pt x="214108" y="101273"/>
                </a:cubicBezTo>
                <a:cubicBezTo>
                  <a:pt x="222783" y="101273"/>
                  <a:pt x="230013" y="105610"/>
                  <a:pt x="234350" y="111395"/>
                </a:cubicBezTo>
                <a:lnTo>
                  <a:pt x="245916" y="128744"/>
                </a:lnTo>
                <a:lnTo>
                  <a:pt x="266159" y="128744"/>
                </a:lnTo>
                <a:lnTo>
                  <a:pt x="276280" y="111395"/>
                </a:lnTo>
                <a:cubicBezTo>
                  <a:pt x="280617" y="104165"/>
                  <a:pt x="287846" y="99827"/>
                  <a:pt x="296521" y="99827"/>
                </a:cubicBezTo>
                <a:close/>
                <a:moveTo>
                  <a:pt x="253869" y="64"/>
                </a:moveTo>
                <a:cubicBezTo>
                  <a:pt x="319294" y="-1382"/>
                  <a:pt x="385442" y="21752"/>
                  <a:pt x="436769" y="69465"/>
                </a:cubicBezTo>
                <a:lnTo>
                  <a:pt x="436769" y="49223"/>
                </a:lnTo>
                <a:cubicBezTo>
                  <a:pt x="436769" y="41994"/>
                  <a:pt x="442552" y="36210"/>
                  <a:pt x="449782" y="36210"/>
                </a:cubicBezTo>
                <a:cubicBezTo>
                  <a:pt x="457010" y="36210"/>
                  <a:pt x="462795" y="41994"/>
                  <a:pt x="462795" y="49223"/>
                </a:cubicBezTo>
                <a:lnTo>
                  <a:pt x="462795" y="101274"/>
                </a:lnTo>
                <a:cubicBezTo>
                  <a:pt x="462795" y="108503"/>
                  <a:pt x="457010" y="114287"/>
                  <a:pt x="451227" y="115732"/>
                </a:cubicBezTo>
                <a:lnTo>
                  <a:pt x="399177" y="115732"/>
                </a:lnTo>
                <a:cubicBezTo>
                  <a:pt x="390502" y="115732"/>
                  <a:pt x="384719" y="109949"/>
                  <a:pt x="384719" y="102719"/>
                </a:cubicBezTo>
                <a:cubicBezTo>
                  <a:pt x="384719" y="95490"/>
                  <a:pt x="390502" y="89707"/>
                  <a:pt x="397730" y="89707"/>
                </a:cubicBezTo>
                <a:lnTo>
                  <a:pt x="417973" y="89707"/>
                </a:lnTo>
                <a:cubicBezTo>
                  <a:pt x="325439" y="2955"/>
                  <a:pt x="180853" y="7293"/>
                  <a:pt x="92656" y="96936"/>
                </a:cubicBezTo>
                <a:cubicBezTo>
                  <a:pt x="30484" y="161999"/>
                  <a:pt x="8796" y="254534"/>
                  <a:pt x="39159" y="339839"/>
                </a:cubicBezTo>
                <a:cubicBezTo>
                  <a:pt x="42051" y="347069"/>
                  <a:pt x="39159" y="354298"/>
                  <a:pt x="31929" y="357190"/>
                </a:cubicBezTo>
                <a:lnTo>
                  <a:pt x="27592" y="357190"/>
                </a:lnTo>
                <a:cubicBezTo>
                  <a:pt x="21808" y="357190"/>
                  <a:pt x="16025" y="354298"/>
                  <a:pt x="14580" y="348515"/>
                </a:cubicBezTo>
                <a:cubicBezTo>
                  <a:pt x="-1326" y="303693"/>
                  <a:pt x="-4218" y="254534"/>
                  <a:pt x="5905" y="206821"/>
                </a:cubicBezTo>
                <a:cubicBezTo>
                  <a:pt x="16025" y="159107"/>
                  <a:pt x="39159" y="114287"/>
                  <a:pt x="75305" y="78140"/>
                </a:cubicBezTo>
                <a:cubicBezTo>
                  <a:pt x="123742" y="27535"/>
                  <a:pt x="188444" y="1510"/>
                  <a:pt x="253869" y="64"/>
                </a:cubicBezTo>
                <a:close/>
              </a:path>
            </a:pathLst>
          </a:custGeom>
          <a:solidFill>
            <a:schemeClr val="bg1"/>
          </a:solidFill>
          <a:ln w="40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200"/>
          </a:p>
        </p:txBody>
      </p:sp>
      <p:sp>
        <p:nvSpPr>
          <p:cNvPr id="147" name="图形 145"/>
          <p:cNvSpPr/>
          <p:nvPr/>
        </p:nvSpPr>
        <p:spPr>
          <a:xfrm>
            <a:off x="8030215" y="4014021"/>
            <a:ext cx="476958" cy="435224"/>
          </a:xfrm>
          <a:custGeom>
            <a:avLst/>
            <a:gdLst>
              <a:gd name="connsiteX0" fmla="*/ 84846 w 329563"/>
              <a:gd name="connsiteY0" fmla="*/ 76772 h 300726"/>
              <a:gd name="connsiteX1" fmla="*/ 165074 w 329563"/>
              <a:gd name="connsiteY1" fmla="*/ 130157 h 300726"/>
              <a:gd name="connsiteX2" fmla="*/ 251354 w 329563"/>
              <a:gd name="connsiteY2" fmla="*/ 76772 h 300726"/>
              <a:gd name="connsiteX3" fmla="*/ 329563 w 329563"/>
              <a:gd name="connsiteY3" fmla="*/ 62839 h 300726"/>
              <a:gd name="connsiteX4" fmla="*/ 329563 w 329563"/>
              <a:gd name="connsiteY4" fmla="*/ 249133 h 300726"/>
              <a:gd name="connsiteX5" fmla="*/ 251354 w 329563"/>
              <a:gd name="connsiteY5" fmla="*/ 262773 h 300726"/>
              <a:gd name="connsiteX6" fmla="*/ 165074 w 329563"/>
              <a:gd name="connsiteY6" fmla="*/ 300726 h 300726"/>
              <a:gd name="connsiteX7" fmla="*/ 84846 w 329563"/>
              <a:gd name="connsiteY7" fmla="*/ 262773 h 300726"/>
              <a:gd name="connsiteX8" fmla="*/ 0 w 329563"/>
              <a:gd name="connsiteY8" fmla="*/ 249133 h 300726"/>
              <a:gd name="connsiteX9" fmla="*/ 0 w 329563"/>
              <a:gd name="connsiteY9" fmla="*/ 62839 h 300726"/>
              <a:gd name="connsiteX10" fmla="*/ 84846 w 329563"/>
              <a:gd name="connsiteY10" fmla="*/ 76772 h 300726"/>
              <a:gd name="connsiteX11" fmla="*/ 32207 w 329563"/>
              <a:gd name="connsiteY11" fmla="*/ 18056 h 300726"/>
              <a:gd name="connsiteX12" fmla="*/ 109127 w 329563"/>
              <a:gd name="connsiteY12" fmla="*/ 55486 h 300726"/>
              <a:gd name="connsiteX13" fmla="*/ 164782 w 329563"/>
              <a:gd name="connsiteY13" fmla="*/ 124138 h 300726"/>
              <a:gd name="connsiteX14" fmla="*/ 106086 w 329563"/>
              <a:gd name="connsiteY14" fmla="*/ 71095 h 300726"/>
              <a:gd name="connsiteX15" fmla="*/ 32207 w 329563"/>
              <a:gd name="connsiteY15" fmla="*/ 46823 h 300726"/>
              <a:gd name="connsiteX16" fmla="*/ 297435 w 329563"/>
              <a:gd name="connsiteY16" fmla="*/ 18056 h 300726"/>
              <a:gd name="connsiteX17" fmla="*/ 297435 w 329563"/>
              <a:gd name="connsiteY17" fmla="*/ 46823 h 300726"/>
              <a:gd name="connsiteX18" fmla="*/ 223555 w 329563"/>
              <a:gd name="connsiteY18" fmla="*/ 71095 h 300726"/>
              <a:gd name="connsiteX19" fmla="*/ 164860 w 329563"/>
              <a:gd name="connsiteY19" fmla="*/ 124138 h 300726"/>
              <a:gd name="connsiteX20" fmla="*/ 220515 w 329563"/>
              <a:gd name="connsiteY20" fmla="*/ 55486 h 300726"/>
              <a:gd name="connsiteX21" fmla="*/ 297435 w 329563"/>
              <a:gd name="connsiteY21" fmla="*/ 18056 h 300726"/>
              <a:gd name="connsiteX22" fmla="*/ 71717 w 329563"/>
              <a:gd name="connsiteY22" fmla="*/ 0 h 300726"/>
              <a:gd name="connsiteX23" fmla="*/ 122618 w 329563"/>
              <a:gd name="connsiteY23" fmla="*/ 38633 h 300726"/>
              <a:gd name="connsiteX24" fmla="*/ 164782 w 329563"/>
              <a:gd name="connsiteY24" fmla="*/ 119409 h 300726"/>
              <a:gd name="connsiteX25" fmla="*/ 116126 w 329563"/>
              <a:gd name="connsiteY25" fmla="*/ 53875 h 300726"/>
              <a:gd name="connsiteX26" fmla="*/ 71717 w 329563"/>
              <a:gd name="connsiteY26" fmla="*/ 19786 h 300726"/>
              <a:gd name="connsiteX27" fmla="*/ 71717 w 329563"/>
              <a:gd name="connsiteY27" fmla="*/ 0 h 300726"/>
              <a:gd name="connsiteX28" fmla="*/ 257933 w 329563"/>
              <a:gd name="connsiteY28" fmla="*/ 0 h 300726"/>
              <a:gd name="connsiteX29" fmla="*/ 257933 w 329563"/>
              <a:gd name="connsiteY29" fmla="*/ 19786 h 300726"/>
              <a:gd name="connsiteX30" fmla="*/ 213524 w 329563"/>
              <a:gd name="connsiteY30" fmla="*/ 53875 h 300726"/>
              <a:gd name="connsiteX31" fmla="*/ 164868 w 329563"/>
              <a:gd name="connsiteY31" fmla="*/ 119409 h 300726"/>
              <a:gd name="connsiteX32" fmla="*/ 207032 w 329563"/>
              <a:gd name="connsiteY32" fmla="*/ 38633 h 300726"/>
              <a:gd name="connsiteX33" fmla="*/ 257933 w 329563"/>
              <a:gd name="connsiteY33" fmla="*/ 0 h 3007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29563" h="300726">
                <a:moveTo>
                  <a:pt x="84846" y="76772"/>
                </a:moveTo>
                <a:cubicBezTo>
                  <a:pt x="115458" y="89254"/>
                  <a:pt x="142202" y="107050"/>
                  <a:pt x="165074" y="130157"/>
                </a:cubicBezTo>
                <a:cubicBezTo>
                  <a:pt x="202966" y="102597"/>
                  <a:pt x="231724" y="84805"/>
                  <a:pt x="251354" y="76772"/>
                </a:cubicBezTo>
                <a:cubicBezTo>
                  <a:pt x="270983" y="68739"/>
                  <a:pt x="297052" y="64100"/>
                  <a:pt x="329563" y="62839"/>
                </a:cubicBezTo>
                <a:lnTo>
                  <a:pt x="329563" y="249133"/>
                </a:lnTo>
                <a:cubicBezTo>
                  <a:pt x="298205" y="251708"/>
                  <a:pt x="272137" y="256256"/>
                  <a:pt x="251354" y="262773"/>
                </a:cubicBezTo>
                <a:cubicBezTo>
                  <a:pt x="230571" y="269290"/>
                  <a:pt x="201812" y="281941"/>
                  <a:pt x="165074" y="300726"/>
                </a:cubicBezTo>
                <a:cubicBezTo>
                  <a:pt x="137749" y="283602"/>
                  <a:pt x="111005" y="270950"/>
                  <a:pt x="84846" y="262773"/>
                </a:cubicBezTo>
                <a:cubicBezTo>
                  <a:pt x="58687" y="254596"/>
                  <a:pt x="30406" y="250052"/>
                  <a:pt x="0" y="249133"/>
                </a:cubicBezTo>
                <a:lnTo>
                  <a:pt x="0" y="62839"/>
                </a:lnTo>
                <a:cubicBezTo>
                  <a:pt x="25953" y="59647"/>
                  <a:pt x="54234" y="64290"/>
                  <a:pt x="84846" y="76772"/>
                </a:cubicBezTo>
                <a:close/>
                <a:moveTo>
                  <a:pt x="32207" y="18056"/>
                </a:moveTo>
                <a:cubicBezTo>
                  <a:pt x="60631" y="25858"/>
                  <a:pt x="86276" y="38336"/>
                  <a:pt x="109127" y="55486"/>
                </a:cubicBezTo>
                <a:cubicBezTo>
                  <a:pt x="131978" y="72636"/>
                  <a:pt x="150528" y="95520"/>
                  <a:pt x="164782" y="124138"/>
                </a:cubicBezTo>
                <a:cubicBezTo>
                  <a:pt x="144159" y="97608"/>
                  <a:pt x="124591" y="79927"/>
                  <a:pt x="106086" y="71095"/>
                </a:cubicBezTo>
                <a:cubicBezTo>
                  <a:pt x="87577" y="62267"/>
                  <a:pt x="62955" y="54176"/>
                  <a:pt x="32207" y="46823"/>
                </a:cubicBezTo>
                <a:close/>
                <a:moveTo>
                  <a:pt x="297435" y="18056"/>
                </a:moveTo>
                <a:lnTo>
                  <a:pt x="297435" y="46823"/>
                </a:lnTo>
                <a:cubicBezTo>
                  <a:pt x="266687" y="54176"/>
                  <a:pt x="242060" y="62267"/>
                  <a:pt x="223555" y="71095"/>
                </a:cubicBezTo>
                <a:cubicBezTo>
                  <a:pt x="205046" y="79927"/>
                  <a:pt x="185482" y="97608"/>
                  <a:pt x="164860" y="124138"/>
                </a:cubicBezTo>
                <a:cubicBezTo>
                  <a:pt x="179109" y="95520"/>
                  <a:pt x="197660" y="72636"/>
                  <a:pt x="220515" y="55486"/>
                </a:cubicBezTo>
                <a:cubicBezTo>
                  <a:pt x="243366" y="38336"/>
                  <a:pt x="269006" y="25858"/>
                  <a:pt x="297435" y="18056"/>
                </a:cubicBezTo>
                <a:close/>
                <a:moveTo>
                  <a:pt x="71717" y="0"/>
                </a:moveTo>
                <a:cubicBezTo>
                  <a:pt x="91499" y="7798"/>
                  <a:pt x="108463" y="20676"/>
                  <a:pt x="122618" y="38633"/>
                </a:cubicBezTo>
                <a:cubicBezTo>
                  <a:pt x="136773" y="56590"/>
                  <a:pt x="150825" y="83515"/>
                  <a:pt x="164782" y="119409"/>
                </a:cubicBezTo>
                <a:cubicBezTo>
                  <a:pt x="148790" y="89427"/>
                  <a:pt x="132571" y="67585"/>
                  <a:pt x="116126" y="53875"/>
                </a:cubicBezTo>
                <a:cubicBezTo>
                  <a:pt x="99676" y="40170"/>
                  <a:pt x="84875" y="28808"/>
                  <a:pt x="71717" y="19786"/>
                </a:cubicBezTo>
                <a:lnTo>
                  <a:pt x="71717" y="0"/>
                </a:lnTo>
                <a:close/>
                <a:moveTo>
                  <a:pt x="257933" y="0"/>
                </a:moveTo>
                <a:lnTo>
                  <a:pt x="257933" y="19786"/>
                </a:lnTo>
                <a:cubicBezTo>
                  <a:pt x="244775" y="28808"/>
                  <a:pt x="229973" y="40170"/>
                  <a:pt x="213524" y="53875"/>
                </a:cubicBezTo>
                <a:cubicBezTo>
                  <a:pt x="197079" y="67581"/>
                  <a:pt x="180856" y="89427"/>
                  <a:pt x="164868" y="119409"/>
                </a:cubicBezTo>
                <a:cubicBezTo>
                  <a:pt x="178825" y="83515"/>
                  <a:pt x="192881" y="56586"/>
                  <a:pt x="207032" y="38633"/>
                </a:cubicBezTo>
                <a:cubicBezTo>
                  <a:pt x="221186" y="20676"/>
                  <a:pt x="238151" y="7798"/>
                  <a:pt x="257933" y="0"/>
                </a:cubicBezTo>
                <a:close/>
              </a:path>
            </a:pathLst>
          </a:custGeom>
          <a:solidFill>
            <a:schemeClr val="bg1"/>
          </a:solidFill>
          <a:ln w="40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200"/>
          </a:p>
        </p:txBody>
      </p:sp>
      <p:sp>
        <p:nvSpPr>
          <p:cNvPr id="85" name="textbox 3970"/>
          <p:cNvSpPr/>
          <p:nvPr/>
        </p:nvSpPr>
        <p:spPr>
          <a:xfrm>
            <a:off x="662940" y="174625"/>
            <a:ext cx="6528435" cy="5238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lnSpc>
                <a:spcPct val="114000"/>
              </a:lnSpc>
              <a:defRPr/>
            </a:pPr>
            <a:r>
              <a:rPr lang="en-US" altLang="zh-CN" sz="27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OPPOSans R" charset="0"/>
              </a:rPr>
              <a:t>W</a:t>
            </a:r>
            <a:r>
              <a:rPr lang="en-US" altLang="en-US" sz="27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OPPOSans R" charset="0"/>
              </a:rPr>
              <a:t>À</a:t>
            </a:r>
            <a:r>
              <a:rPr lang="zh-CN" altLang="en-US" sz="27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OPPOSans R" charset="0"/>
              </a:rPr>
              <a:t>商机系统的获客模式</a:t>
            </a:r>
            <a:endParaRPr sz="2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20" name="矩形 319"/>
          <p:cNvSpPr>
            <a:spLocks noChangeArrowheads="1"/>
          </p:cNvSpPr>
          <p:nvPr/>
        </p:nvSpPr>
        <p:spPr bwMode="auto">
          <a:xfrm>
            <a:off x="0" y="174625"/>
            <a:ext cx="376555" cy="5238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1905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+mn-lt"/>
            </a:endParaRPr>
          </a:p>
        </p:txBody>
      </p:sp>
      <p:sp>
        <p:nvSpPr>
          <p:cNvPr id="321" name="矩形 320"/>
          <p:cNvSpPr>
            <a:spLocks noChangeArrowheads="1"/>
          </p:cNvSpPr>
          <p:nvPr/>
        </p:nvSpPr>
        <p:spPr bwMode="auto">
          <a:xfrm>
            <a:off x="408940" y="174625"/>
            <a:ext cx="140970" cy="5238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1905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+mn-lt"/>
            </a:endParaRPr>
          </a:p>
        </p:txBody>
      </p:sp>
      <p:sp>
        <p:nvSpPr>
          <p:cNvPr id="322" name="文本框 321"/>
          <p:cNvSpPr txBox="1"/>
          <p:nvPr/>
        </p:nvSpPr>
        <p:spPr>
          <a:xfrm>
            <a:off x="549910" y="935355"/>
            <a:ext cx="10831195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200000"/>
              </a:lnSpc>
            </a:pPr>
            <a:r>
              <a:rPr lang="zh-CN" altLang="en-US" sz="1600"/>
              <a:t>卖家提供推广素材，平台精准创建广告计划，投放到</a:t>
            </a:r>
            <a:r>
              <a:rPr lang="en-US" altLang="zh-CN" sz="1600"/>
              <a:t> Google/Meta </a:t>
            </a:r>
            <a:r>
              <a:rPr lang="zh-CN" altLang="en-US" sz="1600"/>
              <a:t>平台，</a:t>
            </a:r>
            <a:r>
              <a:rPr lang="en-US" altLang="zh-CN" sz="1600">
                <a:sym typeface="+mn-ea"/>
              </a:rPr>
              <a:t>AI </a:t>
            </a:r>
            <a:r>
              <a:rPr lang="zh-CN" altLang="en-US" sz="1600">
                <a:sym typeface="+mn-ea"/>
              </a:rPr>
              <a:t>会优化数据，优先展示给高意向客户，</a:t>
            </a:r>
            <a:r>
              <a:rPr lang="zh-CN" altLang="en-US" sz="1600"/>
              <a:t>快速获取买家留资商机，实现当日投放当日获客！</a:t>
            </a:r>
            <a:endParaRPr lang="zh-CN" altLang="en-US" sz="1600"/>
          </a:p>
        </p:txBody>
      </p:sp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" name="矩形: 圆角 1"/>
          <p:cNvSpPr/>
          <p:nvPr/>
        </p:nvSpPr>
        <p:spPr>
          <a:xfrm>
            <a:off x="5715" y="1001395"/>
            <a:ext cx="5591810" cy="4227195"/>
          </a:xfrm>
          <a:prstGeom prst="roundRect">
            <a:avLst>
              <a:gd name="adj" fmla="val 0"/>
            </a:avLst>
          </a:prstGeom>
          <a:gradFill>
            <a:gsLst>
              <a:gs pos="78000">
                <a:srgbClr val="006EFF">
                  <a:lumMod val="20000"/>
                  <a:lumOff val="80000"/>
                  <a:alpha val="70000"/>
                </a:srgbClr>
              </a:gs>
              <a:gs pos="15000">
                <a:srgbClr val="006EFF">
                  <a:lumMod val="20000"/>
                  <a:lumOff val="80000"/>
                  <a:alpha val="0"/>
                </a:srgbClr>
              </a:gs>
            </a:gsLst>
            <a:lin ang="10800000" scaled="0"/>
          </a:gradFill>
          <a:ln>
            <a:noFill/>
          </a:ln>
        </p:spPr>
        <p:style>
          <a:lnRef idx="2">
            <a:srgbClr val="006EFF">
              <a:shade val="50000"/>
            </a:srgbClr>
          </a:lnRef>
          <a:fillRef idx="1">
            <a:srgbClr val="006EFF"/>
          </a:fillRef>
          <a:effectRef idx="0">
            <a:srgbClr val="006EFF"/>
          </a:effectRef>
          <a:fontRef idx="minor">
            <a:srgbClr val="FFFFFF"/>
          </a:fontRef>
        </p:style>
        <p:txBody>
          <a:bodyPr rot="0" spcFirstLastPara="0" vertOverflow="overflow" horzOverflow="overflow" vert="horz" wrap="square" lIns="60904" tIns="30452" rIns="60904" bIns="30452" numCol="1" spcCol="0" rtlCol="0" fromWordArt="0" anchor="ctr" anchorCtr="0" forceAA="0" compatLnSpc="1">
            <a:noAutofit/>
          </a:bodyPr>
          <a:lstStyle/>
          <a:p>
            <a:pPr lvl="0" algn="ctr" defTabSz="608965">
              <a:buClrTx/>
              <a:buSzTx/>
              <a:buFontTx/>
            </a:pPr>
            <a:endParaRPr lang="zh-CN" altLang="en-US" sz="160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5" name="矩形: 圆角 2"/>
          <p:cNvSpPr/>
          <p:nvPr/>
        </p:nvSpPr>
        <p:spPr>
          <a:xfrm>
            <a:off x="6595110" y="1001395"/>
            <a:ext cx="5563235" cy="4227195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006EFF">
                  <a:lumMod val="20000"/>
                  <a:lumOff val="80000"/>
                  <a:alpha val="70000"/>
                </a:srgbClr>
              </a:gs>
              <a:gs pos="100000">
                <a:srgbClr val="006EFF">
                  <a:lumMod val="20000"/>
                  <a:lumOff val="80000"/>
                  <a:alpha val="0"/>
                </a:srgbClr>
              </a:gs>
            </a:gsLst>
            <a:lin ang="10800000" scaled="0"/>
          </a:gradFill>
          <a:ln>
            <a:noFill/>
          </a:ln>
        </p:spPr>
        <p:style>
          <a:lnRef idx="2">
            <a:srgbClr val="006EFF">
              <a:shade val="50000"/>
            </a:srgbClr>
          </a:lnRef>
          <a:fillRef idx="1">
            <a:srgbClr val="006EFF"/>
          </a:fillRef>
          <a:effectRef idx="0">
            <a:srgbClr val="006EFF"/>
          </a:effectRef>
          <a:fontRef idx="minor">
            <a:srgbClr val="FFFFFF"/>
          </a:fontRef>
        </p:style>
        <p:txBody>
          <a:bodyPr rot="0" spcFirstLastPara="0" vertOverflow="overflow" horzOverflow="overflow" vert="horz" wrap="square" lIns="60904" tIns="30452" rIns="60904" bIns="30452" numCol="1" spcCol="0" rtlCol="0" fromWordArt="0" anchor="ctr" anchorCtr="0" forceAA="0" compatLnSpc="1">
            <a:noAutofit/>
          </a:bodyPr>
          <a:lstStyle/>
          <a:p>
            <a:pPr lvl="0" algn="ctr" defTabSz="608965">
              <a:buClrTx/>
              <a:buSzTx/>
              <a:buFontTx/>
            </a:pPr>
            <a:endParaRPr lang="zh-CN" altLang="en-US" sz="160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6" name="矩形: 圆角 4"/>
          <p:cNvSpPr/>
          <p:nvPr/>
        </p:nvSpPr>
        <p:spPr>
          <a:xfrm>
            <a:off x="745508" y="911185"/>
            <a:ext cx="1907366" cy="99347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006EFF">
                  <a:alpha val="0"/>
                </a:srgbClr>
              </a:gs>
              <a:gs pos="87000">
                <a:srgbClr val="006EFF">
                  <a:alpha val="6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rgbClr val="006EFF">
              <a:shade val="50000"/>
            </a:srgbClr>
          </a:lnRef>
          <a:fillRef idx="1">
            <a:srgbClr val="006EFF"/>
          </a:fillRef>
          <a:effectRef idx="0">
            <a:srgbClr val="006EFF"/>
          </a:effectRef>
          <a:fontRef idx="minor">
            <a:srgbClr val="FFFFFF"/>
          </a:fontRef>
        </p:style>
        <p:txBody>
          <a:bodyPr rot="0" spcFirstLastPara="0" vertOverflow="overflow" horzOverflow="overflow" vert="horz" wrap="square" lIns="60904" tIns="30452" rIns="60904" bIns="30452" numCol="1" spcCol="0" rtlCol="0" fromWordArt="0" anchor="ctr" anchorCtr="0" forceAA="0" compatLnSpc="1">
            <a:noAutofit/>
          </a:bodyPr>
          <a:lstStyle/>
          <a:p>
            <a:pPr algn="ctr" defTabSz="608965"/>
            <a:endParaRPr lang="zh-CN" altLang="en-US" sz="160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矩形: 圆角 5"/>
          <p:cNvSpPr/>
          <p:nvPr/>
        </p:nvSpPr>
        <p:spPr>
          <a:xfrm>
            <a:off x="1014740" y="627216"/>
            <a:ext cx="2306586" cy="184489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11000">
                <a:srgbClr val="006EFF">
                  <a:alpha val="0"/>
                </a:srgbClr>
              </a:gs>
              <a:gs pos="87000">
                <a:srgbClr val="006EFF">
                  <a:alpha val="26000"/>
                </a:srgbClr>
              </a:gs>
            </a:gsLst>
            <a:lin ang="0" scaled="1"/>
            <a:tileRect/>
          </a:gradFill>
          <a:ln>
            <a:noFill/>
          </a:ln>
          <a:effectLst>
            <a:softEdge rad="76200"/>
          </a:effectLst>
        </p:spPr>
        <p:style>
          <a:lnRef idx="2">
            <a:srgbClr val="006EFF">
              <a:shade val="50000"/>
            </a:srgbClr>
          </a:lnRef>
          <a:fillRef idx="1">
            <a:srgbClr val="006EFF"/>
          </a:fillRef>
          <a:effectRef idx="0">
            <a:srgbClr val="006EFF"/>
          </a:effectRef>
          <a:fontRef idx="minor">
            <a:srgbClr val="FFFFFF"/>
          </a:fontRef>
        </p:style>
        <p:txBody>
          <a:bodyPr rot="0" spcFirstLastPara="0" vertOverflow="overflow" horzOverflow="overflow" vert="horz" wrap="square" lIns="60904" tIns="30452" rIns="60904" bIns="30452" numCol="1" spcCol="0" rtlCol="0" fromWordArt="0" anchor="ctr" anchorCtr="0" forceAA="0" compatLnSpc="1">
            <a:noAutofit/>
          </a:bodyPr>
          <a:lstStyle/>
          <a:p>
            <a:pPr algn="ctr" defTabSz="608965"/>
            <a:endParaRPr lang="zh-CN" altLang="en-US" sz="160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矩形: 圆角 6"/>
          <p:cNvSpPr/>
          <p:nvPr/>
        </p:nvSpPr>
        <p:spPr>
          <a:xfrm>
            <a:off x="2316781" y="957123"/>
            <a:ext cx="1663879" cy="37225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006EFF">
                  <a:alpha val="0"/>
                </a:srgbClr>
              </a:gs>
              <a:gs pos="87000">
                <a:srgbClr val="006EFF">
                  <a:alpha val="6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rgbClr val="006EFF">
              <a:shade val="50000"/>
            </a:srgbClr>
          </a:lnRef>
          <a:fillRef idx="1">
            <a:srgbClr val="006EFF"/>
          </a:fillRef>
          <a:effectRef idx="0">
            <a:srgbClr val="006EFF"/>
          </a:effectRef>
          <a:fontRef idx="minor">
            <a:srgbClr val="FFFFFF"/>
          </a:fontRef>
        </p:style>
        <p:txBody>
          <a:bodyPr rot="0" spcFirstLastPara="0" vertOverflow="overflow" horzOverflow="overflow" vert="horz" wrap="square" lIns="60904" tIns="30452" rIns="60904" bIns="30452" numCol="1" spcCol="0" rtlCol="0" fromWordArt="0" anchor="ctr" anchorCtr="0" forceAA="0" compatLnSpc="1">
            <a:noAutofit/>
          </a:bodyPr>
          <a:lstStyle/>
          <a:p>
            <a:pPr algn="ctr" defTabSz="608965"/>
            <a:endParaRPr lang="zh-CN" altLang="en-US" sz="160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矩形: 圆角 13"/>
          <p:cNvSpPr/>
          <p:nvPr/>
        </p:nvSpPr>
        <p:spPr>
          <a:xfrm flipH="1">
            <a:off x="9630862" y="786797"/>
            <a:ext cx="2024709" cy="82105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006EFF">
                  <a:alpha val="0"/>
                </a:srgbClr>
              </a:gs>
              <a:gs pos="87000">
                <a:srgbClr val="006EFF">
                  <a:alpha val="6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rgbClr val="006EFF">
              <a:shade val="50000"/>
            </a:srgbClr>
          </a:lnRef>
          <a:fillRef idx="1">
            <a:srgbClr val="006EFF"/>
          </a:fillRef>
          <a:effectRef idx="0">
            <a:srgbClr val="006EFF"/>
          </a:effectRef>
          <a:fontRef idx="minor">
            <a:srgbClr val="FFFFFF"/>
          </a:fontRef>
        </p:style>
        <p:txBody>
          <a:bodyPr rot="0" spcFirstLastPara="0" vertOverflow="overflow" horzOverflow="overflow" vert="horz" wrap="square" lIns="60904" tIns="30452" rIns="60904" bIns="30452" numCol="1" spcCol="0" rtlCol="0" fromWordArt="0" anchor="ctr" anchorCtr="0" forceAA="0" compatLnSpc="1">
            <a:noAutofit/>
          </a:bodyPr>
          <a:lstStyle/>
          <a:p>
            <a:pPr lvl="0" algn="ctr" defTabSz="608965">
              <a:buClrTx/>
              <a:buSzTx/>
              <a:buFontTx/>
            </a:pPr>
            <a:endParaRPr lang="zh-CN" altLang="en-US" sz="160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4" name="矩形: 圆角 14"/>
          <p:cNvSpPr/>
          <p:nvPr/>
        </p:nvSpPr>
        <p:spPr>
          <a:xfrm flipH="1">
            <a:off x="8282655" y="509895"/>
            <a:ext cx="2935921" cy="182823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11000">
                <a:srgbClr val="006EFF">
                  <a:alpha val="0"/>
                </a:srgbClr>
              </a:gs>
              <a:gs pos="87000">
                <a:srgbClr val="006EFF">
                  <a:alpha val="26000"/>
                </a:srgbClr>
              </a:gs>
            </a:gsLst>
            <a:lin ang="0" scaled="1"/>
            <a:tileRect/>
          </a:gradFill>
          <a:ln>
            <a:noFill/>
          </a:ln>
          <a:effectLst>
            <a:softEdge rad="76200"/>
          </a:effectLst>
        </p:spPr>
        <p:style>
          <a:lnRef idx="2">
            <a:srgbClr val="006EFF">
              <a:shade val="50000"/>
            </a:srgbClr>
          </a:lnRef>
          <a:fillRef idx="1">
            <a:srgbClr val="006EFF"/>
          </a:fillRef>
          <a:effectRef idx="0">
            <a:srgbClr val="006EFF"/>
          </a:effectRef>
          <a:fontRef idx="minor">
            <a:srgbClr val="FFFFFF"/>
          </a:fontRef>
        </p:style>
        <p:txBody>
          <a:bodyPr rot="0" spcFirstLastPara="0" vertOverflow="overflow" horzOverflow="overflow" vert="horz" wrap="square" lIns="60904" tIns="30452" rIns="60904" bIns="30452" numCol="1" spcCol="0" rtlCol="0" fromWordArt="0" anchor="ctr" anchorCtr="0" forceAA="0" compatLnSpc="1">
            <a:noAutofit/>
          </a:bodyPr>
          <a:lstStyle/>
          <a:p>
            <a:pPr lvl="0" algn="ctr" defTabSz="608965">
              <a:buClrTx/>
              <a:buSzTx/>
              <a:buFontTx/>
            </a:pPr>
            <a:endParaRPr lang="zh-CN" altLang="en-US" sz="160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5" name="矩形: 圆角 15"/>
          <p:cNvSpPr/>
          <p:nvPr/>
        </p:nvSpPr>
        <p:spPr>
          <a:xfrm flipH="1">
            <a:off x="7915489" y="981105"/>
            <a:ext cx="1766241" cy="30764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006EFF">
                  <a:alpha val="0"/>
                </a:srgbClr>
              </a:gs>
              <a:gs pos="87000">
                <a:srgbClr val="006EFF">
                  <a:alpha val="6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rgbClr val="006EFF">
              <a:shade val="50000"/>
            </a:srgbClr>
          </a:lnRef>
          <a:fillRef idx="1">
            <a:srgbClr val="006EFF"/>
          </a:fillRef>
          <a:effectRef idx="0">
            <a:srgbClr val="006EFF"/>
          </a:effectRef>
          <a:fontRef idx="minor">
            <a:srgbClr val="FFFFFF"/>
          </a:fontRef>
        </p:style>
        <p:txBody>
          <a:bodyPr rot="0" spcFirstLastPara="0" vertOverflow="overflow" horzOverflow="overflow" vert="horz" wrap="square" lIns="60904" tIns="30452" rIns="60904" bIns="30452" numCol="1" spcCol="0" rtlCol="0" fromWordArt="0" anchor="ctr" anchorCtr="0" forceAA="0" compatLnSpc="1">
            <a:noAutofit/>
          </a:bodyPr>
          <a:lstStyle/>
          <a:p>
            <a:pPr lvl="0" algn="ctr" defTabSz="608965">
              <a:buClrTx/>
              <a:buSzTx/>
              <a:buFontTx/>
            </a:pPr>
            <a:endParaRPr lang="zh-CN" altLang="en-US" sz="160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53" name="object 48"/>
          <p:cNvSpPr txBox="1"/>
          <p:nvPr/>
        </p:nvSpPr>
        <p:spPr>
          <a:xfrm>
            <a:off x="421640" y="1649730"/>
            <a:ext cx="3615690" cy="146939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 indent="0" algn="just">
              <a:lnSpc>
                <a:spcPct val="140000"/>
              </a:lnSpc>
              <a:spcBef>
                <a:spcPts val="600"/>
              </a:spcBef>
              <a:buClr>
                <a:srgbClr val="006EFF"/>
              </a:buClr>
              <a:buFont typeface="Arial" panose="020B0604020202020204" pitchFamily="34" charset="0"/>
              <a:buNone/>
            </a:pPr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覆盖人群广</a:t>
            </a:r>
            <a:endParaRPr lang="zh-CN" alt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107950" indent="-107950" algn="just">
              <a:lnSpc>
                <a:spcPct val="140000"/>
              </a:lnSpc>
              <a:spcBef>
                <a:spcPts val="600"/>
              </a:spcBef>
              <a:buClr>
                <a:srgbClr val="006EFF"/>
              </a:buClr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+mj-ea"/>
                <a:ea typeface="+mj-ea"/>
                <a:sym typeface="+mn-ea"/>
              </a:rPr>
              <a:t>覆盖全球</a:t>
            </a:r>
            <a:r>
              <a:rPr lang="en-US" altLang="zh-CN" sz="1200" dirty="0">
                <a:latin typeface="+mj-ea"/>
                <a:ea typeface="+mj-ea"/>
                <a:sym typeface="+mn-ea"/>
              </a:rPr>
              <a:t> 30 </a:t>
            </a:r>
            <a:r>
              <a:rPr lang="zh-CN" altLang="en-US" sz="1200" dirty="0">
                <a:latin typeface="+mj-ea"/>
                <a:ea typeface="+mj-ea"/>
                <a:sym typeface="+mn-ea"/>
              </a:rPr>
              <a:t>亿</a:t>
            </a:r>
            <a:r>
              <a:rPr lang="en-US" altLang="zh-CN" sz="1200" dirty="0">
                <a:latin typeface="+mj-ea"/>
                <a:ea typeface="+mj-ea"/>
                <a:sym typeface="+mn-ea"/>
              </a:rPr>
              <a:t> + </a:t>
            </a:r>
            <a:r>
              <a:rPr lang="zh-CN" altLang="en-US" sz="1200" dirty="0">
                <a:latin typeface="+mj-ea"/>
                <a:ea typeface="+mj-ea"/>
                <a:sym typeface="+mn-ea"/>
              </a:rPr>
              <a:t>月活用户</a:t>
            </a:r>
            <a:endParaRPr lang="zh-CN" altLang="en-US" sz="1200" dirty="0">
              <a:latin typeface="+mj-ea"/>
              <a:ea typeface="+mj-ea"/>
              <a:sym typeface="+mn-ea"/>
            </a:endParaRPr>
          </a:p>
          <a:p>
            <a:pPr marL="107950" indent="-107950" algn="just">
              <a:lnSpc>
                <a:spcPct val="140000"/>
              </a:lnSpc>
              <a:spcBef>
                <a:spcPts val="600"/>
              </a:spcBef>
              <a:buClr>
                <a:srgbClr val="006EFF"/>
              </a:buClr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自有场景月活：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FaceBook 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超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 29 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亿、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Instagram 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超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 20 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亿、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Messenger 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超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 12 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亿、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WhatsApp 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超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 20 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亿，形成全场景流量矩阵</a:t>
            </a:r>
            <a:endParaRPr lang="zh-CN" alt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609600" y="1197610"/>
            <a:ext cx="3342640" cy="3073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Meta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广告联盟</a:t>
            </a:r>
            <a:endParaRPr lang="zh-CN" altLang="en-US" sz="20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" name="任意多边形: 形状 62"/>
          <p:cNvSpPr/>
          <p:nvPr/>
        </p:nvSpPr>
        <p:spPr>
          <a:xfrm>
            <a:off x="4282228" y="1367903"/>
            <a:ext cx="3590025" cy="3590024"/>
          </a:xfrm>
          <a:custGeom>
            <a:avLst/>
            <a:gdLst>
              <a:gd name="connsiteX0" fmla="*/ 37197 w 3949027"/>
              <a:gd name="connsiteY0" fmla="*/ 1119433 h 3949026"/>
              <a:gd name="connsiteX1" fmla="*/ 1119433 w 3949027"/>
              <a:gd name="connsiteY1" fmla="*/ 37197 h 3949026"/>
              <a:gd name="connsiteX2" fmla="*/ 1209235 w 3949027"/>
              <a:gd name="connsiteY2" fmla="*/ 0 h 3949026"/>
              <a:gd name="connsiteX3" fmla="*/ 2739792 w 3949027"/>
              <a:gd name="connsiteY3" fmla="*/ 0 h 3949026"/>
              <a:gd name="connsiteX4" fmla="*/ 2829595 w 3949027"/>
              <a:gd name="connsiteY4" fmla="*/ 37197 h 3949026"/>
              <a:gd name="connsiteX5" fmla="*/ 3911829 w 3949027"/>
              <a:gd name="connsiteY5" fmla="*/ 1119433 h 3949026"/>
              <a:gd name="connsiteX6" fmla="*/ 3949027 w 3949027"/>
              <a:gd name="connsiteY6" fmla="*/ 1209235 h 3949026"/>
              <a:gd name="connsiteX7" fmla="*/ 3949027 w 3949027"/>
              <a:gd name="connsiteY7" fmla="*/ 2739791 h 3949026"/>
              <a:gd name="connsiteX8" fmla="*/ 3911829 w 3949027"/>
              <a:gd name="connsiteY8" fmla="*/ 2829593 h 3949026"/>
              <a:gd name="connsiteX9" fmla="*/ 2829595 w 3949027"/>
              <a:gd name="connsiteY9" fmla="*/ 3911829 h 3949026"/>
              <a:gd name="connsiteX10" fmla="*/ 2739792 w 3949027"/>
              <a:gd name="connsiteY10" fmla="*/ 3949026 h 3949026"/>
              <a:gd name="connsiteX11" fmla="*/ 1209235 w 3949027"/>
              <a:gd name="connsiteY11" fmla="*/ 3949026 h 3949026"/>
              <a:gd name="connsiteX12" fmla="*/ 1119433 w 3949027"/>
              <a:gd name="connsiteY12" fmla="*/ 3911829 h 3949026"/>
              <a:gd name="connsiteX13" fmla="*/ 37197 w 3949027"/>
              <a:gd name="connsiteY13" fmla="*/ 2829593 h 3949026"/>
              <a:gd name="connsiteX14" fmla="*/ 0 w 3949027"/>
              <a:gd name="connsiteY14" fmla="*/ 2739791 h 3949026"/>
              <a:gd name="connsiteX15" fmla="*/ 0 w 3949027"/>
              <a:gd name="connsiteY15" fmla="*/ 1209235 h 3949026"/>
              <a:gd name="connsiteX16" fmla="*/ 37197 w 3949027"/>
              <a:gd name="connsiteY16" fmla="*/ 1119433 h 3949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949027" h="3949026">
                <a:moveTo>
                  <a:pt x="37197" y="1119433"/>
                </a:moveTo>
                <a:lnTo>
                  <a:pt x="1119433" y="37197"/>
                </a:lnTo>
                <a:cubicBezTo>
                  <a:pt x="1143239" y="13391"/>
                  <a:pt x="1175568" y="0"/>
                  <a:pt x="1209235" y="0"/>
                </a:cubicBezTo>
                <a:lnTo>
                  <a:pt x="2739792" y="0"/>
                </a:lnTo>
                <a:cubicBezTo>
                  <a:pt x="2773459" y="0"/>
                  <a:pt x="2805788" y="13391"/>
                  <a:pt x="2829595" y="37197"/>
                </a:cubicBezTo>
                <a:lnTo>
                  <a:pt x="3911829" y="1119433"/>
                </a:lnTo>
                <a:cubicBezTo>
                  <a:pt x="3935636" y="1143239"/>
                  <a:pt x="3949027" y="1175568"/>
                  <a:pt x="3949027" y="1209235"/>
                </a:cubicBezTo>
                <a:lnTo>
                  <a:pt x="3949027" y="2739791"/>
                </a:lnTo>
                <a:cubicBezTo>
                  <a:pt x="3949027" y="2773458"/>
                  <a:pt x="3935636" y="2805787"/>
                  <a:pt x="3911829" y="2829593"/>
                </a:cubicBezTo>
                <a:lnTo>
                  <a:pt x="2829595" y="3911829"/>
                </a:lnTo>
                <a:cubicBezTo>
                  <a:pt x="2805788" y="3935635"/>
                  <a:pt x="2773459" y="3949026"/>
                  <a:pt x="2739792" y="3949026"/>
                </a:cubicBezTo>
                <a:lnTo>
                  <a:pt x="1209235" y="3949026"/>
                </a:lnTo>
                <a:cubicBezTo>
                  <a:pt x="1175568" y="3949026"/>
                  <a:pt x="1143239" y="3935635"/>
                  <a:pt x="1119433" y="3911829"/>
                </a:cubicBezTo>
                <a:lnTo>
                  <a:pt x="37197" y="2829593"/>
                </a:lnTo>
                <a:cubicBezTo>
                  <a:pt x="13391" y="2805787"/>
                  <a:pt x="0" y="2773458"/>
                  <a:pt x="0" y="2739791"/>
                </a:cubicBezTo>
                <a:lnTo>
                  <a:pt x="0" y="1209235"/>
                </a:lnTo>
                <a:cubicBezTo>
                  <a:pt x="0" y="1175568"/>
                  <a:pt x="13391" y="1143239"/>
                  <a:pt x="37197" y="1119433"/>
                </a:cubicBezTo>
              </a:path>
            </a:pathLst>
          </a:custGeom>
          <a:gradFill flip="none" rotWithShape="1">
            <a:gsLst>
              <a:gs pos="3000">
                <a:srgbClr val="F8FCFF"/>
              </a:gs>
              <a:gs pos="45000">
                <a:srgbClr val="E9F2FF"/>
              </a:gs>
              <a:gs pos="88000">
                <a:srgbClr val="FFFFFF"/>
              </a:gs>
            </a:gsLst>
            <a:lin ang="5400000" scaled="1"/>
            <a:tileRect/>
          </a:gradFill>
          <a:ln w="31750">
            <a:gradFill>
              <a:gsLst>
                <a:gs pos="56000">
                  <a:srgbClr val="006EFF">
                    <a:alpha val="50000"/>
                  </a:srgbClr>
                </a:gs>
                <a:gs pos="0">
                  <a:srgbClr val="00CCE2"/>
                </a:gs>
                <a:gs pos="100000">
                  <a:srgbClr val="006EFF"/>
                </a:gs>
              </a:gsLst>
              <a:lin ang="5400000" scaled="1"/>
            </a:gradFill>
          </a:ln>
        </p:spPr>
        <p:style>
          <a:lnRef idx="2">
            <a:srgbClr val="006EFF">
              <a:shade val="50000"/>
            </a:srgbClr>
          </a:lnRef>
          <a:fillRef idx="1">
            <a:srgbClr val="006EFF"/>
          </a:fillRef>
          <a:effectRef idx="0">
            <a:srgbClr val="006EFF"/>
          </a:effectRef>
          <a:fontRef idx="minor">
            <a:srgbClr val="FFFFFF"/>
          </a:fontRef>
        </p:style>
        <p:txBody>
          <a:bodyPr rtlCol="0" anchor="ctr"/>
          <a:lstStyle/>
          <a:p>
            <a:pPr algn="ctr" defTabSz="608965"/>
            <a:endParaRPr lang="zh-CN" altLang="en-US" sz="120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" name="任意多边形: 形状 63"/>
          <p:cNvSpPr/>
          <p:nvPr/>
        </p:nvSpPr>
        <p:spPr>
          <a:xfrm>
            <a:off x="4672367" y="1758104"/>
            <a:ext cx="2809746" cy="2809622"/>
          </a:xfrm>
          <a:custGeom>
            <a:avLst/>
            <a:gdLst>
              <a:gd name="connsiteX0" fmla="*/ 37197 w 3090721"/>
              <a:gd name="connsiteY0" fmla="*/ 868004 h 3090584"/>
              <a:gd name="connsiteX1" fmla="*/ 868004 w 3090721"/>
              <a:gd name="connsiteY1" fmla="*/ 37197 h 3090584"/>
              <a:gd name="connsiteX2" fmla="*/ 957806 w 3090721"/>
              <a:gd name="connsiteY2" fmla="*/ 0 h 3090584"/>
              <a:gd name="connsiteX3" fmla="*/ 2132915 w 3090721"/>
              <a:gd name="connsiteY3" fmla="*/ 0 h 3090584"/>
              <a:gd name="connsiteX4" fmla="*/ 2222718 w 3090721"/>
              <a:gd name="connsiteY4" fmla="*/ 37197 h 3090584"/>
              <a:gd name="connsiteX5" fmla="*/ 3053523 w 3090721"/>
              <a:gd name="connsiteY5" fmla="*/ 868003 h 3090584"/>
              <a:gd name="connsiteX6" fmla="*/ 3090721 w 3090721"/>
              <a:gd name="connsiteY6" fmla="*/ 957806 h 3090584"/>
              <a:gd name="connsiteX7" fmla="*/ 3090721 w 3090721"/>
              <a:gd name="connsiteY7" fmla="*/ 2132778 h 3090584"/>
              <a:gd name="connsiteX8" fmla="*/ 3053523 w 3090721"/>
              <a:gd name="connsiteY8" fmla="*/ 2222580 h 3090584"/>
              <a:gd name="connsiteX9" fmla="*/ 2222718 w 3090721"/>
              <a:gd name="connsiteY9" fmla="*/ 3053387 h 3090584"/>
              <a:gd name="connsiteX10" fmla="*/ 2132915 w 3090721"/>
              <a:gd name="connsiteY10" fmla="*/ 3090584 h 3090584"/>
              <a:gd name="connsiteX11" fmla="*/ 957806 w 3090721"/>
              <a:gd name="connsiteY11" fmla="*/ 3090584 h 3090584"/>
              <a:gd name="connsiteX12" fmla="*/ 868004 w 3090721"/>
              <a:gd name="connsiteY12" fmla="*/ 3053387 h 3090584"/>
              <a:gd name="connsiteX13" fmla="*/ 37197 w 3090721"/>
              <a:gd name="connsiteY13" fmla="*/ 2222580 h 3090584"/>
              <a:gd name="connsiteX14" fmla="*/ 0 w 3090721"/>
              <a:gd name="connsiteY14" fmla="*/ 2132778 h 3090584"/>
              <a:gd name="connsiteX15" fmla="*/ 0 w 3090721"/>
              <a:gd name="connsiteY15" fmla="*/ 957806 h 3090584"/>
              <a:gd name="connsiteX16" fmla="*/ 37197 w 3090721"/>
              <a:gd name="connsiteY16" fmla="*/ 868004 h 3090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090721" h="3090584">
                <a:moveTo>
                  <a:pt x="37197" y="868004"/>
                </a:moveTo>
                <a:lnTo>
                  <a:pt x="868004" y="37197"/>
                </a:lnTo>
                <a:cubicBezTo>
                  <a:pt x="891810" y="13391"/>
                  <a:pt x="924139" y="0"/>
                  <a:pt x="957806" y="0"/>
                </a:cubicBezTo>
                <a:lnTo>
                  <a:pt x="2132915" y="0"/>
                </a:lnTo>
                <a:cubicBezTo>
                  <a:pt x="2166582" y="0"/>
                  <a:pt x="2198911" y="13391"/>
                  <a:pt x="2222718" y="37197"/>
                </a:cubicBezTo>
                <a:lnTo>
                  <a:pt x="3053523" y="868003"/>
                </a:lnTo>
                <a:cubicBezTo>
                  <a:pt x="3077330" y="891810"/>
                  <a:pt x="3090721" y="924139"/>
                  <a:pt x="3090721" y="957806"/>
                </a:cubicBezTo>
                <a:lnTo>
                  <a:pt x="3090721" y="2132778"/>
                </a:lnTo>
                <a:cubicBezTo>
                  <a:pt x="3090721" y="2166445"/>
                  <a:pt x="3077330" y="2198774"/>
                  <a:pt x="3053523" y="2222580"/>
                </a:cubicBezTo>
                <a:lnTo>
                  <a:pt x="2222718" y="3053387"/>
                </a:lnTo>
                <a:cubicBezTo>
                  <a:pt x="2198911" y="3077193"/>
                  <a:pt x="2166582" y="3090584"/>
                  <a:pt x="2132915" y="3090584"/>
                </a:cubicBezTo>
                <a:lnTo>
                  <a:pt x="957806" y="3090584"/>
                </a:lnTo>
                <a:cubicBezTo>
                  <a:pt x="924139" y="3090584"/>
                  <a:pt x="891810" y="3077193"/>
                  <a:pt x="868004" y="3053387"/>
                </a:cubicBezTo>
                <a:lnTo>
                  <a:pt x="37197" y="2222580"/>
                </a:lnTo>
                <a:cubicBezTo>
                  <a:pt x="13391" y="2198774"/>
                  <a:pt x="0" y="2166445"/>
                  <a:pt x="0" y="2132778"/>
                </a:cubicBezTo>
                <a:lnTo>
                  <a:pt x="0" y="957806"/>
                </a:lnTo>
                <a:cubicBezTo>
                  <a:pt x="0" y="924139"/>
                  <a:pt x="13391" y="891810"/>
                  <a:pt x="37197" y="868004"/>
                </a:cubicBezTo>
              </a:path>
            </a:pathLst>
          </a:custGeom>
          <a:gradFill flip="none" rotWithShape="1">
            <a:gsLst>
              <a:gs pos="21000">
                <a:srgbClr val="006EFF"/>
              </a:gs>
              <a:gs pos="100000">
                <a:srgbClr val="00CCE2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2">
            <a:srgbClr val="006EFF">
              <a:shade val="50000"/>
            </a:srgbClr>
          </a:lnRef>
          <a:fillRef idx="1">
            <a:srgbClr val="006EFF"/>
          </a:fillRef>
          <a:effectRef idx="0">
            <a:srgbClr val="006EFF"/>
          </a:effectRef>
          <a:fontRef idx="minor">
            <a:srgbClr val="FFFFFF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1050"/>
              </a:spcBef>
            </a:pPr>
            <a:endParaRPr lang="zh-CN" altLang="en-US" sz="4800" spc="194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8284210" y="1185545"/>
            <a:ext cx="3535680" cy="3073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Google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广告联盟</a:t>
            </a:r>
            <a:endParaRPr lang="zh-CN" altLang="en-US" sz="20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79" name="图片 78" descr="32303833393133303b32303833323736333bb5d8c7f2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36160" y="1858010"/>
            <a:ext cx="2610485" cy="2610485"/>
          </a:xfrm>
          <a:prstGeom prst="rect">
            <a:avLst/>
          </a:prstGeom>
        </p:spPr>
      </p:pic>
      <p:pic>
        <p:nvPicPr>
          <p:cNvPr id="80" name="图片 7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5275" y="5589905"/>
            <a:ext cx="546100" cy="541020"/>
          </a:xfrm>
          <a:prstGeom prst="rect">
            <a:avLst/>
          </a:prstGeom>
        </p:spPr>
      </p:pic>
      <p:pic>
        <p:nvPicPr>
          <p:cNvPr id="81" name="图片 8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450" y="5592445"/>
            <a:ext cx="534670" cy="542925"/>
          </a:xfrm>
          <a:prstGeom prst="rect">
            <a:avLst/>
          </a:prstGeom>
        </p:spPr>
      </p:pic>
      <p:pic>
        <p:nvPicPr>
          <p:cNvPr id="82" name="图片 81" descr="Facebook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14905" y="5596890"/>
            <a:ext cx="540000" cy="539750"/>
          </a:xfrm>
          <a:prstGeom prst="rect">
            <a:avLst/>
          </a:prstGeom>
        </p:spPr>
      </p:pic>
      <p:pic>
        <p:nvPicPr>
          <p:cNvPr id="127" name="图片 126" descr="Instagr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58185" y="5598160"/>
            <a:ext cx="540000" cy="539750"/>
          </a:xfrm>
          <a:prstGeom prst="rect">
            <a:avLst/>
          </a:prstGeom>
        </p:spPr>
      </p:pic>
      <p:pic>
        <p:nvPicPr>
          <p:cNvPr id="102" name="图片 101" descr="WhatsApp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28440" y="5599430"/>
            <a:ext cx="540000" cy="539750"/>
          </a:xfrm>
          <a:prstGeom prst="rect">
            <a:avLst/>
          </a:prstGeom>
        </p:spPr>
      </p:pic>
      <p:pic>
        <p:nvPicPr>
          <p:cNvPr id="128" name="图片 127" descr="Messager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70320" y="5575300"/>
            <a:ext cx="540000" cy="539750"/>
          </a:xfrm>
          <a:prstGeom prst="rect">
            <a:avLst/>
          </a:prstGeom>
        </p:spPr>
      </p:pic>
      <p:pic>
        <p:nvPicPr>
          <p:cNvPr id="110" name="图片 109" descr="YouTube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40575" y="5600700"/>
            <a:ext cx="2140585" cy="513080"/>
          </a:xfrm>
          <a:prstGeom prst="rect">
            <a:avLst/>
          </a:prstGeom>
        </p:spPr>
      </p:pic>
      <p:pic>
        <p:nvPicPr>
          <p:cNvPr id="111" name="图片 110" descr="blogger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17845" y="5576570"/>
            <a:ext cx="521970" cy="521970"/>
          </a:xfrm>
          <a:prstGeom prst="rect">
            <a:avLst/>
          </a:prstGeom>
        </p:spPr>
      </p:pic>
      <p:pic>
        <p:nvPicPr>
          <p:cNvPr id="130" name="图片 129" descr="Gmail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98695" y="5539740"/>
            <a:ext cx="588645" cy="588645"/>
          </a:xfrm>
          <a:prstGeom prst="rect">
            <a:avLst/>
          </a:prstGeom>
        </p:spPr>
      </p:pic>
      <p:sp>
        <p:nvSpPr>
          <p:cNvPr id="83" name="文本框 82"/>
          <p:cNvSpPr txBox="1"/>
          <p:nvPr/>
        </p:nvSpPr>
        <p:spPr>
          <a:xfrm>
            <a:off x="9646410" y="5758690"/>
            <a:ext cx="1349375" cy="337185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zh-CN"/>
            </a:defPPr>
            <a:lvl1pPr>
              <a:defRPr sz="2000">
                <a:gradFill flip="none" rotWithShape="1">
                  <a:gsLst>
                    <a:gs pos="74000">
                      <a:srgbClr val="006EFF"/>
                    </a:gs>
                    <a:gs pos="0">
                      <a:srgbClr val="00CCE2"/>
                    </a:gs>
                  </a:gsLst>
                  <a:lin ang="0" scaled="1"/>
                  <a:tileRect/>
                </a:gradFill>
                <a:latin typeface="OPPOSans H" charset="0"/>
                <a:ea typeface="OPPOSans H" charset="0"/>
              </a:defRPr>
            </a:lvl1pPr>
          </a:lstStyle>
          <a:p>
            <a:r>
              <a:rPr 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解锁更多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... ...</a:t>
            </a:r>
            <a:endParaRPr lang="en-US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2" name="Picture 4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213783" y="98425"/>
            <a:ext cx="775970" cy="836930"/>
          </a:xfrm>
          <a:prstGeom prst="rect">
            <a:avLst/>
          </a:prstGeom>
        </p:spPr>
      </p:pic>
      <p:sp>
        <p:nvSpPr>
          <p:cNvPr id="3" name="object 48"/>
          <p:cNvSpPr txBox="1"/>
          <p:nvPr/>
        </p:nvSpPr>
        <p:spPr>
          <a:xfrm>
            <a:off x="8117205" y="1649730"/>
            <a:ext cx="3615055" cy="151765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 indent="0" algn="just">
              <a:lnSpc>
                <a:spcPct val="140000"/>
              </a:lnSpc>
              <a:spcBef>
                <a:spcPts val="600"/>
              </a:spcBef>
              <a:buClr>
                <a:srgbClr val="006EFF"/>
              </a:buClr>
              <a:buFont typeface="Arial" panose="020B0604020202020204" pitchFamily="34" charset="0"/>
              <a:buNone/>
            </a:pPr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覆盖人群广</a:t>
            </a:r>
            <a:endParaRPr lang="zh-CN" alt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107950" indent="-107950" algn="just">
              <a:lnSpc>
                <a:spcPct val="140000"/>
              </a:lnSpc>
              <a:spcBef>
                <a:spcPts val="600"/>
              </a:spcBef>
              <a:buClr>
                <a:srgbClr val="006EFF"/>
              </a:buClr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覆盖全球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 90% 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以上互联网用户</a:t>
            </a:r>
            <a:endParaRPr lang="zh-CN" alt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107950" indent="-107950" algn="just">
              <a:lnSpc>
                <a:spcPct val="140000"/>
              </a:lnSpc>
              <a:spcBef>
                <a:spcPts val="600"/>
              </a:spcBef>
              <a:buClr>
                <a:srgbClr val="006EFF"/>
              </a:buClr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涵盖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 200 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多个国家和地区、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40 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多种语言环境</a:t>
            </a:r>
            <a:endParaRPr lang="zh-CN" alt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107950" indent="-107950" algn="just">
              <a:lnSpc>
                <a:spcPct val="140000"/>
              </a:lnSpc>
              <a:spcBef>
                <a:spcPts val="600"/>
              </a:spcBef>
              <a:buClr>
                <a:srgbClr val="006EFF"/>
              </a:buClr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覆盖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47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亿人群</a:t>
            </a:r>
            <a:endParaRPr lang="zh-CN" alt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object 48"/>
          <p:cNvSpPr txBox="1"/>
          <p:nvPr/>
        </p:nvSpPr>
        <p:spPr>
          <a:xfrm>
            <a:off x="419100" y="3263900"/>
            <a:ext cx="3770630" cy="170180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 indent="0" algn="just">
              <a:lnSpc>
                <a:spcPct val="140000"/>
              </a:lnSpc>
              <a:spcBef>
                <a:spcPts val="600"/>
              </a:spcBef>
              <a:buClr>
                <a:srgbClr val="006EFF"/>
              </a:buClr>
              <a:buFont typeface="Arial" panose="020B0604020202020204" pitchFamily="34" charset="0"/>
              <a:buNone/>
            </a:pPr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合作平台多</a:t>
            </a:r>
            <a:endParaRPr lang="zh-CN" altLang="en-US" sz="12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7950" indent="-107950" algn="just">
              <a:lnSpc>
                <a:spcPct val="140000"/>
              </a:lnSpc>
              <a:spcBef>
                <a:spcPts val="600"/>
              </a:spcBef>
              <a:buClr>
                <a:srgbClr val="006EFF"/>
              </a:buClr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核心社交矩阵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Facebook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Instagram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Messenger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WhatsApp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、覆盖动态、快拍、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Reels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Watch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Marketplace 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等全场景版位</a:t>
            </a:r>
            <a:endParaRPr lang="zh-CN" alt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107950" indent="-107950" algn="just">
              <a:lnSpc>
                <a:spcPct val="140000"/>
              </a:lnSpc>
              <a:spcBef>
                <a:spcPts val="600"/>
              </a:spcBef>
              <a:buClr>
                <a:srgbClr val="006EFF"/>
              </a:buClr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接入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 1000 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万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第三方网站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应用，数百万款移动应用接入，移动端渗透力极强</a:t>
            </a:r>
            <a:endParaRPr lang="zh-CN" alt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object 48"/>
          <p:cNvSpPr txBox="1"/>
          <p:nvPr/>
        </p:nvSpPr>
        <p:spPr>
          <a:xfrm>
            <a:off x="8202295" y="3181350"/>
            <a:ext cx="3764915" cy="1807845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 indent="0" algn="just">
              <a:lnSpc>
                <a:spcPct val="140000"/>
              </a:lnSpc>
              <a:spcBef>
                <a:spcPts val="600"/>
              </a:spcBef>
              <a:buClr>
                <a:srgbClr val="006EFF"/>
              </a:buClr>
              <a:buFont typeface="Arial" panose="020B0604020202020204" pitchFamily="34" charset="0"/>
              <a:buNone/>
            </a:pPr>
            <a:r>
              <a:rPr kumimoji="1" lang="zh-CN" sz="1200" b="1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合作平台多</a:t>
            </a:r>
            <a:endParaRPr kumimoji="1" lang="zh-CN" sz="1200" b="1" noProof="0" dirty="0">
              <a:ln>
                <a:noFill/>
              </a:ln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07950" indent="-107950" algn="just">
              <a:lnSpc>
                <a:spcPct val="140000"/>
              </a:lnSpc>
              <a:spcBef>
                <a:spcPts val="600"/>
              </a:spcBef>
              <a:buClr>
                <a:srgbClr val="006EFF"/>
              </a:buClr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YouTube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Gmail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Google 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搜索、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Google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地图等高价值场景的自有核心平台</a:t>
            </a:r>
            <a:endParaRPr lang="en-US" altLang="zh-CN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107950" indent="-107950" algn="just">
              <a:lnSpc>
                <a:spcPct val="140000"/>
              </a:lnSpc>
              <a:spcBef>
                <a:spcPts val="600"/>
              </a:spcBef>
              <a:buClr>
                <a:srgbClr val="006EFF"/>
              </a:buClr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接入全球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 3500 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万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 +  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优质网站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博客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论坛等全品类垂直站点</a:t>
            </a:r>
            <a:endParaRPr lang="zh-CN" alt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107950" indent="-107950" algn="just">
              <a:lnSpc>
                <a:spcPct val="140000"/>
              </a:lnSpc>
              <a:spcBef>
                <a:spcPts val="600"/>
              </a:spcBef>
              <a:buClr>
                <a:srgbClr val="006EFF"/>
              </a:buClr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渗透全球数百万款移动应用</a:t>
            </a:r>
            <a:endParaRPr lang="zh-CN" alt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70" name="textbox 3970"/>
          <p:cNvSpPr/>
          <p:nvPr/>
        </p:nvSpPr>
        <p:spPr>
          <a:xfrm>
            <a:off x="707390" y="165735"/>
            <a:ext cx="7409815" cy="5334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lnSpc>
                <a:spcPct val="114000"/>
              </a:lnSpc>
              <a:defRPr/>
            </a:pPr>
            <a:r>
              <a:rPr lang="en-US" altLang="zh-CN" sz="27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OPPOSans R" charset="0"/>
              </a:rPr>
              <a:t>W</a:t>
            </a:r>
            <a:r>
              <a:rPr lang="en-US" altLang="en-US" sz="27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OPPOSans R" charset="0"/>
              </a:rPr>
              <a:t>À</a:t>
            </a:r>
            <a:r>
              <a:rPr lang="zh-CN" altLang="en-US" sz="27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OPPOSans R" charset="0"/>
              </a:rPr>
              <a:t>商机系统的获客模式</a:t>
            </a:r>
            <a:r>
              <a:rPr lang="en-US" altLang="zh-CN" sz="27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OPPOSans R" charset="0"/>
              </a:rPr>
              <a:t>-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OPPOSans R" charset="0"/>
              </a:rPr>
              <a:t>覆盖人群广，平台多</a:t>
            </a:r>
            <a:endParaRPr lang="zh-CN" altLang="en-US" sz="20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OPPOSans R" charset="0"/>
            </a:endParaRPr>
          </a:p>
        </p:txBody>
      </p:sp>
      <p:sp>
        <p:nvSpPr>
          <p:cNvPr id="320" name="矩形 319"/>
          <p:cNvSpPr>
            <a:spLocks noChangeArrowheads="1"/>
          </p:cNvSpPr>
          <p:nvPr/>
        </p:nvSpPr>
        <p:spPr bwMode="auto">
          <a:xfrm>
            <a:off x="0" y="174625"/>
            <a:ext cx="376555" cy="5238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1905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+mn-lt"/>
            </a:endParaRPr>
          </a:p>
        </p:txBody>
      </p:sp>
      <p:sp>
        <p:nvSpPr>
          <p:cNvPr id="321" name="矩形 320"/>
          <p:cNvSpPr>
            <a:spLocks noChangeArrowheads="1"/>
          </p:cNvSpPr>
          <p:nvPr/>
        </p:nvSpPr>
        <p:spPr bwMode="auto">
          <a:xfrm>
            <a:off x="408940" y="174625"/>
            <a:ext cx="140970" cy="5238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1905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+mn-lt"/>
            </a:endParaRPr>
          </a:p>
        </p:txBody>
      </p:sp>
      <p:sp>
        <p:nvSpPr>
          <p:cNvPr id="89" name="AutoShape 32"/>
          <p:cNvSpPr/>
          <p:nvPr>
            <p:custDataLst>
              <p:tags r:id="rId13"/>
            </p:custDataLst>
          </p:nvPr>
        </p:nvSpPr>
        <p:spPr>
          <a:xfrm>
            <a:off x="813435" y="6196965"/>
            <a:ext cx="10565765" cy="570230"/>
          </a:xfrm>
          <a:prstGeom prst="roundRect">
            <a:avLst>
              <a:gd name="adj" fmla="val 7272"/>
            </a:avLst>
          </a:prstGeom>
          <a:solidFill>
            <a:schemeClr val="accent1">
              <a:lumMod val="20000"/>
              <a:lumOff val="80000"/>
            </a:scheme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l">
              <a:defRPr/>
            </a:pPr>
            <a:r>
              <a:rPr lang="zh-CN" b="1" i="1">
                <a:latin typeface="微软雅黑" panose="020B0503020204020204" charset="-122"/>
                <a:ea typeface="微软雅黑" panose="020B0503020204020204" charset="-122"/>
              </a:rPr>
              <a:t>广告投流即只要采购商在互联网上活跃，必然展示给他</a:t>
            </a:r>
            <a:r>
              <a:rPr lang="en-US" altLang="zh-CN" b="1" i="1"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zh-CN" altLang="en-US" b="1" i="1">
                <a:latin typeface="微软雅黑" panose="020B0503020204020204" charset="-122"/>
                <a:ea typeface="微软雅黑" panose="020B0503020204020204" charset="-122"/>
              </a:rPr>
              <a:t>不已买家意志决定</a:t>
            </a:r>
            <a:r>
              <a:rPr lang="zh-CN" b="1" i="1">
                <a:latin typeface="微软雅黑" panose="020B0503020204020204" charset="-122"/>
                <a:ea typeface="微软雅黑" panose="020B0503020204020204" charset="-122"/>
              </a:rPr>
              <a:t>！</a:t>
            </a:r>
            <a:endParaRPr lang="en-US" altLang="zh-CN" b="1" i="1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1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2" name="Picture 4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13783" y="98425"/>
            <a:ext cx="775970" cy="836930"/>
          </a:xfrm>
          <a:prstGeom prst="rect">
            <a:avLst/>
          </a:prstGeom>
        </p:spPr>
      </p:pic>
      <p:sp>
        <p:nvSpPr>
          <p:cNvPr id="85" name="textbox 3970"/>
          <p:cNvSpPr/>
          <p:nvPr/>
        </p:nvSpPr>
        <p:spPr>
          <a:xfrm>
            <a:off x="662940" y="174625"/>
            <a:ext cx="6528435" cy="5238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lnSpc>
                <a:spcPct val="114000"/>
              </a:lnSpc>
              <a:defRPr/>
            </a:pPr>
            <a:r>
              <a:rPr lang="en-US" altLang="zh-CN" sz="27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OPPOSans R" charset="0"/>
              </a:rPr>
              <a:t>W</a:t>
            </a:r>
            <a:r>
              <a:rPr lang="en-US" altLang="en-US" sz="27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OPPOSans R" charset="0"/>
              </a:rPr>
              <a:t>À</a:t>
            </a:r>
            <a:r>
              <a:rPr lang="zh-CN" altLang="en-US" sz="27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OPPOSans R" charset="0"/>
              </a:rPr>
              <a:t>商机系统的获客模式</a:t>
            </a:r>
            <a:endParaRPr sz="2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20" name="矩形 319"/>
          <p:cNvSpPr>
            <a:spLocks noChangeArrowheads="1"/>
          </p:cNvSpPr>
          <p:nvPr/>
        </p:nvSpPr>
        <p:spPr bwMode="auto">
          <a:xfrm>
            <a:off x="0" y="174625"/>
            <a:ext cx="376555" cy="5238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1905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+mn-lt"/>
            </a:endParaRPr>
          </a:p>
        </p:txBody>
      </p:sp>
      <p:sp>
        <p:nvSpPr>
          <p:cNvPr id="321" name="矩形 320"/>
          <p:cNvSpPr>
            <a:spLocks noChangeArrowheads="1"/>
          </p:cNvSpPr>
          <p:nvPr/>
        </p:nvSpPr>
        <p:spPr bwMode="auto">
          <a:xfrm>
            <a:off x="408940" y="174625"/>
            <a:ext cx="140970" cy="5238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1905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+mn-lt"/>
            </a:endParaRPr>
          </a:p>
        </p:txBody>
      </p:sp>
      <p:sp>
        <p:nvSpPr>
          <p:cNvPr id="239" name="Circle"/>
          <p:cNvSpPr/>
          <p:nvPr>
            <p:custDataLst>
              <p:tags r:id="rId2"/>
            </p:custDataLst>
          </p:nvPr>
        </p:nvSpPr>
        <p:spPr>
          <a:xfrm>
            <a:off x="230505" y="6052820"/>
            <a:ext cx="11530965" cy="6985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>
            <a:outerShdw blurRad="495300" dist="76200" dir="5400000" sx="95000" sy="95000" algn="ctr" rotWithShape="0">
              <a:schemeClr val="accent1">
                <a:alpha val="25000"/>
              </a:schemeClr>
            </a:outerShdw>
          </a:effectLst>
        </p:spPr>
        <p:txBody>
          <a:bodyPr rtlCol="0" anchor="ctr"/>
          <a:lstStyle/>
          <a:p>
            <a:pPr algn="ctr"/>
            <a:endParaRPr b="1" dirty="0">
              <a:gradFill>
                <a:gsLst>
                  <a:gs pos="37000">
                    <a:schemeClr val="accent1"/>
                  </a:gs>
                  <a:gs pos="100000">
                    <a:schemeClr val="accent2"/>
                  </a:gs>
                </a:gsLst>
                <a:path path="circle">
                  <a:fillToRect l="100000" t="100000"/>
                </a:path>
              </a:gradFill>
              <a:latin typeface="OPPOSans H"/>
              <a:ea typeface="OPPOSans H"/>
              <a:sym typeface="+mn-lt"/>
            </a:endParaRPr>
          </a:p>
        </p:txBody>
      </p:sp>
      <p:sp>
        <p:nvSpPr>
          <p:cNvPr id="241" name="文本框 240"/>
          <p:cNvSpPr txBox="1"/>
          <p:nvPr>
            <p:custDataLst>
              <p:tags r:id="rId3"/>
            </p:custDataLst>
          </p:nvPr>
        </p:nvSpPr>
        <p:spPr>
          <a:xfrm>
            <a:off x="495935" y="6053455"/>
            <a:ext cx="10990580" cy="67564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zh-CN"/>
            </a:defPPr>
            <a:lvl1pPr>
              <a:lnSpc>
                <a:spcPct val="110000"/>
              </a:lnSpc>
              <a:defRPr sz="13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294640" fontAlgn="base">
              <a:lnSpc>
                <a:spcPct val="150000"/>
              </a:lnSpc>
              <a:defRPr/>
            </a:pPr>
            <a:r>
              <a:rPr lang="zh-CN" sz="1400" b="1" dirty="0">
                <a:solidFill>
                  <a:schemeClr val="tx2">
                    <a:lumMod val="75000"/>
                    <a:lumOff val="25000"/>
                  </a:schemeClr>
                </a:solidFill>
                <a:cs typeface="+mn-ea"/>
                <a:sym typeface="+mn-ea"/>
              </a:rPr>
              <a:t>抖音获客的逻辑：</a:t>
            </a:r>
            <a:r>
              <a:rPr lang="zh-CN" altLang="en-US" sz="1200" b="1" dirty="0">
                <a:solidFill>
                  <a:schemeClr val="tx1"/>
                </a:solidFill>
                <a:cs typeface="+mn-ea"/>
                <a:sym typeface="+mn-ea"/>
              </a:rPr>
              <a:t>因为您是我的客户画像，在投流时我选择了画像，您在社媒上刚好又看到了我的广告，进行查看，最后觉得有意向想要了解，留下了个人信息（电话</a:t>
            </a:r>
            <a:r>
              <a:rPr lang="en-US" altLang="zh-CN" sz="1200" b="1" dirty="0">
                <a:solidFill>
                  <a:schemeClr val="tx1"/>
                </a:solidFill>
                <a:cs typeface="+mn-ea"/>
                <a:sym typeface="+mn-ea"/>
              </a:rPr>
              <a:t>/</a:t>
            </a:r>
            <a:r>
              <a:rPr lang="zh-CN" altLang="en-US" sz="1200" b="1" dirty="0">
                <a:solidFill>
                  <a:schemeClr val="tx1"/>
                </a:solidFill>
                <a:cs typeface="+mn-ea"/>
                <a:sym typeface="+mn-ea"/>
              </a:rPr>
              <a:t>微信），我们再对您进行精准开发，比我自己守着官网，或者大海捞针的找客户更精准</a:t>
            </a:r>
            <a:r>
              <a:rPr lang="en-US" altLang="zh-CN" sz="1200" b="1" dirty="0">
                <a:solidFill>
                  <a:schemeClr val="tx1"/>
                </a:solidFill>
                <a:cs typeface="+mn-ea"/>
                <a:sym typeface="+mn-ea"/>
              </a:rPr>
              <a:t> </a:t>
            </a:r>
            <a:r>
              <a:rPr lang="zh-CN" altLang="en-US" sz="1200" b="1" dirty="0">
                <a:solidFill>
                  <a:schemeClr val="tx1"/>
                </a:solidFill>
                <a:cs typeface="+mn-ea"/>
                <a:sym typeface="+mn-ea"/>
              </a:rPr>
              <a:t>！！</a:t>
            </a:r>
            <a:endParaRPr lang="zh-CN" altLang="en-US" sz="1200" b="1" dirty="0">
              <a:solidFill>
                <a:schemeClr val="tx1"/>
              </a:solidFill>
              <a:latin typeface="+mn-ea"/>
              <a:cs typeface="+mn-ea"/>
              <a:sym typeface="+mn-ea"/>
            </a:endParaRPr>
          </a:p>
        </p:txBody>
      </p:sp>
      <p:pic>
        <p:nvPicPr>
          <p:cNvPr id="7" name="图片 6" descr="1 (2)_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130" y="754380"/>
            <a:ext cx="11894185" cy="521843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2" name="Picture 4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13783" y="98425"/>
            <a:ext cx="775970" cy="836930"/>
          </a:xfrm>
          <a:prstGeom prst="rect">
            <a:avLst/>
          </a:prstGeom>
        </p:spPr>
      </p:pic>
      <p:sp>
        <p:nvSpPr>
          <p:cNvPr id="85" name="textbox 3970"/>
          <p:cNvSpPr/>
          <p:nvPr/>
        </p:nvSpPr>
        <p:spPr>
          <a:xfrm>
            <a:off x="662940" y="174625"/>
            <a:ext cx="6528435" cy="5238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lnSpc>
                <a:spcPct val="114000"/>
              </a:lnSpc>
              <a:defRPr/>
            </a:pPr>
            <a:r>
              <a:rPr lang="en-US" altLang="zh-CN" sz="27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OPPOSans R" charset="0"/>
              </a:rPr>
              <a:t>W</a:t>
            </a:r>
            <a:r>
              <a:rPr lang="en-US" altLang="en-US" sz="27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OPPOSans R" charset="0"/>
              </a:rPr>
              <a:t>À</a:t>
            </a:r>
            <a:r>
              <a:rPr lang="zh-CN" altLang="en-US" sz="27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OPPOSans R" charset="0"/>
              </a:rPr>
              <a:t>商机系统的获客模式</a:t>
            </a:r>
            <a:endParaRPr sz="2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20" name="矩形 319"/>
          <p:cNvSpPr>
            <a:spLocks noChangeArrowheads="1"/>
          </p:cNvSpPr>
          <p:nvPr/>
        </p:nvSpPr>
        <p:spPr bwMode="auto">
          <a:xfrm>
            <a:off x="0" y="174625"/>
            <a:ext cx="376555" cy="5238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1905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+mn-lt"/>
            </a:endParaRPr>
          </a:p>
        </p:txBody>
      </p:sp>
      <p:sp>
        <p:nvSpPr>
          <p:cNvPr id="321" name="矩形 320"/>
          <p:cNvSpPr>
            <a:spLocks noChangeArrowheads="1"/>
          </p:cNvSpPr>
          <p:nvPr/>
        </p:nvSpPr>
        <p:spPr bwMode="auto">
          <a:xfrm>
            <a:off x="408940" y="174625"/>
            <a:ext cx="140970" cy="5238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1905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+mn-lt"/>
            </a:endParaRPr>
          </a:p>
        </p:txBody>
      </p:sp>
      <p:pic>
        <p:nvPicPr>
          <p:cNvPr id="2" name="图片 1" descr="客户表单步骤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940" y="981710"/>
            <a:ext cx="2669540" cy="4617085"/>
          </a:xfrm>
          <a:prstGeom prst="rect">
            <a:avLst/>
          </a:prstGeom>
        </p:spPr>
      </p:pic>
      <p:pic>
        <p:nvPicPr>
          <p:cNvPr id="3" name="图片 2" descr="客户表单步骤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9645" y="981710"/>
            <a:ext cx="2524760" cy="4617085"/>
          </a:xfrm>
          <a:prstGeom prst="rect">
            <a:avLst/>
          </a:prstGeom>
        </p:spPr>
      </p:pic>
      <p:pic>
        <p:nvPicPr>
          <p:cNvPr id="4" name="图片 3" descr="客户表单步骤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6695" y="981710"/>
            <a:ext cx="2520315" cy="4617085"/>
          </a:xfrm>
          <a:prstGeom prst="rect">
            <a:avLst/>
          </a:prstGeom>
        </p:spPr>
      </p:pic>
      <p:pic>
        <p:nvPicPr>
          <p:cNvPr id="5" name="图片 4" descr="客户表单步骤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981710"/>
            <a:ext cx="2667000" cy="4617085"/>
          </a:xfrm>
          <a:prstGeom prst="rect">
            <a:avLst/>
          </a:prstGeom>
        </p:spPr>
      </p:pic>
      <p:sp>
        <p:nvSpPr>
          <p:cNvPr id="239" name="Circle"/>
          <p:cNvSpPr/>
          <p:nvPr>
            <p:custDataLst>
              <p:tags r:id="rId6"/>
            </p:custDataLst>
          </p:nvPr>
        </p:nvSpPr>
        <p:spPr>
          <a:xfrm>
            <a:off x="230505" y="6052820"/>
            <a:ext cx="11530965" cy="6985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>
            <a:outerShdw blurRad="495300" dist="76200" dir="5400000" sx="95000" sy="95000" algn="ctr" rotWithShape="0">
              <a:schemeClr val="accent1">
                <a:alpha val="25000"/>
              </a:schemeClr>
            </a:outerShdw>
          </a:effectLst>
        </p:spPr>
        <p:txBody>
          <a:bodyPr rtlCol="0" anchor="ctr"/>
          <a:lstStyle/>
          <a:p>
            <a:pPr algn="ctr"/>
            <a:endParaRPr b="1" dirty="0">
              <a:gradFill>
                <a:gsLst>
                  <a:gs pos="37000">
                    <a:schemeClr val="accent1"/>
                  </a:gs>
                  <a:gs pos="100000">
                    <a:schemeClr val="accent2"/>
                  </a:gs>
                </a:gsLst>
                <a:path path="circle">
                  <a:fillToRect l="100000" t="100000"/>
                </a:path>
              </a:gradFill>
              <a:latin typeface="OPPOSans H"/>
              <a:ea typeface="OPPOSans H"/>
              <a:sym typeface="+mn-lt"/>
            </a:endParaRPr>
          </a:p>
        </p:txBody>
      </p:sp>
      <p:sp>
        <p:nvSpPr>
          <p:cNvPr id="241" name="文本框 240"/>
          <p:cNvSpPr txBox="1"/>
          <p:nvPr>
            <p:custDataLst>
              <p:tags r:id="rId7"/>
            </p:custDataLst>
          </p:nvPr>
        </p:nvSpPr>
        <p:spPr>
          <a:xfrm>
            <a:off x="495935" y="6053455"/>
            <a:ext cx="10990580" cy="67564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zh-CN"/>
            </a:defPPr>
            <a:lvl1pPr>
              <a:lnSpc>
                <a:spcPct val="110000"/>
              </a:lnSpc>
              <a:defRPr sz="13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294640" fontAlgn="base">
              <a:lnSpc>
                <a:spcPct val="150000"/>
              </a:lnSpc>
              <a:defRPr/>
            </a:pPr>
            <a:r>
              <a:rPr lang="zh-CN" sz="1400" b="1" dirty="0">
                <a:solidFill>
                  <a:schemeClr val="tx2">
                    <a:lumMod val="75000"/>
                    <a:lumOff val="25000"/>
                  </a:schemeClr>
                </a:solidFill>
                <a:cs typeface="+mn-ea"/>
                <a:sym typeface="+mn-ea"/>
              </a:rPr>
              <a:t>抖音获客的逻辑：</a:t>
            </a:r>
            <a:r>
              <a:rPr lang="zh-CN" altLang="en-US" sz="1200" b="1" dirty="0">
                <a:solidFill>
                  <a:schemeClr val="tx1"/>
                </a:solidFill>
                <a:cs typeface="+mn-ea"/>
                <a:sym typeface="+mn-ea"/>
              </a:rPr>
              <a:t>因为您是我的客户画像，在投流时我选择了画像，您在社媒上刚好又看到了我的广告，进行查看，最后觉得有意向想要了解，留下了个人信息（电话</a:t>
            </a:r>
            <a:r>
              <a:rPr lang="en-US" altLang="zh-CN" sz="1200" b="1" dirty="0">
                <a:solidFill>
                  <a:schemeClr val="tx1"/>
                </a:solidFill>
                <a:cs typeface="+mn-ea"/>
                <a:sym typeface="+mn-ea"/>
              </a:rPr>
              <a:t>/</a:t>
            </a:r>
            <a:r>
              <a:rPr lang="zh-CN" altLang="en-US" sz="1200" b="1" dirty="0">
                <a:solidFill>
                  <a:schemeClr val="tx1"/>
                </a:solidFill>
                <a:cs typeface="+mn-ea"/>
                <a:sym typeface="+mn-ea"/>
              </a:rPr>
              <a:t>微信），我们再对您进行精准开发，比我自己守着官网，或者大海捞针的找客户更精准</a:t>
            </a:r>
            <a:r>
              <a:rPr lang="en-US" altLang="zh-CN" sz="1200" b="1" dirty="0">
                <a:solidFill>
                  <a:schemeClr val="tx1"/>
                </a:solidFill>
                <a:cs typeface="+mn-ea"/>
                <a:sym typeface="+mn-ea"/>
              </a:rPr>
              <a:t> </a:t>
            </a:r>
            <a:r>
              <a:rPr lang="zh-CN" altLang="en-US" sz="1200" b="1" dirty="0">
                <a:solidFill>
                  <a:schemeClr val="tx1"/>
                </a:solidFill>
                <a:cs typeface="+mn-ea"/>
                <a:sym typeface="+mn-ea"/>
              </a:rPr>
              <a:t>！！</a:t>
            </a:r>
            <a:endParaRPr lang="zh-CN" altLang="en-US" sz="1200" b="1" dirty="0">
              <a:solidFill>
                <a:schemeClr val="tx1"/>
              </a:solidFill>
              <a:latin typeface="+mn-ea"/>
              <a:cs typeface="+mn-ea"/>
              <a:sym typeface="+mn-ea"/>
            </a:endParaRPr>
          </a:p>
        </p:txBody>
      </p:sp>
    </p:spTree>
    <p:custDataLst>
      <p:tags r:id="rId8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2" name="Picture 4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13783" y="98425"/>
            <a:ext cx="775970" cy="836930"/>
          </a:xfrm>
          <a:prstGeom prst="rect">
            <a:avLst/>
          </a:prstGeom>
        </p:spPr>
      </p:pic>
      <p:sp>
        <p:nvSpPr>
          <p:cNvPr id="123" name="五边形 3"/>
          <p:cNvSpPr/>
          <p:nvPr>
            <p:custDataLst>
              <p:tags r:id="rId2"/>
            </p:custDataLst>
          </p:nvPr>
        </p:nvSpPr>
        <p:spPr>
          <a:xfrm>
            <a:off x="4236890" y="2414790"/>
            <a:ext cx="3712676" cy="3540375"/>
          </a:xfrm>
          <a:prstGeom prst="pentagon">
            <a:avLst/>
          </a:prstGeom>
          <a:solidFill>
            <a:schemeClr val="accent1">
              <a:lumMod val="75000"/>
              <a:alpha val="10000"/>
            </a:schemeClr>
          </a:solidFill>
          <a:ln w="19050">
            <a:solidFill>
              <a:schemeClr val="bg2">
                <a:lumMod val="25000"/>
                <a:alpha val="3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00">
              <a:solidFill>
                <a:schemeClr val="tx1"/>
              </a:solidFill>
            </a:endParaRPr>
          </a:p>
        </p:txBody>
      </p:sp>
      <p:sp>
        <p:nvSpPr>
          <p:cNvPr id="124" name="五边形 9"/>
          <p:cNvSpPr/>
          <p:nvPr>
            <p:custDataLst>
              <p:tags r:id="rId3"/>
            </p:custDataLst>
          </p:nvPr>
        </p:nvSpPr>
        <p:spPr>
          <a:xfrm>
            <a:off x="4690660" y="2847503"/>
            <a:ext cx="2805134" cy="2674949"/>
          </a:xfrm>
          <a:prstGeom prst="pentagon">
            <a:avLst>
              <a:gd name="hf" fmla="val 105146"/>
              <a:gd name="vf" fmla="val 110557"/>
            </a:avLst>
          </a:prstGeom>
          <a:noFill/>
          <a:ln w="19050" cap="flat" cmpd="sng" algn="ctr">
            <a:solidFill>
              <a:schemeClr val="accent1">
                <a:alpha val="3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00">
              <a:solidFill>
                <a:schemeClr val="tx1"/>
              </a:solidFill>
            </a:endParaRPr>
          </a:p>
        </p:txBody>
      </p:sp>
      <p:sp>
        <p:nvSpPr>
          <p:cNvPr id="125" name="五边形 10"/>
          <p:cNvSpPr/>
          <p:nvPr>
            <p:custDataLst>
              <p:tags r:id="rId4"/>
            </p:custDataLst>
          </p:nvPr>
        </p:nvSpPr>
        <p:spPr>
          <a:xfrm>
            <a:off x="5144432" y="3280214"/>
            <a:ext cx="1897590" cy="1809526"/>
          </a:xfrm>
          <a:prstGeom prst="pentagon">
            <a:avLst>
              <a:gd name="hf" fmla="val 105146"/>
              <a:gd name="vf" fmla="val 110557"/>
            </a:avLst>
          </a:prstGeom>
          <a:noFill/>
          <a:ln w="19050" cap="flat" cmpd="sng" algn="ctr">
            <a:solidFill>
              <a:schemeClr val="accent1">
                <a:alpha val="3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00" dirty="0">
              <a:solidFill>
                <a:schemeClr val="tx1"/>
              </a:solidFill>
            </a:endParaRPr>
          </a:p>
        </p:txBody>
      </p:sp>
      <p:sp>
        <p:nvSpPr>
          <p:cNvPr id="126" name="五边形 11"/>
          <p:cNvSpPr/>
          <p:nvPr>
            <p:custDataLst>
              <p:tags r:id="rId5"/>
            </p:custDataLst>
          </p:nvPr>
        </p:nvSpPr>
        <p:spPr>
          <a:xfrm>
            <a:off x="5598202" y="3712926"/>
            <a:ext cx="990049" cy="944102"/>
          </a:xfrm>
          <a:prstGeom prst="pentagon">
            <a:avLst/>
          </a:prstGeom>
          <a:noFill/>
          <a:ln w="19050">
            <a:solidFill>
              <a:schemeClr val="accent1">
                <a:alpha val="3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00">
              <a:solidFill>
                <a:schemeClr val="tx1"/>
              </a:solidFill>
            </a:endParaRPr>
          </a:p>
        </p:txBody>
      </p:sp>
      <p:cxnSp>
        <p:nvCxnSpPr>
          <p:cNvPr id="127" name="直接连接符 126"/>
          <p:cNvCxnSpPr>
            <a:stCxn id="123" idx="1"/>
            <a:endCxn id="126" idx="1"/>
          </p:cNvCxnSpPr>
          <p:nvPr>
            <p:custDataLst>
              <p:tags r:id="rId6"/>
            </p:custDataLst>
          </p:nvPr>
        </p:nvCxnSpPr>
        <p:spPr>
          <a:xfrm>
            <a:off x="4236894" y="3767089"/>
            <a:ext cx="1361311" cy="306451"/>
          </a:xfrm>
          <a:prstGeom prst="line">
            <a:avLst/>
          </a:prstGeom>
          <a:noFill/>
          <a:ln w="19050">
            <a:solidFill>
              <a:schemeClr val="accent1">
                <a:alpha val="3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8" name="直接连接符 127"/>
          <p:cNvCxnSpPr/>
          <p:nvPr>
            <p:custDataLst>
              <p:tags r:id="rId7"/>
            </p:custDataLst>
          </p:nvPr>
        </p:nvCxnSpPr>
        <p:spPr>
          <a:xfrm flipH="1">
            <a:off x="6588252" y="3767089"/>
            <a:ext cx="1361311" cy="306451"/>
          </a:xfrm>
          <a:prstGeom prst="line">
            <a:avLst/>
          </a:prstGeom>
          <a:noFill/>
          <a:ln w="19050">
            <a:solidFill>
              <a:schemeClr val="accent1">
                <a:alpha val="3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9" name="直接连接符 128"/>
          <p:cNvCxnSpPr/>
          <p:nvPr>
            <p:custDataLst>
              <p:tags r:id="rId8"/>
            </p:custDataLst>
          </p:nvPr>
        </p:nvCxnSpPr>
        <p:spPr>
          <a:xfrm flipH="1">
            <a:off x="6093226" y="2410960"/>
            <a:ext cx="1149" cy="1292998"/>
          </a:xfrm>
          <a:prstGeom prst="line">
            <a:avLst/>
          </a:prstGeom>
          <a:noFill/>
          <a:ln w="19050">
            <a:solidFill>
              <a:schemeClr val="accent1">
                <a:alpha val="3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30" name="直接连接符 129"/>
          <p:cNvCxnSpPr/>
          <p:nvPr>
            <p:custDataLst>
              <p:tags r:id="rId9"/>
            </p:custDataLst>
          </p:nvPr>
        </p:nvCxnSpPr>
        <p:spPr>
          <a:xfrm flipH="1">
            <a:off x="4947070" y="4661397"/>
            <a:ext cx="840974" cy="1291194"/>
          </a:xfrm>
          <a:prstGeom prst="line">
            <a:avLst/>
          </a:prstGeom>
          <a:noFill/>
          <a:ln w="19050">
            <a:solidFill>
              <a:schemeClr val="accent1">
                <a:alpha val="3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31" name="直接连接符 130"/>
          <p:cNvCxnSpPr/>
          <p:nvPr>
            <p:custDataLst>
              <p:tags r:id="rId10"/>
            </p:custDataLst>
          </p:nvPr>
        </p:nvCxnSpPr>
        <p:spPr>
          <a:xfrm>
            <a:off x="6402974" y="4661397"/>
            <a:ext cx="840974" cy="1291194"/>
          </a:xfrm>
          <a:prstGeom prst="line">
            <a:avLst/>
          </a:prstGeom>
          <a:noFill/>
          <a:ln w="19050">
            <a:solidFill>
              <a:schemeClr val="accent1">
                <a:alpha val="3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2" name="图形 110"/>
          <p:cNvSpPr/>
          <p:nvPr>
            <p:custDataLst>
              <p:tags r:id="rId11"/>
            </p:custDataLst>
          </p:nvPr>
        </p:nvSpPr>
        <p:spPr>
          <a:xfrm>
            <a:off x="4708382" y="2740990"/>
            <a:ext cx="2333976" cy="2885006"/>
          </a:xfrm>
          <a:custGeom>
            <a:avLst/>
            <a:gdLst>
              <a:gd name="connsiteX0" fmla="*/ 0 w 2502338"/>
              <a:gd name="connsiteY0" fmla="*/ 1254711 h 3093116"/>
              <a:gd name="connsiteX1" fmla="*/ 1488151 w 2502338"/>
              <a:gd name="connsiteY1" fmla="*/ 0 h 3093116"/>
              <a:gd name="connsiteX2" fmla="*/ 2502339 w 2502338"/>
              <a:gd name="connsiteY2" fmla="*/ 1367888 h 3093116"/>
              <a:gd name="connsiteX3" fmla="*/ 2502339 w 2502338"/>
              <a:gd name="connsiteY3" fmla="*/ 3093116 h 3093116"/>
              <a:gd name="connsiteX4" fmla="*/ 729617 w 2502338"/>
              <a:gd name="connsiteY4" fmla="*/ 2750330 h 3093116"/>
              <a:gd name="connsiteX5" fmla="*/ 0 w 2502338"/>
              <a:gd name="connsiteY5" fmla="*/ 1254711 h 3093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02338" h="3093116">
                <a:moveTo>
                  <a:pt x="0" y="1254711"/>
                </a:moveTo>
                <a:lnTo>
                  <a:pt x="1488151" y="0"/>
                </a:lnTo>
                <a:lnTo>
                  <a:pt x="2502339" y="1367888"/>
                </a:lnTo>
                <a:lnTo>
                  <a:pt x="2502339" y="3093116"/>
                </a:lnTo>
                <a:lnTo>
                  <a:pt x="729617" y="2750330"/>
                </a:lnTo>
                <a:lnTo>
                  <a:pt x="0" y="1254711"/>
                </a:lnTo>
                <a:close/>
              </a:path>
            </a:pathLst>
          </a:custGeom>
          <a:gradFill>
            <a:gsLst>
              <a:gs pos="24000">
                <a:schemeClr val="accent1">
                  <a:alpha val="57000"/>
                </a:schemeClr>
              </a:gs>
              <a:gs pos="100000">
                <a:schemeClr val="accent1">
                  <a:alpha val="0"/>
                </a:schemeClr>
              </a:gs>
            </a:gsLst>
            <a:path path="circle">
              <a:fillToRect l="-10333" t="48580" r="110333" b="51420"/>
            </a:path>
          </a:gradFill>
          <a:ln w="76200" cap="flat">
            <a:solidFill>
              <a:schemeClr val="tx2">
                <a:lumMod val="75000"/>
                <a:lumOff val="25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3" name="椭圆 132"/>
          <p:cNvSpPr/>
          <p:nvPr>
            <p:custDataLst>
              <p:tags r:id="rId12"/>
            </p:custDataLst>
          </p:nvPr>
        </p:nvSpPr>
        <p:spPr>
          <a:xfrm flipH="1">
            <a:off x="7156823" y="5887146"/>
            <a:ext cx="175463" cy="17546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38100">
            <a:noFill/>
          </a:ln>
          <a:effectLst>
            <a:innerShdw blurRad="114300">
              <a:prstClr val="black">
                <a:alpha val="14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 dirty="0">
              <a:solidFill>
                <a:schemeClr val="tx1"/>
              </a:solidFill>
            </a:endParaRPr>
          </a:p>
        </p:txBody>
      </p:sp>
      <p:sp>
        <p:nvSpPr>
          <p:cNvPr id="134" name="椭圆 133"/>
          <p:cNvSpPr/>
          <p:nvPr>
            <p:custDataLst>
              <p:tags r:id="rId13"/>
            </p:custDataLst>
          </p:nvPr>
        </p:nvSpPr>
        <p:spPr>
          <a:xfrm flipH="1">
            <a:off x="4864451" y="5887146"/>
            <a:ext cx="175463" cy="17546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38100">
            <a:noFill/>
          </a:ln>
          <a:effectLst>
            <a:innerShdw blurRad="114300">
              <a:prstClr val="black">
                <a:alpha val="14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 dirty="0">
              <a:solidFill>
                <a:schemeClr val="tx1"/>
              </a:solidFill>
            </a:endParaRPr>
          </a:p>
        </p:txBody>
      </p:sp>
      <p:sp>
        <p:nvSpPr>
          <p:cNvPr id="135" name="椭圆 134"/>
          <p:cNvSpPr/>
          <p:nvPr>
            <p:custDataLst>
              <p:tags r:id="rId14"/>
            </p:custDataLst>
          </p:nvPr>
        </p:nvSpPr>
        <p:spPr>
          <a:xfrm flipH="1">
            <a:off x="7874016" y="3700475"/>
            <a:ext cx="175463" cy="17546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38100">
            <a:noFill/>
          </a:ln>
          <a:effectLst>
            <a:innerShdw blurRad="114300">
              <a:prstClr val="black">
                <a:alpha val="14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 dirty="0">
              <a:solidFill>
                <a:schemeClr val="tx1"/>
              </a:solidFill>
            </a:endParaRPr>
          </a:p>
        </p:txBody>
      </p:sp>
      <p:sp>
        <p:nvSpPr>
          <p:cNvPr id="136" name="椭圆 135"/>
          <p:cNvSpPr/>
          <p:nvPr>
            <p:custDataLst>
              <p:tags r:id="rId15"/>
            </p:custDataLst>
          </p:nvPr>
        </p:nvSpPr>
        <p:spPr>
          <a:xfrm flipH="1">
            <a:off x="4165240" y="3700475"/>
            <a:ext cx="175463" cy="17546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38100">
            <a:noFill/>
          </a:ln>
          <a:effectLst>
            <a:innerShdw blurRad="114300">
              <a:prstClr val="black">
                <a:alpha val="14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 dirty="0">
              <a:solidFill>
                <a:schemeClr val="tx1"/>
              </a:solidFill>
            </a:endParaRPr>
          </a:p>
        </p:txBody>
      </p:sp>
      <p:sp>
        <p:nvSpPr>
          <p:cNvPr id="138" name="椭圆 137"/>
          <p:cNvSpPr/>
          <p:nvPr>
            <p:custDataLst>
              <p:tags r:id="rId16"/>
            </p:custDataLst>
          </p:nvPr>
        </p:nvSpPr>
        <p:spPr>
          <a:xfrm flipH="1">
            <a:off x="6021575" y="2353151"/>
            <a:ext cx="175463" cy="175464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38100">
            <a:noFill/>
          </a:ln>
          <a:effectLst>
            <a:innerShdw blurRad="114300">
              <a:prstClr val="black">
                <a:alpha val="14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 dirty="0">
              <a:solidFill>
                <a:schemeClr val="tx1"/>
              </a:solidFill>
            </a:endParaRPr>
          </a:p>
        </p:txBody>
      </p:sp>
      <p:cxnSp>
        <p:nvCxnSpPr>
          <p:cNvPr id="139" name="连接符: 肘形 148"/>
          <p:cNvCxnSpPr>
            <a:stCxn id="138" idx="0"/>
            <a:endCxn id="142" idx="0"/>
          </p:cNvCxnSpPr>
          <p:nvPr>
            <p:custDataLst>
              <p:tags r:id="rId17"/>
            </p:custDataLst>
          </p:nvPr>
        </p:nvCxnSpPr>
        <p:spPr>
          <a:xfrm rot="16200000" flipV="1">
            <a:off x="4714558" y="1177608"/>
            <a:ext cx="406400" cy="2383155"/>
          </a:xfrm>
          <a:prstGeom prst="bentConnector2">
            <a:avLst/>
          </a:prstGeom>
          <a:ln w="19050">
            <a:solidFill>
              <a:schemeClr val="accent1">
                <a:alpha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文本框 141"/>
          <p:cNvSpPr txBox="1"/>
          <p:nvPr>
            <p:custDataLst>
              <p:tags r:id="rId18"/>
            </p:custDataLst>
          </p:nvPr>
        </p:nvSpPr>
        <p:spPr>
          <a:xfrm>
            <a:off x="923925" y="1926590"/>
            <a:ext cx="2802255" cy="478155"/>
          </a:xfrm>
          <a:prstGeom prst="snip1Rect">
            <a:avLst/>
          </a:prstGeom>
          <a:solidFill>
            <a:schemeClr val="accent5">
              <a:lumMod val="40000"/>
              <a:lumOff val="60000"/>
              <a:alpha val="50000"/>
            </a:schemeClr>
          </a:solidFill>
          <a:ln w="19050">
            <a:noFill/>
          </a:ln>
          <a:effectLst>
            <a:outerShdw blurRad="444500" dist="254000" dir="5400000" sx="98000" sy="98000" algn="t" rotWithShape="0">
              <a:srgbClr val="0C5CB4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108000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algn="ctr" defTabSz="914400">
              <a:defRPr>
                <a:solidFill>
                  <a:prstClr val="white"/>
                </a:solidFill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 algn="l" defTabSz="457200">
              <a:buClrTx/>
              <a:buSzTx/>
              <a:buFontTx/>
            </a:pPr>
            <a:r>
              <a:rPr lang="zh-CN" altLang="en-US" sz="1400" b="1" dirty="0">
                <a:ln>
                  <a:noFill/>
                </a:ln>
                <a:solidFill>
                  <a:schemeClr val="tx1"/>
                </a:solidFill>
                <a:latin typeface="+mj-ea"/>
                <a:ea typeface="+mj-ea"/>
                <a:cs typeface="+mn-cs"/>
                <a:sym typeface="+mn-ea"/>
              </a:rPr>
              <a:t>广告计划精准定位画像</a:t>
            </a:r>
            <a:endParaRPr lang="zh-CN" altLang="en-US" sz="1400" b="1" dirty="0">
              <a:ln>
                <a:noFill/>
              </a:ln>
              <a:solidFill>
                <a:schemeClr val="tx1"/>
              </a:solidFill>
              <a:latin typeface="+mj-ea"/>
              <a:ea typeface="+mj-ea"/>
              <a:cs typeface="+mn-cs"/>
              <a:sym typeface="+mn-ea"/>
            </a:endParaRPr>
          </a:p>
        </p:txBody>
      </p:sp>
      <p:sp>
        <p:nvSpPr>
          <p:cNvPr id="148" name="文本框 147"/>
          <p:cNvSpPr txBox="1"/>
          <p:nvPr>
            <p:custDataLst>
              <p:tags r:id="rId19"/>
            </p:custDataLst>
          </p:nvPr>
        </p:nvSpPr>
        <p:spPr>
          <a:xfrm>
            <a:off x="923925" y="3543935"/>
            <a:ext cx="2802255" cy="478155"/>
          </a:xfrm>
          <a:prstGeom prst="snip1Rect">
            <a:avLst/>
          </a:prstGeom>
          <a:solidFill>
            <a:schemeClr val="accent5">
              <a:lumMod val="40000"/>
              <a:lumOff val="60000"/>
              <a:alpha val="50000"/>
            </a:schemeClr>
          </a:solidFill>
          <a:ln w="19050">
            <a:noFill/>
          </a:ln>
          <a:effectLst>
            <a:outerShdw blurRad="444500" dist="254000" dir="5400000" sx="98000" sy="98000" algn="t" rotWithShape="0">
              <a:srgbClr val="0C5CB4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108000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algn="ctr" defTabSz="914400">
              <a:defRPr>
                <a:solidFill>
                  <a:prstClr val="white"/>
                </a:solidFill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 algn="l" defTabSz="457200">
              <a:buClrTx/>
              <a:buSzTx/>
              <a:buFontTx/>
            </a:pPr>
            <a:r>
              <a:rPr lang="zh-CN" altLang="en-US" sz="1400" b="1" dirty="0">
                <a:ln>
                  <a:noFill/>
                </a:ln>
                <a:solidFill>
                  <a:schemeClr val="tx1"/>
                </a:solidFill>
                <a:latin typeface="+mj-ea"/>
                <a:ea typeface="+mj-ea"/>
                <a:cs typeface="+mn-cs"/>
                <a:sym typeface="+mn-ea"/>
              </a:rPr>
              <a:t>高门槛表单主动留资</a:t>
            </a:r>
            <a:endParaRPr lang="zh-CN" altLang="en-US" sz="1400" b="1" dirty="0">
              <a:ln>
                <a:noFill/>
              </a:ln>
              <a:solidFill>
                <a:schemeClr val="tx1"/>
              </a:solidFill>
              <a:latin typeface="+mj-ea"/>
              <a:ea typeface="+mj-ea"/>
              <a:cs typeface="+mn-cs"/>
              <a:sym typeface="+mn-ea"/>
            </a:endParaRPr>
          </a:p>
        </p:txBody>
      </p:sp>
      <p:sp>
        <p:nvSpPr>
          <p:cNvPr id="161" name="文本框 160"/>
          <p:cNvSpPr txBox="1"/>
          <p:nvPr>
            <p:custDataLst>
              <p:tags r:id="rId20"/>
            </p:custDataLst>
          </p:nvPr>
        </p:nvSpPr>
        <p:spPr>
          <a:xfrm>
            <a:off x="923925" y="5231765"/>
            <a:ext cx="2802255" cy="478155"/>
          </a:xfrm>
          <a:prstGeom prst="snip1Rect">
            <a:avLst/>
          </a:prstGeom>
          <a:solidFill>
            <a:schemeClr val="accent5">
              <a:lumMod val="40000"/>
              <a:lumOff val="60000"/>
              <a:alpha val="50000"/>
            </a:schemeClr>
          </a:solidFill>
          <a:ln w="19050">
            <a:noFill/>
          </a:ln>
          <a:effectLst>
            <a:outerShdw blurRad="444500" dist="254000" dir="5400000" sx="98000" sy="98000" algn="t" rotWithShape="0">
              <a:srgbClr val="0C5CB4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108000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algn="ctr" defTabSz="914400">
              <a:defRPr>
                <a:solidFill>
                  <a:prstClr val="white"/>
                </a:solidFill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 algn="l" defTabSz="457200">
              <a:buClrTx/>
              <a:buSzTx/>
              <a:buFontTx/>
            </a:pPr>
            <a:r>
              <a:rPr lang="en-US" altLang="zh-CN" sz="1400" b="1" dirty="0">
                <a:ln>
                  <a:noFill/>
                </a:ln>
                <a:solidFill>
                  <a:schemeClr val="tx1"/>
                </a:solidFill>
                <a:latin typeface="+mj-ea"/>
                <a:ea typeface="+mj-ea"/>
                <a:cs typeface="+mn-cs"/>
                <a:sym typeface="+mn-ea"/>
              </a:rPr>
              <a:t>Google Gemini</a:t>
            </a:r>
            <a:r>
              <a:rPr lang="zh-CN" altLang="en-US" sz="1400" b="1" dirty="0">
                <a:ln>
                  <a:noFill/>
                </a:ln>
                <a:solidFill>
                  <a:schemeClr val="tx1"/>
                </a:solidFill>
                <a:latin typeface="+mj-ea"/>
                <a:ea typeface="+mj-ea"/>
                <a:cs typeface="+mn-cs"/>
                <a:sym typeface="+mn-ea"/>
              </a:rPr>
              <a:t>背调精准验证</a:t>
            </a:r>
            <a:endParaRPr lang="zh-CN" altLang="en-US" sz="1400" b="1" dirty="0">
              <a:ln>
                <a:noFill/>
              </a:ln>
              <a:solidFill>
                <a:schemeClr val="tx1"/>
              </a:solidFill>
              <a:latin typeface="+mj-ea"/>
              <a:ea typeface="+mj-ea"/>
              <a:cs typeface="+mn-cs"/>
              <a:sym typeface="+mn-ea"/>
            </a:endParaRPr>
          </a:p>
        </p:txBody>
      </p:sp>
      <p:grpSp>
        <p:nvGrpSpPr>
          <p:cNvPr id="162" name="组合 161"/>
          <p:cNvGrpSpPr/>
          <p:nvPr>
            <p:custDataLst>
              <p:tags r:id="rId21"/>
            </p:custDataLst>
          </p:nvPr>
        </p:nvGrpSpPr>
        <p:grpSpPr>
          <a:xfrm>
            <a:off x="8461059" y="2314268"/>
            <a:ext cx="3068955" cy="1734820"/>
            <a:chOff x="767511" y="1415775"/>
            <a:chExt cx="3130641" cy="1769689"/>
          </a:xfrm>
        </p:grpSpPr>
        <p:sp>
          <p:nvSpPr>
            <p:cNvPr id="163" name="文本框 162"/>
            <p:cNvSpPr txBox="1"/>
            <p:nvPr>
              <p:custDataLst>
                <p:tags r:id="rId22"/>
              </p:custDataLst>
            </p:nvPr>
          </p:nvSpPr>
          <p:spPr>
            <a:xfrm>
              <a:off x="767511" y="1904188"/>
              <a:ext cx="3130641" cy="1281276"/>
            </a:xfrm>
            <a:prstGeom prst="rect">
              <a:avLst/>
            </a:prstGeom>
            <a:noFill/>
          </p:spPr>
          <p:txBody>
            <a:bodyPr wrap="square" anchor="ctr">
              <a:noAutofit/>
            </a:bodyPr>
            <a:lstStyle/>
            <a:p>
              <a:pPr defTabSz="294640" fontAlgn="base">
                <a:lnSpc>
                  <a:spcPct val="150000"/>
                </a:lnSpc>
                <a:defRPr/>
              </a:pPr>
              <a:r>
                <a:rPr lang="en-US" altLang="zh-CN" sz="1000" dirty="0">
                  <a:solidFill>
                    <a:schemeClr val="tx1"/>
                  </a:solidFill>
                  <a:cs typeface="+mn-ea"/>
                </a:rPr>
                <a:t>1-</a:t>
              </a:r>
              <a:r>
                <a:rPr lang="zh-CN" altLang="en-US" sz="1000" dirty="0">
                  <a:solidFill>
                    <a:schemeClr val="tx1"/>
                  </a:solidFill>
                  <a:cs typeface="+mn-ea"/>
                </a:rPr>
                <a:t>社媒覆盖全球超</a:t>
              </a:r>
              <a:r>
                <a:rPr lang="en-US" altLang="zh-CN" sz="1000" dirty="0">
                  <a:solidFill>
                    <a:schemeClr val="tx1"/>
                  </a:solidFill>
                  <a:cs typeface="+mn-ea"/>
                </a:rPr>
                <a:t>56.6 </a:t>
              </a:r>
              <a:r>
                <a:rPr lang="zh-CN" altLang="en-US" sz="1000" dirty="0">
                  <a:solidFill>
                    <a:schemeClr val="tx1"/>
                  </a:solidFill>
                  <a:cs typeface="+mn-ea"/>
                </a:rPr>
                <a:t>亿人群，</a:t>
              </a:r>
              <a:r>
                <a:rPr lang="en-US" altLang="zh-CN" sz="1000" dirty="0">
                  <a:solidFill>
                    <a:schemeClr val="tx1"/>
                  </a:solidFill>
                  <a:cs typeface="+mn-ea"/>
                </a:rPr>
                <a:t>92.6% </a:t>
              </a:r>
              <a:r>
                <a:rPr lang="zh-CN" altLang="en-US" sz="1000" dirty="0">
                  <a:solidFill>
                    <a:schemeClr val="tx1"/>
                  </a:solidFill>
                  <a:cs typeface="+mn-ea"/>
                </a:rPr>
                <a:t>的全球网民</a:t>
              </a:r>
              <a:endParaRPr lang="zh-CN" altLang="en-US" sz="1000" dirty="0">
                <a:solidFill>
                  <a:schemeClr val="tx1"/>
                </a:solidFill>
                <a:cs typeface="+mn-ea"/>
              </a:endParaRPr>
            </a:p>
            <a:p>
              <a:pPr defTabSz="294640" fontAlgn="base">
                <a:lnSpc>
                  <a:spcPct val="150000"/>
                </a:lnSpc>
                <a:defRPr/>
              </a:pPr>
              <a:r>
                <a:rPr lang="en-US" altLang="zh-CN" sz="1000" dirty="0">
                  <a:solidFill>
                    <a:schemeClr val="tx1"/>
                  </a:solidFill>
                  <a:cs typeface="+mn-ea"/>
                </a:rPr>
                <a:t>2-</a:t>
              </a:r>
              <a:r>
                <a:rPr lang="zh-CN" altLang="en-US" sz="1000" dirty="0">
                  <a:solidFill>
                    <a:schemeClr val="tx1"/>
                  </a:solidFill>
                  <a:cs typeface="+mn-ea"/>
                </a:rPr>
                <a:t>海外</a:t>
              </a:r>
              <a:r>
                <a:rPr lang="en-US" altLang="zh-CN" sz="1000" dirty="0">
                  <a:solidFill>
                    <a:schemeClr val="tx1"/>
                  </a:solidFill>
                  <a:cs typeface="+mn-ea"/>
                </a:rPr>
                <a:t> B2B </a:t>
              </a:r>
              <a:r>
                <a:rPr lang="zh-CN" altLang="en-US" sz="1000" dirty="0">
                  <a:solidFill>
                    <a:schemeClr val="tx1"/>
                  </a:solidFill>
                  <a:cs typeface="+mn-ea"/>
                </a:rPr>
                <a:t>采购决策中，</a:t>
              </a:r>
              <a:r>
                <a:rPr lang="en-US" altLang="zh-CN" sz="1000" dirty="0">
                  <a:solidFill>
                    <a:schemeClr val="tx1"/>
                  </a:solidFill>
                  <a:cs typeface="+mn-ea"/>
                </a:rPr>
                <a:t>70%+ </a:t>
              </a:r>
              <a:r>
                <a:rPr lang="zh-CN" altLang="en-US" sz="1000" dirty="0">
                  <a:solidFill>
                    <a:schemeClr val="tx1"/>
                  </a:solidFill>
                  <a:cs typeface="+mn-ea"/>
                </a:rPr>
                <a:t>的决策者会通过社媒调研供应商</a:t>
              </a:r>
              <a:endParaRPr lang="zh-CN" altLang="en-US" sz="1000" dirty="0">
                <a:solidFill>
                  <a:schemeClr val="tx1"/>
                </a:solidFill>
                <a:cs typeface="+mn-ea"/>
              </a:endParaRPr>
            </a:p>
          </p:txBody>
        </p:sp>
        <p:sp>
          <p:nvSpPr>
            <p:cNvPr id="164" name="文本框 163"/>
            <p:cNvSpPr txBox="1"/>
            <p:nvPr>
              <p:custDataLst>
                <p:tags r:id="rId23"/>
              </p:custDataLst>
            </p:nvPr>
          </p:nvSpPr>
          <p:spPr>
            <a:xfrm>
              <a:off x="809616" y="1415775"/>
              <a:ext cx="3070399" cy="487766"/>
            </a:xfrm>
            <a:prstGeom prst="snip1Rect">
              <a:avLst/>
            </a:prstGeom>
            <a:solidFill>
              <a:schemeClr val="accent5">
                <a:lumMod val="40000"/>
                <a:lumOff val="60000"/>
                <a:alpha val="50000"/>
              </a:schemeClr>
            </a:solidFill>
            <a:ln w="19050">
              <a:noFill/>
            </a:ln>
            <a:effectLst>
              <a:outerShdw blurRad="444500" dist="254000" dir="5400000" sx="98000" sy="98000" algn="t" rotWithShape="0">
                <a:srgbClr val="0C5CB4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108000" rtlCol="0" anchor="ctr">
              <a:noAutofit/>
            </a:bodyPr>
            <a:lstStyle>
              <a:defPPr>
                <a:defRPr lang="en-US"/>
              </a:defPPr>
              <a:lvl1pPr algn="ctr" defTabSz="914400">
                <a:defRPr>
                  <a:solidFill>
                    <a:prstClr val="white"/>
                  </a:solidFill>
                  <a:latin typeface="OPPOSans R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algn="l" defTabSz="457200"/>
              <a:r>
                <a:rPr lang="zh-CN" altLang="en-US" sz="1400" b="1" dirty="0">
                  <a:ln>
                    <a:noFill/>
                  </a:ln>
                  <a:solidFill>
                    <a:schemeClr val="tx1"/>
                  </a:solidFill>
                  <a:latin typeface="+mj-ea"/>
                  <a:ea typeface="+mj-ea"/>
                  <a:cs typeface="+mn-cs"/>
                </a:rPr>
                <a:t>社媒覆盖广，决策人活跃度高</a:t>
              </a:r>
              <a:endParaRPr lang="zh-CN" altLang="en-US" sz="1400" b="1" dirty="0">
                <a:ln>
                  <a:noFill/>
                </a:ln>
                <a:solidFill>
                  <a:schemeClr val="tx1"/>
                </a:solidFill>
                <a:latin typeface="+mj-ea"/>
                <a:ea typeface="+mj-ea"/>
                <a:cs typeface="+mn-cs"/>
              </a:endParaRPr>
            </a:p>
          </p:txBody>
        </p:sp>
      </p:grpSp>
      <p:sp>
        <p:nvSpPr>
          <p:cNvPr id="167" name="文本框 166"/>
          <p:cNvSpPr txBox="1"/>
          <p:nvPr>
            <p:custDataLst>
              <p:tags r:id="rId24"/>
            </p:custDataLst>
          </p:nvPr>
        </p:nvSpPr>
        <p:spPr>
          <a:xfrm>
            <a:off x="8455660" y="4589145"/>
            <a:ext cx="2802255" cy="478155"/>
          </a:xfrm>
          <a:prstGeom prst="snip1Rect">
            <a:avLst/>
          </a:prstGeom>
          <a:solidFill>
            <a:schemeClr val="accent5">
              <a:lumMod val="40000"/>
              <a:lumOff val="60000"/>
              <a:alpha val="50000"/>
            </a:schemeClr>
          </a:solidFill>
          <a:ln w="19050">
            <a:noFill/>
          </a:ln>
          <a:effectLst>
            <a:outerShdw blurRad="444500" dist="254000" dir="5400000" sx="98000" sy="98000" algn="t" rotWithShape="0">
              <a:srgbClr val="0C5CB4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108000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algn="ctr" defTabSz="914400">
              <a:defRPr>
                <a:solidFill>
                  <a:prstClr val="white"/>
                </a:solidFill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 algn="l" defTabSz="457200">
              <a:buClrTx/>
              <a:buSzTx/>
              <a:buFontTx/>
            </a:pPr>
            <a:r>
              <a:rPr lang="zh-CN" altLang="en-US" sz="1400" b="1" dirty="0">
                <a:ln>
                  <a:noFill/>
                </a:ln>
                <a:solidFill>
                  <a:schemeClr val="tx1"/>
                </a:solidFill>
                <a:latin typeface="+mj-ea"/>
                <a:ea typeface="+mj-ea"/>
                <a:cs typeface="+mn-cs"/>
                <a:sym typeface="+mn-ea"/>
              </a:rPr>
              <a:t>社媒标签化，</a:t>
            </a:r>
            <a:r>
              <a:rPr lang="zh-CN" altLang="en-US" sz="1400" b="1" dirty="0">
                <a:ln>
                  <a:noFill/>
                </a:ln>
                <a:solidFill>
                  <a:schemeClr val="tx1"/>
                </a:solidFill>
                <a:latin typeface="+mj-ea"/>
                <a:ea typeface="+mj-ea"/>
                <a:cs typeface="+mn-cs"/>
                <a:sym typeface="+mn-ea"/>
              </a:rPr>
              <a:t>大数据精准打标</a:t>
            </a:r>
            <a:endParaRPr lang="zh-CN" altLang="en-US" sz="1400" b="1" dirty="0">
              <a:ln>
                <a:noFill/>
              </a:ln>
              <a:solidFill>
                <a:schemeClr val="tx1"/>
              </a:solidFill>
              <a:latin typeface="+mj-ea"/>
              <a:ea typeface="+mj-ea"/>
              <a:cs typeface="+mn-cs"/>
              <a:sym typeface="+mn-ea"/>
            </a:endParaRPr>
          </a:p>
        </p:txBody>
      </p:sp>
      <p:cxnSp>
        <p:nvCxnSpPr>
          <p:cNvPr id="168" name="直接连接符 167"/>
          <p:cNvCxnSpPr/>
          <p:nvPr>
            <p:custDataLst>
              <p:tags r:id="rId25"/>
            </p:custDataLst>
          </p:nvPr>
        </p:nvCxnSpPr>
        <p:spPr>
          <a:xfrm>
            <a:off x="3676121" y="3785764"/>
            <a:ext cx="482144" cy="0"/>
          </a:xfrm>
          <a:prstGeom prst="line">
            <a:avLst/>
          </a:prstGeom>
          <a:ln w="19050">
            <a:solidFill>
              <a:schemeClr val="accent1">
                <a:alpha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连接符: 肘形 183"/>
          <p:cNvCxnSpPr>
            <a:stCxn id="134" idx="6"/>
            <a:endCxn id="161" idx="0"/>
          </p:cNvCxnSpPr>
          <p:nvPr>
            <p:custDataLst>
              <p:tags r:id="rId26"/>
            </p:custDataLst>
          </p:nvPr>
        </p:nvCxnSpPr>
        <p:spPr>
          <a:xfrm rot="10800000">
            <a:off x="3726180" y="5471160"/>
            <a:ext cx="1138555" cy="503555"/>
          </a:xfrm>
          <a:prstGeom prst="bentConnector3">
            <a:avLst>
              <a:gd name="adj1" fmla="val 49972"/>
            </a:avLst>
          </a:prstGeom>
          <a:ln w="19050">
            <a:solidFill>
              <a:schemeClr val="accent1">
                <a:alpha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连接符: 肘形 185"/>
          <p:cNvCxnSpPr>
            <a:stCxn id="133" idx="2"/>
            <a:endCxn id="167" idx="2"/>
          </p:cNvCxnSpPr>
          <p:nvPr>
            <p:custDataLst>
              <p:tags r:id="rId27"/>
            </p:custDataLst>
          </p:nvPr>
        </p:nvCxnSpPr>
        <p:spPr>
          <a:xfrm flipV="1">
            <a:off x="7332345" y="4828540"/>
            <a:ext cx="1123315" cy="1146175"/>
          </a:xfrm>
          <a:prstGeom prst="bentConnector3">
            <a:avLst>
              <a:gd name="adj1" fmla="val 50028"/>
            </a:avLst>
          </a:prstGeom>
          <a:ln w="19050">
            <a:solidFill>
              <a:schemeClr val="accent1">
                <a:alpha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连接符: 肘形 187"/>
          <p:cNvCxnSpPr>
            <a:stCxn id="135" idx="2"/>
            <a:endCxn id="164" idx="2"/>
          </p:cNvCxnSpPr>
          <p:nvPr>
            <p:custDataLst>
              <p:tags r:id="rId28"/>
            </p:custDataLst>
          </p:nvPr>
        </p:nvCxnSpPr>
        <p:spPr>
          <a:xfrm flipV="1">
            <a:off x="8049260" y="2553970"/>
            <a:ext cx="453390" cy="1234440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1">
                <a:alpha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rect 380"/>
          <p:cNvSpPr/>
          <p:nvPr>
            <p:custDataLst>
              <p:tags r:id="rId29"/>
            </p:custDataLst>
          </p:nvPr>
        </p:nvSpPr>
        <p:spPr>
          <a:xfrm>
            <a:off x="8411845" y="1159510"/>
            <a:ext cx="2802255" cy="646430"/>
          </a:xfrm>
          <a:prstGeom prst="rect">
            <a:avLst/>
          </a:prstGeom>
          <a:solidFill>
            <a:srgbClr val="FFFFFF">
              <a:alpha val="49803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80" name="textbox 398"/>
          <p:cNvSpPr/>
          <p:nvPr>
            <p:custDataLst>
              <p:tags r:id="rId30"/>
            </p:custDataLst>
          </p:nvPr>
        </p:nvSpPr>
        <p:spPr>
          <a:xfrm>
            <a:off x="8441055" y="1240790"/>
            <a:ext cx="2773045" cy="3448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r>
              <a:rPr lang="zh-CN" sz="2800" b="1" kern="0" spc="240" dirty="0">
                <a:solidFill>
                  <a:srgbClr val="0122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向外看</a:t>
            </a:r>
            <a:r>
              <a:rPr lang="en-US" altLang="zh-CN" sz="2000" b="1" kern="0" spc="240" dirty="0">
                <a:solidFill>
                  <a:srgbClr val="0122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 sz="2000" b="1" kern="0" spc="240" dirty="0">
                <a:solidFill>
                  <a:srgbClr val="0122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社媒趋势</a:t>
            </a:r>
            <a:endParaRPr lang="zh-CN" altLang="en-US" sz="2000" b="1" kern="0" spc="240" dirty="0">
              <a:solidFill>
                <a:srgbClr val="012296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1" name="path 408"/>
          <p:cNvSpPr/>
          <p:nvPr>
            <p:custDataLst>
              <p:tags r:id="rId31"/>
            </p:custDataLst>
          </p:nvPr>
        </p:nvSpPr>
        <p:spPr>
          <a:xfrm flipV="1">
            <a:off x="8439150" y="1651635"/>
            <a:ext cx="2774950" cy="76200"/>
          </a:xfrm>
          <a:custGeom>
            <a:avLst/>
            <a:gdLst/>
            <a:ahLst/>
            <a:cxnLst/>
            <a:rect l="0" t="0" r="0" b="0"/>
            <a:pathLst>
              <a:path w="4589" h="10">
                <a:moveTo>
                  <a:pt x="0" y="5"/>
                </a:moveTo>
                <a:lnTo>
                  <a:pt x="4589" y="5"/>
                </a:lnTo>
              </a:path>
            </a:pathLst>
          </a:custGeom>
          <a:noFill/>
          <a:ln w="6350" cap="flat">
            <a:solidFill>
              <a:srgbClr val="012296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83" name="文本框 182"/>
          <p:cNvSpPr txBox="1"/>
          <p:nvPr>
            <p:custDataLst>
              <p:tags r:id="rId32"/>
            </p:custDataLst>
          </p:nvPr>
        </p:nvSpPr>
        <p:spPr>
          <a:xfrm>
            <a:off x="8460105" y="5151120"/>
            <a:ext cx="3291205" cy="125603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defTabSz="294640" fontAlgn="base">
              <a:lnSpc>
                <a:spcPct val="150000"/>
              </a:lnSpc>
              <a:defRPr/>
            </a:pPr>
            <a:r>
              <a:rPr lang="en-US" altLang="zh-CN" sz="1000" dirty="0">
                <a:solidFill>
                  <a:schemeClr val="tx1"/>
                </a:solidFill>
                <a:cs typeface="+mn-ea"/>
              </a:rPr>
              <a:t>1-</a:t>
            </a:r>
            <a:r>
              <a:rPr lang="zh-CN" altLang="en-US" sz="1000" dirty="0">
                <a:solidFill>
                  <a:schemeClr val="tx1"/>
                </a:solidFill>
                <a:cs typeface="+mn-ea"/>
              </a:rPr>
              <a:t>基础注册信息完整度：</a:t>
            </a:r>
            <a:r>
              <a:rPr lang="en-US" altLang="zh-CN" sz="1000" dirty="0">
                <a:solidFill>
                  <a:schemeClr val="tx1"/>
                </a:solidFill>
                <a:cs typeface="+mn-ea"/>
              </a:rPr>
              <a:t>80%+</a:t>
            </a:r>
            <a:endParaRPr lang="en-US" altLang="zh-CN" sz="1000" dirty="0">
              <a:solidFill>
                <a:schemeClr val="tx1"/>
              </a:solidFill>
              <a:cs typeface="+mn-ea"/>
            </a:endParaRPr>
          </a:p>
          <a:p>
            <a:pPr defTabSz="294640" fontAlgn="base">
              <a:lnSpc>
                <a:spcPct val="150000"/>
              </a:lnSpc>
              <a:defRPr/>
            </a:pPr>
            <a:r>
              <a:rPr lang="en-US" altLang="zh-CN" sz="1000" dirty="0">
                <a:solidFill>
                  <a:schemeClr val="tx1"/>
                </a:solidFill>
                <a:cs typeface="+mn-ea"/>
              </a:rPr>
              <a:t>2-</a:t>
            </a:r>
            <a:r>
              <a:rPr lang="zh-CN" altLang="en-US" sz="1000" dirty="0">
                <a:solidFill>
                  <a:schemeClr val="tx1"/>
                </a:solidFill>
                <a:cs typeface="+mn-ea"/>
              </a:rPr>
              <a:t>结合行为数据后的用户画像准确率：</a:t>
            </a:r>
            <a:r>
              <a:rPr lang="en-US" altLang="zh-CN" sz="1000" dirty="0">
                <a:solidFill>
                  <a:schemeClr val="tx1"/>
                </a:solidFill>
                <a:cs typeface="+mn-ea"/>
              </a:rPr>
              <a:t>90%+</a:t>
            </a:r>
            <a:endParaRPr lang="en-US" altLang="zh-CN" sz="1000" dirty="0">
              <a:solidFill>
                <a:schemeClr val="tx1"/>
              </a:solidFill>
              <a:cs typeface="+mn-ea"/>
            </a:endParaRPr>
          </a:p>
          <a:p>
            <a:pPr defTabSz="294640" fontAlgn="base">
              <a:lnSpc>
                <a:spcPct val="150000"/>
              </a:lnSpc>
              <a:defRPr/>
            </a:pPr>
            <a:r>
              <a:rPr lang="en-US" altLang="zh-CN" sz="1000" dirty="0">
                <a:solidFill>
                  <a:schemeClr val="tx1"/>
                </a:solidFill>
                <a:cs typeface="+mn-ea"/>
              </a:rPr>
              <a:t>3-</a:t>
            </a:r>
            <a:r>
              <a:rPr lang="zh-CN" altLang="en-US" sz="1000" dirty="0">
                <a:solidFill>
                  <a:schemeClr val="tx1"/>
                </a:solidFill>
                <a:cs typeface="+mn-ea"/>
              </a:rPr>
              <a:t>客户真实可触、标签精度高</a:t>
            </a:r>
            <a:endParaRPr lang="zh-CN" altLang="en-US" sz="1000" dirty="0">
              <a:solidFill>
                <a:schemeClr val="tx1"/>
              </a:solidFill>
              <a:cs typeface="+mn-ea"/>
            </a:endParaRPr>
          </a:p>
          <a:p>
            <a:pPr defTabSz="294640" fontAlgn="base">
              <a:lnSpc>
                <a:spcPct val="120000"/>
              </a:lnSpc>
              <a:defRPr/>
            </a:pPr>
            <a:endParaRPr lang="zh-CN" altLang="en-US" sz="1000" dirty="0">
              <a:solidFill>
                <a:schemeClr val="tx1"/>
              </a:solidFill>
              <a:cs typeface="+mn-ea"/>
            </a:endParaRPr>
          </a:p>
        </p:txBody>
      </p:sp>
      <p:sp>
        <p:nvSpPr>
          <p:cNvPr id="185" name="rect 380"/>
          <p:cNvSpPr/>
          <p:nvPr>
            <p:custDataLst>
              <p:tags r:id="rId33"/>
            </p:custDataLst>
          </p:nvPr>
        </p:nvSpPr>
        <p:spPr>
          <a:xfrm>
            <a:off x="802640" y="1159510"/>
            <a:ext cx="3110865" cy="646430"/>
          </a:xfrm>
          <a:prstGeom prst="rect">
            <a:avLst/>
          </a:prstGeom>
          <a:solidFill>
            <a:srgbClr val="FFFFFF">
              <a:alpha val="49803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 sz="2400"/>
          </a:p>
        </p:txBody>
      </p:sp>
      <p:sp>
        <p:nvSpPr>
          <p:cNvPr id="187" name="textbox 398"/>
          <p:cNvSpPr/>
          <p:nvPr>
            <p:custDataLst>
              <p:tags r:id="rId34"/>
            </p:custDataLst>
          </p:nvPr>
        </p:nvSpPr>
        <p:spPr>
          <a:xfrm>
            <a:off x="869950" y="1241425"/>
            <a:ext cx="3159760" cy="3448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r>
              <a:rPr lang="zh-CN" sz="2800" b="1" kern="0" spc="240" dirty="0">
                <a:solidFill>
                  <a:srgbClr val="0122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向内看</a:t>
            </a:r>
            <a:r>
              <a:rPr lang="en-US" altLang="zh-CN" sz="2000" b="1" kern="0" spc="240" dirty="0">
                <a:solidFill>
                  <a:srgbClr val="0122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-W</a:t>
            </a:r>
            <a:r>
              <a:rPr lang="en-US" altLang="en-US" sz="2000" b="1" kern="0" spc="240" dirty="0">
                <a:solidFill>
                  <a:srgbClr val="0122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À</a:t>
            </a:r>
            <a:r>
              <a:rPr lang="zh-CN" altLang="en-US" sz="2000" b="1" kern="0" spc="240" dirty="0">
                <a:solidFill>
                  <a:srgbClr val="0122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商机优势</a:t>
            </a:r>
            <a:endParaRPr lang="zh-CN" altLang="en-US" sz="2000" b="1" kern="0" spc="240" dirty="0">
              <a:solidFill>
                <a:srgbClr val="012296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9" name="path 408"/>
          <p:cNvSpPr/>
          <p:nvPr>
            <p:custDataLst>
              <p:tags r:id="rId35"/>
            </p:custDataLst>
          </p:nvPr>
        </p:nvSpPr>
        <p:spPr>
          <a:xfrm flipV="1">
            <a:off x="955040" y="1651635"/>
            <a:ext cx="2774950" cy="76200"/>
          </a:xfrm>
          <a:custGeom>
            <a:avLst/>
            <a:gdLst/>
            <a:ahLst/>
            <a:cxnLst/>
            <a:rect l="0" t="0" r="0" b="0"/>
            <a:pathLst>
              <a:path w="4589" h="10">
                <a:moveTo>
                  <a:pt x="0" y="5"/>
                </a:moveTo>
                <a:lnTo>
                  <a:pt x="4589" y="5"/>
                </a:lnTo>
              </a:path>
            </a:pathLst>
          </a:custGeom>
          <a:noFill/>
          <a:ln w="6350" cap="flat">
            <a:solidFill>
              <a:srgbClr val="012296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90" name="文本框 189"/>
          <p:cNvSpPr txBox="1"/>
          <p:nvPr>
            <p:custDataLst>
              <p:tags r:id="rId36"/>
            </p:custDataLst>
          </p:nvPr>
        </p:nvSpPr>
        <p:spPr>
          <a:xfrm>
            <a:off x="923925" y="2332355"/>
            <a:ext cx="2806065" cy="111569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defTabSz="294640" fontAlgn="base">
              <a:lnSpc>
                <a:spcPct val="150000"/>
              </a:lnSpc>
              <a:defRPr/>
            </a:pPr>
            <a:r>
              <a:rPr lang="en-US" altLang="zh-CN" sz="1000" dirty="0">
                <a:solidFill>
                  <a:schemeClr val="tx1"/>
                </a:solidFill>
                <a:cs typeface="+mn-ea"/>
              </a:rPr>
              <a:t>1-WA</a:t>
            </a:r>
            <a:r>
              <a:rPr lang="zh-CN" altLang="en-US" sz="1000" dirty="0">
                <a:solidFill>
                  <a:schemeClr val="tx1"/>
                </a:solidFill>
                <a:cs typeface="+mn-ea"/>
              </a:rPr>
              <a:t>商机创建的广告计划定位了客户画像，精准触达</a:t>
            </a:r>
            <a:br>
              <a:rPr lang="zh-CN" altLang="en-US" sz="1000" dirty="0">
                <a:solidFill>
                  <a:schemeClr val="tx1"/>
                </a:solidFill>
                <a:cs typeface="+mn-ea"/>
              </a:rPr>
            </a:br>
            <a:r>
              <a:rPr lang="zh-CN" altLang="en-US" sz="1000" dirty="0">
                <a:solidFill>
                  <a:schemeClr val="tx1"/>
                </a:solidFill>
                <a:cs typeface="+mn-ea"/>
              </a:rPr>
              <a:t>【国家</a:t>
            </a:r>
            <a:r>
              <a:rPr lang="en-US" altLang="zh-CN" sz="1000" dirty="0">
                <a:solidFill>
                  <a:schemeClr val="tx1"/>
                </a:solidFill>
                <a:cs typeface="+mn-ea"/>
              </a:rPr>
              <a:t>/</a:t>
            </a:r>
            <a:r>
              <a:rPr lang="zh-CN" altLang="en-US" sz="1000" dirty="0">
                <a:solidFill>
                  <a:schemeClr val="tx1"/>
                </a:solidFill>
                <a:cs typeface="+mn-ea"/>
              </a:rPr>
              <a:t>地区</a:t>
            </a:r>
            <a:r>
              <a:rPr lang="en-US" altLang="zh-CN" sz="1000" dirty="0">
                <a:solidFill>
                  <a:schemeClr val="tx1"/>
                </a:solidFill>
                <a:cs typeface="+mn-ea"/>
              </a:rPr>
              <a:t>+</a:t>
            </a:r>
            <a:r>
              <a:rPr lang="zh-CN" altLang="en-US" sz="1000" dirty="0">
                <a:solidFill>
                  <a:schemeClr val="tx1"/>
                </a:solidFill>
                <a:cs typeface="+mn-ea"/>
              </a:rPr>
              <a:t>行业</a:t>
            </a:r>
            <a:r>
              <a:rPr lang="en-US" altLang="zh-CN" sz="1000" dirty="0">
                <a:solidFill>
                  <a:schemeClr val="tx1"/>
                </a:solidFill>
                <a:cs typeface="+mn-ea"/>
              </a:rPr>
              <a:t>+</a:t>
            </a:r>
            <a:r>
              <a:rPr lang="zh-CN" altLang="en-US" sz="1000" dirty="0">
                <a:solidFill>
                  <a:schemeClr val="tx1"/>
                </a:solidFill>
                <a:cs typeface="+mn-ea"/>
              </a:rPr>
              <a:t>职位】</a:t>
            </a:r>
            <a:endParaRPr lang="zh-CN" altLang="en-US" sz="1000" dirty="0">
              <a:solidFill>
                <a:schemeClr val="tx1"/>
              </a:solidFill>
              <a:cs typeface="+mn-ea"/>
            </a:endParaRPr>
          </a:p>
        </p:txBody>
      </p:sp>
      <p:sp>
        <p:nvSpPr>
          <p:cNvPr id="191" name="文本框 190"/>
          <p:cNvSpPr txBox="1"/>
          <p:nvPr>
            <p:custDataLst>
              <p:tags r:id="rId37"/>
            </p:custDataLst>
          </p:nvPr>
        </p:nvSpPr>
        <p:spPr>
          <a:xfrm>
            <a:off x="920115" y="3973830"/>
            <a:ext cx="2806065" cy="125603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defTabSz="294640" fontAlgn="base">
              <a:lnSpc>
                <a:spcPct val="150000"/>
              </a:lnSpc>
              <a:defRPr/>
            </a:pPr>
            <a:r>
              <a:rPr lang="en-US" altLang="zh-CN" sz="1000" dirty="0">
                <a:solidFill>
                  <a:schemeClr val="tx1"/>
                </a:solidFill>
                <a:cs typeface="+mn-ea"/>
              </a:rPr>
              <a:t>1-</a:t>
            </a:r>
            <a:r>
              <a:rPr lang="zh-CN" altLang="en-US" sz="1000" dirty="0">
                <a:solidFill>
                  <a:schemeClr val="tx1"/>
                </a:solidFill>
                <a:cs typeface="+mn-ea"/>
              </a:rPr>
              <a:t>主动填写复杂隐私表单的客户，采购意向度是普通点击用户的</a:t>
            </a:r>
            <a:r>
              <a:rPr lang="en-US" altLang="zh-CN" sz="1000" dirty="0">
                <a:solidFill>
                  <a:schemeClr val="tx1"/>
                </a:solidFill>
                <a:cs typeface="+mn-ea"/>
              </a:rPr>
              <a:t> 8-10 </a:t>
            </a:r>
            <a:r>
              <a:rPr lang="zh-CN" altLang="en-US" sz="1000" dirty="0">
                <a:solidFill>
                  <a:schemeClr val="tx1"/>
                </a:solidFill>
                <a:cs typeface="+mn-ea"/>
              </a:rPr>
              <a:t>倍，成单转化率提升</a:t>
            </a:r>
            <a:r>
              <a:rPr lang="en-US" altLang="zh-CN" sz="1000" dirty="0">
                <a:solidFill>
                  <a:schemeClr val="tx1"/>
                </a:solidFill>
                <a:cs typeface="+mn-ea"/>
              </a:rPr>
              <a:t> 300%+</a:t>
            </a:r>
            <a:endParaRPr lang="zh-CN" altLang="en-US" sz="1000" dirty="0">
              <a:solidFill>
                <a:schemeClr val="tx1"/>
              </a:solidFill>
              <a:cs typeface="+mn-ea"/>
            </a:endParaRPr>
          </a:p>
          <a:p>
            <a:pPr defTabSz="294640" fontAlgn="base">
              <a:lnSpc>
                <a:spcPct val="150000"/>
              </a:lnSpc>
              <a:defRPr/>
            </a:pPr>
            <a:r>
              <a:rPr lang="en-US" altLang="zh-CN" sz="1000" dirty="0">
                <a:solidFill>
                  <a:schemeClr val="tx1"/>
                </a:solidFill>
                <a:cs typeface="+mn-ea"/>
              </a:rPr>
              <a:t>2-</a:t>
            </a:r>
            <a:r>
              <a:rPr lang="zh-CN" altLang="en-US" sz="1000" dirty="0">
                <a:solidFill>
                  <a:schemeClr val="tx1"/>
                </a:solidFill>
                <a:cs typeface="+mn-ea"/>
              </a:rPr>
              <a:t>高门槛表单天然筛选掉</a:t>
            </a:r>
            <a:r>
              <a:rPr lang="en-US" altLang="zh-CN" sz="1000" dirty="0">
                <a:solidFill>
                  <a:schemeClr val="tx1"/>
                </a:solidFill>
                <a:cs typeface="+mn-ea"/>
              </a:rPr>
              <a:t> 90% </a:t>
            </a:r>
            <a:r>
              <a:rPr lang="zh-CN" altLang="en-US" sz="1000" dirty="0">
                <a:solidFill>
                  <a:schemeClr val="tx1"/>
                </a:solidFill>
                <a:cs typeface="+mn-ea"/>
              </a:rPr>
              <a:t>以上的无效流量</a:t>
            </a:r>
            <a:endParaRPr lang="zh-CN" altLang="en-US" sz="1000" dirty="0">
              <a:solidFill>
                <a:schemeClr val="tx1"/>
              </a:solidFill>
              <a:cs typeface="+mn-ea"/>
            </a:endParaRPr>
          </a:p>
        </p:txBody>
      </p:sp>
      <p:sp>
        <p:nvSpPr>
          <p:cNvPr id="192" name="文本框 191"/>
          <p:cNvSpPr txBox="1"/>
          <p:nvPr>
            <p:custDataLst>
              <p:tags r:id="rId38"/>
            </p:custDataLst>
          </p:nvPr>
        </p:nvSpPr>
        <p:spPr>
          <a:xfrm>
            <a:off x="920115" y="5755640"/>
            <a:ext cx="2763520" cy="96583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defTabSz="294640" fontAlgn="base">
              <a:lnSpc>
                <a:spcPct val="150000"/>
              </a:lnSpc>
              <a:defRPr/>
            </a:pPr>
            <a:r>
              <a:rPr lang="en-US" altLang="zh-CN" sz="1000" dirty="0">
                <a:solidFill>
                  <a:schemeClr val="tx1"/>
                </a:solidFill>
                <a:cs typeface="+mn-ea"/>
              </a:rPr>
              <a:t>1-</a:t>
            </a:r>
            <a:r>
              <a:rPr lang="zh-CN" altLang="en-US" sz="1000" dirty="0">
                <a:solidFill>
                  <a:schemeClr val="tx1"/>
                </a:solidFill>
                <a:cs typeface="+mn-ea"/>
              </a:rPr>
              <a:t>可提升线索精准度</a:t>
            </a:r>
            <a:r>
              <a:rPr lang="en-US" altLang="zh-CN" sz="1000" dirty="0">
                <a:solidFill>
                  <a:schemeClr val="tx1"/>
                </a:solidFill>
                <a:cs typeface="+mn-ea"/>
              </a:rPr>
              <a:t> 60%+</a:t>
            </a:r>
            <a:br>
              <a:rPr lang="zh-CN" altLang="en-US" sz="1000" dirty="0">
                <a:solidFill>
                  <a:schemeClr val="tx1"/>
                </a:solidFill>
                <a:cs typeface="+mn-ea"/>
              </a:rPr>
            </a:br>
            <a:r>
              <a:rPr lang="en-US" altLang="zh-CN" sz="1000" dirty="0">
                <a:solidFill>
                  <a:schemeClr val="tx1"/>
                </a:solidFill>
                <a:cs typeface="+mn-ea"/>
              </a:rPr>
              <a:t>2-</a:t>
            </a:r>
            <a:r>
              <a:rPr lang="zh-CN" altLang="en-US" sz="1000" dirty="0">
                <a:solidFill>
                  <a:schemeClr val="tx1"/>
                </a:solidFill>
                <a:cs typeface="+mn-ea"/>
              </a:rPr>
              <a:t>节省销售人工筛选时间</a:t>
            </a:r>
            <a:r>
              <a:rPr lang="en-US" altLang="zh-CN" sz="1000" dirty="0">
                <a:solidFill>
                  <a:schemeClr val="tx1"/>
                </a:solidFill>
                <a:cs typeface="+mn-ea"/>
              </a:rPr>
              <a:t> 80%+</a:t>
            </a:r>
            <a:endParaRPr lang="zh-CN" altLang="en-US" sz="1000" dirty="0">
              <a:solidFill>
                <a:schemeClr val="tx1"/>
              </a:solidFill>
              <a:cs typeface="+mn-ea"/>
            </a:endParaRPr>
          </a:p>
          <a:p>
            <a:pPr defTabSz="294640" fontAlgn="base">
              <a:lnSpc>
                <a:spcPct val="150000"/>
              </a:lnSpc>
              <a:defRPr/>
            </a:pPr>
            <a:r>
              <a:rPr lang="en-US" altLang="zh-CN" sz="1000" dirty="0">
                <a:solidFill>
                  <a:schemeClr val="tx1"/>
                </a:solidFill>
                <a:cs typeface="+mn-ea"/>
              </a:rPr>
              <a:t>3-</a:t>
            </a:r>
            <a:r>
              <a:rPr lang="zh-CN" altLang="en-US" sz="1000" dirty="0">
                <a:solidFill>
                  <a:schemeClr val="tx1"/>
                </a:solidFill>
                <a:cs typeface="+mn-ea"/>
              </a:rPr>
              <a:t>激活高意向客户转化率提升</a:t>
            </a:r>
            <a:r>
              <a:rPr lang="en-US" altLang="zh-CN" sz="1000" dirty="0">
                <a:solidFill>
                  <a:schemeClr val="tx1"/>
                </a:solidFill>
                <a:cs typeface="+mn-ea"/>
              </a:rPr>
              <a:t> 50%+</a:t>
            </a:r>
            <a:endParaRPr lang="zh-CN" altLang="en-US" sz="1000" dirty="0">
              <a:solidFill>
                <a:schemeClr val="tx1"/>
              </a:solidFill>
              <a:cs typeface="+mn-ea"/>
            </a:endParaRPr>
          </a:p>
        </p:txBody>
      </p:sp>
      <p:sp>
        <p:nvSpPr>
          <p:cNvPr id="2" name="textbox 3970"/>
          <p:cNvSpPr/>
          <p:nvPr/>
        </p:nvSpPr>
        <p:spPr>
          <a:xfrm>
            <a:off x="707390" y="165735"/>
            <a:ext cx="7409815" cy="5334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lnSpc>
                <a:spcPct val="114000"/>
              </a:lnSpc>
              <a:defRPr/>
            </a:pPr>
            <a:r>
              <a:rPr lang="en-US" altLang="zh-CN" sz="27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OPPOSans R" charset="0"/>
              </a:rPr>
              <a:t>W</a:t>
            </a:r>
            <a:r>
              <a:rPr lang="en-US" altLang="en-US" sz="27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OPPOSans R" charset="0"/>
              </a:rPr>
              <a:t>À</a:t>
            </a:r>
            <a:r>
              <a:rPr lang="zh-CN" altLang="en-US" sz="27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OPPOSans R" charset="0"/>
              </a:rPr>
              <a:t>商机系统的获客精准</a:t>
            </a:r>
            <a:r>
              <a:rPr lang="en-US" altLang="zh-CN" sz="27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OPPOSans R" charset="0"/>
              </a:rPr>
              <a:t>-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OPPOSans R" charset="0"/>
              </a:rPr>
              <a:t>内外兼修，精准获客</a:t>
            </a:r>
            <a:endParaRPr lang="zh-CN" altLang="en-US" sz="20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OPPOSans R" charset="0"/>
            </a:endParaRPr>
          </a:p>
        </p:txBody>
      </p:sp>
      <p:sp>
        <p:nvSpPr>
          <p:cNvPr id="320" name="矩形 319"/>
          <p:cNvSpPr>
            <a:spLocks noChangeArrowheads="1"/>
          </p:cNvSpPr>
          <p:nvPr/>
        </p:nvSpPr>
        <p:spPr bwMode="auto">
          <a:xfrm>
            <a:off x="0" y="174625"/>
            <a:ext cx="376555" cy="5238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1905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+mn-lt"/>
            </a:endParaRPr>
          </a:p>
        </p:txBody>
      </p:sp>
      <p:sp>
        <p:nvSpPr>
          <p:cNvPr id="321" name="矩形 320"/>
          <p:cNvSpPr>
            <a:spLocks noChangeArrowheads="1"/>
          </p:cNvSpPr>
          <p:nvPr/>
        </p:nvSpPr>
        <p:spPr bwMode="auto">
          <a:xfrm>
            <a:off x="408940" y="174625"/>
            <a:ext cx="140970" cy="5238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1905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+mn-lt"/>
            </a:endParaRPr>
          </a:p>
        </p:txBody>
      </p:sp>
    </p:spTree>
    <p:custDataLst>
      <p:tags r:id="rId39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" name="图片 7"/>
          <p:cNvPicPr/>
          <p:nvPr/>
        </p:nvPicPr>
        <p:blipFill rotWithShape="1">
          <a:blip r:embed="rId1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6" b="15226"/>
          <a:stretch>
            <a:fillRect/>
          </a:stretch>
        </p:blipFill>
        <p:spPr>
          <a:xfrm flipH="1">
            <a:off x="5080" y="-22225"/>
            <a:ext cx="12192000" cy="6858000"/>
          </a:xfrm>
          <a:prstGeom prst="rect">
            <a:avLst/>
          </a:prstGeom>
        </p:spPr>
      </p:pic>
      <p:sp>
        <p:nvSpPr>
          <p:cNvPr id="15" name="任意多边形: 形状 5"/>
          <p:cNvSpPr/>
          <p:nvPr/>
        </p:nvSpPr>
        <p:spPr>
          <a:xfrm flipH="1" flipV="1">
            <a:off x="0" y="0"/>
            <a:ext cx="507986" cy="220469"/>
          </a:xfrm>
          <a:custGeom>
            <a:avLst/>
            <a:gdLst>
              <a:gd name="connsiteX0" fmla="*/ 762268 w 762268"/>
              <a:gd name="connsiteY0" fmla="*/ 0 h 330829"/>
              <a:gd name="connsiteX1" fmla="*/ 762268 w 762268"/>
              <a:gd name="connsiteY1" fmla="*/ 330829 h 330829"/>
              <a:gd name="connsiteX2" fmla="*/ 0 w 762268"/>
              <a:gd name="connsiteY2" fmla="*/ 330829 h 330829"/>
              <a:gd name="connsiteX3" fmla="*/ 217219 w 762268"/>
              <a:gd name="connsiteY3" fmla="*/ 253107 h 330829"/>
              <a:gd name="connsiteX4" fmla="*/ 578200 w 762268"/>
              <a:gd name="connsiteY4" fmla="*/ 97578 h 3308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2268" h="330829">
                <a:moveTo>
                  <a:pt x="762268" y="0"/>
                </a:moveTo>
                <a:lnTo>
                  <a:pt x="762268" y="330829"/>
                </a:lnTo>
                <a:lnTo>
                  <a:pt x="0" y="330829"/>
                </a:lnTo>
                <a:lnTo>
                  <a:pt x="217219" y="253107"/>
                </a:lnTo>
                <a:cubicBezTo>
                  <a:pt x="340678" y="205442"/>
                  <a:pt x="461172" y="153578"/>
                  <a:pt x="578200" y="97578"/>
                </a:cubicBezTo>
                <a:close/>
              </a:path>
            </a:pathLst>
          </a:custGeom>
          <a:solidFill>
            <a:srgbClr val="00CCE2"/>
          </a:solidFill>
          <a:ln>
            <a:noFill/>
          </a:ln>
          <a:effectLst>
            <a:innerShdw blurRad="127000">
              <a:srgbClr val="FFFFFF">
                <a:alpha val="70000"/>
              </a:srgbClr>
            </a:innerShdw>
          </a:effectLst>
        </p:spPr>
        <p:style>
          <a:lnRef idx="2">
            <a:srgbClr val="006EFF">
              <a:shade val="50000"/>
            </a:srgbClr>
          </a:lnRef>
          <a:fillRef idx="1">
            <a:srgbClr val="006EFF"/>
          </a:fillRef>
          <a:effectRef idx="0">
            <a:srgbClr val="006EFF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021080" y="1560195"/>
            <a:ext cx="10159365" cy="24618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4000" dirty="0">
                <a:solidFill>
                  <a:schemeClr val="tx2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WA</a:t>
            </a:r>
            <a:r>
              <a:rPr lang="zh-CN" altLang="en-US" sz="4000" dirty="0">
                <a:solidFill>
                  <a:schemeClr val="tx2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商机获客的成本优势</a:t>
            </a:r>
            <a:br>
              <a:rPr lang="zh-CN" altLang="en-US" sz="4000" dirty="0">
                <a:solidFill>
                  <a:schemeClr val="tx2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</a:br>
            <a:r>
              <a:rPr lang="zh-CN" altLang="en-US" sz="4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成本优势原理丨</a:t>
            </a:r>
            <a:r>
              <a:rPr lang="en-US" altLang="zh-CN" sz="4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B2B</a:t>
            </a:r>
            <a:r>
              <a:rPr lang="zh-CN" altLang="en-US" sz="4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平台</a:t>
            </a:r>
            <a:r>
              <a:rPr lang="zh-CN" altLang="en-US" sz="4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对比</a:t>
            </a:r>
            <a:endParaRPr lang="zh-CN" altLang="en-US" sz="4000" b="1" dirty="0">
              <a:solidFill>
                <a:schemeClr val="tx2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8068164" y="4654336"/>
            <a:ext cx="4128918" cy="2201762"/>
            <a:chOff x="8259180" y="4756192"/>
            <a:chExt cx="3937902" cy="2099900"/>
          </a:xfrm>
        </p:grpSpPr>
        <p:sp>
          <p:nvSpPr>
            <p:cNvPr id="4" name="任意多边形: 形状 4"/>
            <p:cNvSpPr/>
            <p:nvPr/>
          </p:nvSpPr>
          <p:spPr>
            <a:xfrm>
              <a:off x="8259180" y="4756192"/>
              <a:ext cx="3937902" cy="2099896"/>
            </a:xfrm>
            <a:custGeom>
              <a:avLst/>
              <a:gdLst>
                <a:gd name="connsiteX0" fmla="*/ 1922330 w 1922330"/>
                <a:gd name="connsiteY0" fmla="*/ 0 h 1025088"/>
                <a:gd name="connsiteX1" fmla="*/ 1922330 w 1922330"/>
                <a:gd name="connsiteY1" fmla="*/ 500286 h 1025088"/>
                <a:gd name="connsiteX2" fmla="*/ 1622475 w 1922330"/>
                <a:gd name="connsiteY2" fmla="*/ 653457 h 1025088"/>
                <a:gd name="connsiteX3" fmla="*/ 654821 w 1922330"/>
                <a:gd name="connsiteY3" fmla="*/ 1016553 h 1025088"/>
                <a:gd name="connsiteX4" fmla="*/ 620432 w 1922330"/>
                <a:gd name="connsiteY4" fmla="*/ 1025088 h 1025088"/>
                <a:gd name="connsiteX5" fmla="*/ 0 w 1922330"/>
                <a:gd name="connsiteY5" fmla="*/ 1025088 h 1025088"/>
                <a:gd name="connsiteX6" fmla="*/ 305983 w 1922330"/>
                <a:gd name="connsiteY6" fmla="*/ 915745 h 1025088"/>
                <a:gd name="connsiteX7" fmla="*/ 1729604 w 1922330"/>
                <a:gd name="connsiteY7" fmla="*/ 147722 h 1025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22330" h="1025088">
                  <a:moveTo>
                    <a:pt x="1922330" y="0"/>
                  </a:moveTo>
                  <a:lnTo>
                    <a:pt x="1922330" y="500286"/>
                  </a:lnTo>
                  <a:lnTo>
                    <a:pt x="1622475" y="653457"/>
                  </a:lnTo>
                  <a:cubicBezTo>
                    <a:pt x="1314164" y="799776"/>
                    <a:pt x="990088" y="920872"/>
                    <a:pt x="654821" y="1016553"/>
                  </a:cubicBezTo>
                  <a:lnTo>
                    <a:pt x="620432" y="1025088"/>
                  </a:lnTo>
                  <a:lnTo>
                    <a:pt x="0" y="1025088"/>
                  </a:lnTo>
                  <a:lnTo>
                    <a:pt x="305983" y="915745"/>
                  </a:lnTo>
                  <a:cubicBezTo>
                    <a:pt x="817066" y="717297"/>
                    <a:pt x="1297300" y="460424"/>
                    <a:pt x="1729604" y="147722"/>
                  </a:cubicBezTo>
                  <a:close/>
                </a:path>
              </a:pathLst>
            </a:custGeom>
            <a:gradFill>
              <a:gsLst>
                <a:gs pos="13000">
                  <a:srgbClr val="006EFF"/>
                </a:gs>
                <a:gs pos="100000">
                  <a:srgbClr val="00CCE2"/>
                </a:gs>
              </a:gsLst>
              <a:lin ang="2700000" scaled="0"/>
            </a:gradFill>
            <a:ln>
              <a:noFill/>
            </a:ln>
            <a:effectLst>
              <a:innerShdw blurRad="127000">
                <a:srgbClr val="FFFFFF">
                  <a:alpha val="70000"/>
                </a:srgbClr>
              </a:innerShdw>
            </a:effectLst>
          </p:spPr>
          <p:style>
            <a:lnRef idx="2">
              <a:srgbClr val="006EFF">
                <a:shade val="50000"/>
              </a:srgbClr>
            </a:lnRef>
            <a:fillRef idx="1">
              <a:srgbClr val="006EFF"/>
            </a:fillRef>
            <a:effectRef idx="0">
              <a:srgbClr val="006EFF"/>
            </a:effectRef>
            <a:fontRef idx="minor">
              <a:srgbClr val="FFFFFF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" name="任意多边形: 形状 3"/>
            <p:cNvSpPr/>
            <p:nvPr/>
          </p:nvSpPr>
          <p:spPr>
            <a:xfrm>
              <a:off x="10635571" y="6178387"/>
              <a:ext cx="1561509" cy="677705"/>
            </a:xfrm>
            <a:custGeom>
              <a:avLst/>
              <a:gdLst>
                <a:gd name="connsiteX0" fmla="*/ 762268 w 762268"/>
                <a:gd name="connsiteY0" fmla="*/ 0 h 330829"/>
                <a:gd name="connsiteX1" fmla="*/ 762268 w 762268"/>
                <a:gd name="connsiteY1" fmla="*/ 330829 h 330829"/>
                <a:gd name="connsiteX2" fmla="*/ 0 w 762268"/>
                <a:gd name="connsiteY2" fmla="*/ 330829 h 330829"/>
                <a:gd name="connsiteX3" fmla="*/ 217219 w 762268"/>
                <a:gd name="connsiteY3" fmla="*/ 253107 h 330829"/>
                <a:gd name="connsiteX4" fmla="*/ 578200 w 762268"/>
                <a:gd name="connsiteY4" fmla="*/ 97578 h 330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2268" h="330829">
                  <a:moveTo>
                    <a:pt x="762268" y="0"/>
                  </a:moveTo>
                  <a:lnTo>
                    <a:pt x="762268" y="330829"/>
                  </a:lnTo>
                  <a:lnTo>
                    <a:pt x="0" y="330829"/>
                  </a:lnTo>
                  <a:lnTo>
                    <a:pt x="217219" y="253107"/>
                  </a:lnTo>
                  <a:cubicBezTo>
                    <a:pt x="340678" y="205442"/>
                    <a:pt x="461172" y="153578"/>
                    <a:pt x="578200" y="97578"/>
                  </a:cubicBezTo>
                  <a:close/>
                </a:path>
              </a:pathLst>
            </a:custGeom>
            <a:solidFill>
              <a:srgbClr val="00CCE2"/>
            </a:solidFill>
            <a:ln>
              <a:noFill/>
            </a:ln>
            <a:effectLst>
              <a:innerShdw blurRad="127000">
                <a:srgbClr val="FFFFFF">
                  <a:alpha val="70000"/>
                </a:srgbClr>
              </a:innerShdw>
            </a:effectLst>
          </p:spPr>
          <p:style>
            <a:lnRef idx="2">
              <a:srgbClr val="006EFF">
                <a:shade val="50000"/>
              </a:srgbClr>
            </a:lnRef>
            <a:fillRef idx="1">
              <a:srgbClr val="006EFF"/>
            </a:fillRef>
            <a:effectRef idx="0">
              <a:srgbClr val="006EFF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42" name="Picture 4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3783" y="98425"/>
            <a:ext cx="775970" cy="83693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Picture 4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13783" y="98425"/>
            <a:ext cx="775970" cy="836930"/>
          </a:xfrm>
          <a:prstGeom prst="rect">
            <a:avLst/>
          </a:prstGeom>
        </p:spPr>
      </p:pic>
      <p:sp>
        <p:nvSpPr>
          <p:cNvPr id="3" name="AutoShape 3"/>
          <p:cNvSpPr/>
          <p:nvPr/>
        </p:nvSpPr>
        <p:spPr>
          <a:xfrm>
            <a:off x="812800" y="13335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i="0" u="none" strike="noStrike">
                <a:solidFill>
                  <a:schemeClr val="tx2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Noto Sans SC"/>
                <a:sym typeface="Noto Sans SC"/>
              </a:rPr>
              <a:t>传统</a:t>
            </a:r>
            <a:r>
              <a:rPr lang="en-US" altLang="zh-CN" sz="1800" b="1" i="0" u="none" strike="noStrike">
                <a:solidFill>
                  <a:schemeClr val="tx2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Noto Sans SC"/>
                <a:sym typeface="Noto Sans SC"/>
              </a:rPr>
              <a:t>B2B、</a:t>
            </a:r>
            <a:r>
              <a:rPr lang="zh-CN" altLang="en-US" sz="1800" b="1" i="0" u="none" strike="noStrike">
                <a:solidFill>
                  <a:schemeClr val="tx2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Noto Sans SC"/>
                <a:sym typeface="Noto Sans SC"/>
              </a:rPr>
              <a:t>谷歌关键词竞价模式成本</a:t>
            </a:r>
            <a:r>
              <a:rPr lang="zh-CN" altLang="en-US" sz="1800" b="1" i="0" u="none" strike="noStrike">
                <a:solidFill>
                  <a:schemeClr val="tx2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Noto Sans SC"/>
                <a:sym typeface="Noto Sans SC"/>
              </a:rPr>
              <a:t>高</a:t>
            </a:r>
            <a:endParaRPr lang="zh-CN" altLang="en-US" sz="1800" b="1" i="0" u="none" strike="noStrike">
              <a:solidFill>
                <a:schemeClr val="tx2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Noto Sans SC"/>
              <a:sym typeface="Noto Sans SC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812800" y="1841500"/>
            <a:ext cx="5080000" cy="1282065"/>
          </a:xfrm>
          <a:prstGeom prst="roundRect">
            <a:avLst>
              <a:gd name="adj" fmla="val 94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254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032000"/>
            <a:ext cx="609600" cy="7239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828800" y="1968500"/>
            <a:ext cx="3810000" cy="3619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500" b="1" i="0" u="none" strike="noStrike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广告位置</a:t>
            </a:r>
            <a:r>
              <a:rPr lang="zh-CN" altLang="en-US" sz="1500" b="1" i="0" u="none" strike="noStrike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极度有限</a:t>
            </a:r>
            <a:endParaRPr lang="zh-CN" altLang="en-US" sz="1500" b="1" i="0" u="none" strike="noStrike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1828800" y="2311400"/>
            <a:ext cx="3810000" cy="6032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zh-CN" altLang="en-US" sz="1200" b="0" i="0" u="none" strike="noStrike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无论</a:t>
            </a:r>
            <a:r>
              <a:rPr lang="en-US" altLang="zh-CN" sz="1200" b="0" i="0" u="none" strike="noStrike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B2B</a:t>
            </a:r>
            <a:r>
              <a:rPr lang="zh-CN" altLang="en-US" sz="1200" b="0" i="0" u="none" strike="noStrike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平台或是谷歌搜索结果页，排名靠前的位置才六流量</a:t>
            </a:r>
            <a:r>
              <a:rPr lang="en-US" altLang="zh-CN" sz="1200" b="0" i="0" u="none" strike="noStrike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，</a:t>
            </a:r>
            <a:r>
              <a:rPr lang="zh-CN" altLang="en-US" sz="1200" b="0" i="0" u="none" strike="noStrike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且位置稀缺导致的竞价过度化</a:t>
            </a:r>
            <a:r>
              <a:rPr lang="en-US" altLang="zh-CN" sz="1200" b="0" i="0" u="none" strike="noStrike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。</a:t>
            </a:r>
            <a:endParaRPr lang="en-US" altLang="zh-CN" sz="1200" b="0" i="0" u="none" strike="noStrike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812800" y="3289300"/>
            <a:ext cx="5080000" cy="1282065"/>
          </a:xfrm>
          <a:prstGeom prst="roundRect">
            <a:avLst>
              <a:gd name="adj" fmla="val 94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254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3479800"/>
            <a:ext cx="609600" cy="7239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828800" y="3416300"/>
            <a:ext cx="3810000" cy="3619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500" b="1" i="0" u="none" strike="noStrike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Noto Sans SC"/>
                <a:sym typeface="Noto Sans SC"/>
              </a:rPr>
              <a:t>关键词</a:t>
            </a:r>
            <a:r>
              <a:rPr lang="zh-CN" altLang="en-US" sz="1500" b="1" i="0" u="none" strike="noStrike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Noto Sans SC"/>
                <a:sym typeface="Noto Sans SC"/>
              </a:rPr>
              <a:t>有限</a:t>
            </a:r>
            <a:endParaRPr lang="zh-CN" altLang="en-US" sz="1500" b="1" i="0" u="none" strike="noStrike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Noto Sans SC"/>
              <a:sym typeface="Noto Sans SC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1828800" y="3759200"/>
            <a:ext cx="3810000" cy="6032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zh-CN" altLang="en-US" sz="1200" b="0" i="0" u="none" strike="noStrike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传统模式通过关键词搜索供应商</a:t>
            </a:r>
            <a:r>
              <a:rPr lang="en-US" altLang="zh-CN" sz="1200" b="0" i="0" u="none" strike="noStrike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，</a:t>
            </a:r>
            <a:r>
              <a:rPr lang="zh-CN" altLang="en-US" sz="1200" b="0" i="0" u="none" strike="noStrike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任何一个行业的有效关键词均不多</a:t>
            </a:r>
            <a:r>
              <a:rPr lang="en-US" altLang="zh-CN" sz="1200" b="0" i="0" u="none" strike="noStrike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，</a:t>
            </a:r>
            <a:r>
              <a:rPr lang="zh-CN" altLang="en-US" sz="1200" b="0" i="0" u="none" strike="noStrike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所以会带来关键词竞价的高涨</a:t>
            </a:r>
            <a:r>
              <a:rPr lang="en-US" altLang="zh-CN" sz="1200" b="0" i="0" u="none" strike="noStrike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。</a:t>
            </a:r>
            <a:endParaRPr lang="en-US" altLang="zh-CN" sz="1200" b="0" i="0" u="none" strike="noStrike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812800" y="4737100"/>
            <a:ext cx="5080000" cy="1282065"/>
          </a:xfrm>
          <a:prstGeom prst="roundRect">
            <a:avLst>
              <a:gd name="adj" fmla="val 94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254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4927600"/>
            <a:ext cx="609600" cy="7239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828800" y="4864100"/>
            <a:ext cx="3810000" cy="3619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500" b="1" i="0" u="none" strike="noStrike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有当下采购采购需求的买家</a:t>
            </a:r>
            <a:r>
              <a:rPr lang="zh-CN" altLang="en-US" sz="1500" b="1" i="0" u="none" strike="noStrike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少</a:t>
            </a:r>
            <a:endParaRPr lang="zh-CN" altLang="en-US" sz="1500" b="1" i="0" u="none" strike="noStrike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1828800" y="5207000"/>
            <a:ext cx="3810000" cy="6032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zh-CN" altLang="en-US" sz="1200" b="0" i="0" u="none" strike="noStrike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绝大部分的专业买家会有一定的采购周期</a:t>
            </a:r>
            <a:r>
              <a:rPr lang="en-US" altLang="zh-CN" sz="1200" b="0" i="0" u="none" strike="noStrike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，</a:t>
            </a:r>
            <a:r>
              <a:rPr lang="zh-CN" altLang="en-US" sz="1200" b="0" i="0" u="none" strike="noStrike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并非每日需要采购</a:t>
            </a:r>
            <a:r>
              <a:rPr lang="en-US" altLang="zh-CN" sz="1200" b="0" i="0" u="none" strike="noStrike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，</a:t>
            </a:r>
            <a:r>
              <a:rPr lang="zh-CN" altLang="en-US" sz="1200" b="0" i="0" u="none" strike="noStrike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当他主动寻找供应商时</a:t>
            </a:r>
            <a:r>
              <a:rPr lang="en-US" altLang="zh-CN" sz="1200" b="0" i="0" u="none" strike="noStrike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，</a:t>
            </a:r>
            <a:r>
              <a:rPr lang="zh-CN" altLang="en-US" sz="1200" b="0" i="0" u="none" strike="noStrike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供应商必然相互超额竞价</a:t>
            </a:r>
            <a:r>
              <a:rPr lang="en-US" altLang="zh-CN" sz="1200" b="0" i="0" u="none" strike="noStrike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。</a:t>
            </a:r>
            <a:endParaRPr lang="en-US" altLang="zh-CN" sz="1200" b="0" i="0" u="none" strike="noStrike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6583045" y="13462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chemeClr val="tx2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Noto Sans SC"/>
                <a:sym typeface="Noto Sans SC"/>
              </a:rPr>
              <a:t>WA</a:t>
            </a:r>
            <a:r>
              <a:rPr lang="zh-CN" altLang="en-US" sz="1800" b="1" i="0" u="none" strike="noStrike">
                <a:solidFill>
                  <a:schemeClr val="tx2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Noto Sans SC"/>
                <a:sym typeface="Noto Sans SC"/>
              </a:rPr>
              <a:t>商机获客模式成本</a:t>
            </a:r>
            <a:r>
              <a:rPr lang="zh-CN" altLang="en-US" sz="1800" b="1" i="0" u="none" strike="noStrike">
                <a:solidFill>
                  <a:schemeClr val="tx2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Noto Sans SC"/>
                <a:sym typeface="Noto Sans SC"/>
              </a:rPr>
              <a:t>低</a:t>
            </a:r>
            <a:endParaRPr lang="zh-CN" altLang="en-US" sz="1800" b="1" i="0" u="none" strike="noStrike">
              <a:solidFill>
                <a:schemeClr val="tx2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Noto Sans SC"/>
              <a:sym typeface="Noto Sans SC"/>
            </a:endParaRPr>
          </a:p>
        </p:txBody>
      </p:sp>
      <p:sp>
        <p:nvSpPr>
          <p:cNvPr id="45" name="AutoShape 44"/>
          <p:cNvSpPr/>
          <p:nvPr/>
        </p:nvSpPr>
        <p:spPr>
          <a:xfrm>
            <a:off x="2176780" y="6311900"/>
            <a:ext cx="7837805" cy="508000"/>
          </a:xfrm>
          <a:prstGeom prst="roundRect">
            <a:avLst>
              <a:gd name="adj" fmla="val 20000"/>
            </a:avLst>
          </a:prstGeom>
          <a:solidFill>
            <a:srgbClr val="FEF2F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AutoShape 45"/>
          <p:cNvSpPr/>
          <p:nvPr/>
        </p:nvSpPr>
        <p:spPr>
          <a:xfrm>
            <a:off x="3781425" y="640715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B91C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⚠️ </a:t>
            </a:r>
            <a:r>
              <a:rPr lang="zh-CN" altLang="en-US" sz="1100" b="1" i="0" u="none" strike="noStrike">
                <a:solidFill>
                  <a:srgbClr val="B91C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传统模式</a:t>
            </a:r>
            <a:r>
              <a:rPr lang="en-US" sz="1100" b="1" i="0" u="none" strike="noStrike">
                <a:solidFill>
                  <a:srgbClr val="B91C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有效询盘成本普遍 ¥500-2000+，VS WA</a:t>
            </a:r>
            <a:r>
              <a:rPr lang="zh-CN" altLang="en-US" sz="1100" b="1" i="0" u="none" strike="noStrike">
                <a:solidFill>
                  <a:srgbClr val="B91C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商机模式有限询盘</a:t>
            </a:r>
            <a:r>
              <a:rPr lang="en-US" sz="1100" b="1">
                <a:solidFill>
                  <a:srgbClr val="B91C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 ¥</a:t>
            </a:r>
            <a:r>
              <a:rPr lang="en-US" altLang="zh-CN" sz="1100" b="1" i="0" u="none" strike="noStrike">
                <a:solidFill>
                  <a:srgbClr val="B91C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3-50</a:t>
            </a:r>
            <a:r>
              <a:rPr lang="en-US" sz="1100" b="1" i="0" u="none" strike="noStrike">
                <a:solidFill>
                  <a:srgbClr val="B91C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。</a:t>
            </a:r>
            <a:endParaRPr lang="en-US" sz="1100" b="1" i="0" u="none" strike="noStrike">
              <a:solidFill>
                <a:srgbClr val="B91C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/>
            </a:endParaRPr>
          </a:p>
        </p:txBody>
      </p:sp>
      <p:sp>
        <p:nvSpPr>
          <p:cNvPr id="2" name="textbox 3970"/>
          <p:cNvSpPr/>
          <p:nvPr/>
        </p:nvSpPr>
        <p:spPr>
          <a:xfrm>
            <a:off x="707390" y="165735"/>
            <a:ext cx="7409815" cy="5334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lnSpc>
                <a:spcPct val="114000"/>
              </a:lnSpc>
              <a:defRPr/>
            </a:pPr>
            <a:r>
              <a:rPr lang="en-US" altLang="zh-CN" sz="27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OPPOSans R" charset="0"/>
              </a:rPr>
              <a:t>W</a:t>
            </a:r>
            <a:r>
              <a:rPr lang="en-US" altLang="en-US" sz="27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OPPOSans R" charset="0"/>
              </a:rPr>
              <a:t>À</a:t>
            </a:r>
            <a:r>
              <a:rPr lang="zh-CN" altLang="en-US" sz="27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OPPOSans R" charset="0"/>
              </a:rPr>
              <a:t>商机系统的获客成本低</a:t>
            </a:r>
            <a:r>
              <a:rPr lang="en-US" altLang="zh-CN" sz="27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OPPOSans R" charset="0"/>
              </a:rPr>
              <a:t>-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OPPOSans R" charset="0"/>
              </a:rPr>
              <a:t>全域触达，成本极低</a:t>
            </a:r>
            <a:endParaRPr lang="zh-CN" altLang="en-US" sz="20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OPPOSans R" charset="0"/>
            </a:endParaRPr>
          </a:p>
        </p:txBody>
      </p:sp>
      <p:sp>
        <p:nvSpPr>
          <p:cNvPr id="320" name="矩形 319"/>
          <p:cNvSpPr>
            <a:spLocks noChangeArrowheads="1"/>
          </p:cNvSpPr>
          <p:nvPr/>
        </p:nvSpPr>
        <p:spPr bwMode="auto">
          <a:xfrm>
            <a:off x="0" y="174625"/>
            <a:ext cx="376555" cy="5238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1905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+mn-lt"/>
            </a:endParaRPr>
          </a:p>
        </p:txBody>
      </p:sp>
      <p:sp>
        <p:nvSpPr>
          <p:cNvPr id="321" name="矩形 320"/>
          <p:cNvSpPr>
            <a:spLocks noChangeArrowheads="1"/>
          </p:cNvSpPr>
          <p:nvPr/>
        </p:nvSpPr>
        <p:spPr bwMode="auto">
          <a:xfrm>
            <a:off x="408940" y="174625"/>
            <a:ext cx="140970" cy="5238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1905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+mn-lt"/>
            </a:endParaRPr>
          </a:p>
        </p:txBody>
      </p:sp>
      <p:sp>
        <p:nvSpPr>
          <p:cNvPr id="42" name="AutoShape 4"/>
          <p:cNvSpPr/>
          <p:nvPr/>
        </p:nvSpPr>
        <p:spPr>
          <a:xfrm>
            <a:off x="6583045" y="1841500"/>
            <a:ext cx="5080000" cy="1282065"/>
          </a:xfrm>
          <a:prstGeom prst="roundRect">
            <a:avLst>
              <a:gd name="adj" fmla="val 94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254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7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86245" y="2032000"/>
            <a:ext cx="609600" cy="723900"/>
          </a:xfrm>
          <a:prstGeom prst="rect">
            <a:avLst/>
          </a:prstGeom>
        </p:spPr>
      </p:pic>
      <p:sp>
        <p:nvSpPr>
          <p:cNvPr id="48" name="AutoShape 6"/>
          <p:cNvSpPr/>
          <p:nvPr/>
        </p:nvSpPr>
        <p:spPr>
          <a:xfrm>
            <a:off x="7599045" y="1968500"/>
            <a:ext cx="3810000" cy="3619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500" b="1" i="0" u="none" strike="noStrike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广告位置无限</a:t>
            </a:r>
            <a:r>
              <a:rPr lang="zh-CN" altLang="en-US" sz="1500" b="1" i="0" u="none" strike="noStrike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多</a:t>
            </a:r>
            <a:endParaRPr lang="zh-CN" altLang="en-US" sz="1500" b="1" i="0" u="none" strike="noStrike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/>
            </a:endParaRPr>
          </a:p>
        </p:txBody>
      </p:sp>
      <p:sp>
        <p:nvSpPr>
          <p:cNvPr id="49" name="AutoShape 7"/>
          <p:cNvSpPr/>
          <p:nvPr/>
        </p:nvSpPr>
        <p:spPr>
          <a:xfrm>
            <a:off x="7599045" y="2311400"/>
            <a:ext cx="3810000" cy="6032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zh-CN" altLang="en-US" sz="1200" b="0" i="0" u="none" strike="noStrike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信息流广告本身没有排名位置</a:t>
            </a:r>
            <a:r>
              <a:rPr lang="en-US" altLang="zh-CN" sz="1200" b="0" i="0" u="none" strike="noStrike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，</a:t>
            </a:r>
            <a:r>
              <a:rPr lang="zh-CN" altLang="en-US" sz="1200" b="0" i="0" u="none" strike="noStrike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展示机会无限多</a:t>
            </a:r>
            <a:r>
              <a:rPr lang="en-US" altLang="zh-CN" sz="1200" b="0" i="0" u="none" strike="noStrike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，</a:t>
            </a:r>
            <a:r>
              <a:rPr lang="zh-CN" altLang="en-US" sz="1200" b="0" i="0" u="none" strike="noStrike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加之广告联盟众多平台所形成的无限多的展示机会</a:t>
            </a:r>
            <a:r>
              <a:rPr lang="en-US" altLang="zh-CN" sz="1200" b="0" i="0" u="none" strike="noStrike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，</a:t>
            </a:r>
            <a:r>
              <a:rPr lang="zh-CN" altLang="en-US" sz="1200" b="0" i="0" u="none" strike="noStrike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所以单次展示的成本极低</a:t>
            </a:r>
            <a:r>
              <a:rPr lang="en-US" altLang="zh-CN" sz="1200" b="0" i="0" u="none" strike="noStrike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。</a:t>
            </a:r>
            <a:endParaRPr lang="en-US" altLang="zh-CN" sz="1200" b="0" i="0" u="none" strike="noStrike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/>
            </a:endParaRPr>
          </a:p>
        </p:txBody>
      </p:sp>
      <p:sp>
        <p:nvSpPr>
          <p:cNvPr id="50" name="AutoShape 8"/>
          <p:cNvSpPr/>
          <p:nvPr/>
        </p:nvSpPr>
        <p:spPr>
          <a:xfrm>
            <a:off x="6583045" y="3289300"/>
            <a:ext cx="5080000" cy="1282065"/>
          </a:xfrm>
          <a:prstGeom prst="roundRect">
            <a:avLst>
              <a:gd name="adj" fmla="val 94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254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2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86245" y="3479800"/>
            <a:ext cx="609600" cy="723900"/>
          </a:xfrm>
          <a:prstGeom prst="rect">
            <a:avLst/>
          </a:prstGeom>
        </p:spPr>
      </p:pic>
      <p:sp>
        <p:nvSpPr>
          <p:cNvPr id="53" name="AutoShape 10"/>
          <p:cNvSpPr/>
          <p:nvPr/>
        </p:nvSpPr>
        <p:spPr>
          <a:xfrm>
            <a:off x="7599045" y="3416300"/>
            <a:ext cx="3810000" cy="3619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500" b="1" i="0" u="none" strike="noStrike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Noto Sans SC"/>
                <a:sym typeface="Noto Sans SC"/>
              </a:rPr>
              <a:t>用户需求行为</a:t>
            </a:r>
            <a:r>
              <a:rPr lang="zh-CN" altLang="en-US" sz="1500" b="1" i="0" u="none" strike="noStrike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Noto Sans SC"/>
                <a:sym typeface="Noto Sans SC"/>
              </a:rPr>
              <a:t>导向</a:t>
            </a:r>
            <a:endParaRPr lang="zh-CN" altLang="en-US" sz="1500" b="1" i="0" u="none" strike="noStrike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Noto Sans SC"/>
              <a:sym typeface="Noto Sans SC"/>
            </a:endParaRPr>
          </a:p>
        </p:txBody>
      </p:sp>
      <p:sp>
        <p:nvSpPr>
          <p:cNvPr id="54" name="AutoShape 11"/>
          <p:cNvSpPr/>
          <p:nvPr/>
        </p:nvSpPr>
        <p:spPr>
          <a:xfrm>
            <a:off x="7599045" y="3759200"/>
            <a:ext cx="3810000" cy="6032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zh-CN" altLang="en-US" sz="1200" b="0" i="0" u="none" strike="noStrike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突破了客户搜索的时间窗口</a:t>
            </a:r>
            <a:r>
              <a:rPr lang="en-US" altLang="zh-CN" sz="1200" b="0" i="0" u="none" strike="noStrike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，</a:t>
            </a:r>
            <a:r>
              <a:rPr lang="zh-CN" altLang="en-US" sz="1200" b="0" i="0" u="none" strike="noStrike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只要客户有访问互联网</a:t>
            </a:r>
            <a:r>
              <a:rPr lang="en-US" altLang="zh-CN" sz="1200" b="0" i="0" u="none" strike="noStrike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，</a:t>
            </a:r>
            <a:r>
              <a:rPr lang="zh-CN" altLang="en-US" sz="1200" b="0" i="0" u="none" strike="noStrike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广告即能精准触达</a:t>
            </a:r>
            <a:r>
              <a:rPr lang="en-US" altLang="zh-CN" sz="1200" b="0" i="0" u="none" strike="noStrike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。</a:t>
            </a:r>
            <a:endParaRPr lang="en-US" altLang="zh-CN" sz="1200" b="0" i="0" u="none" strike="noStrike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/>
            </a:endParaRPr>
          </a:p>
        </p:txBody>
      </p:sp>
      <p:sp>
        <p:nvSpPr>
          <p:cNvPr id="55" name="AutoShape 12"/>
          <p:cNvSpPr/>
          <p:nvPr/>
        </p:nvSpPr>
        <p:spPr>
          <a:xfrm>
            <a:off x="6583045" y="4737100"/>
            <a:ext cx="5080000" cy="1282065"/>
          </a:xfrm>
          <a:prstGeom prst="roundRect">
            <a:avLst>
              <a:gd name="adj" fmla="val 94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254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6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786245" y="4927600"/>
            <a:ext cx="609600" cy="723900"/>
          </a:xfrm>
          <a:prstGeom prst="rect">
            <a:avLst/>
          </a:prstGeom>
        </p:spPr>
      </p:pic>
      <p:sp>
        <p:nvSpPr>
          <p:cNvPr id="57" name="AutoShape 14"/>
          <p:cNvSpPr/>
          <p:nvPr/>
        </p:nvSpPr>
        <p:spPr>
          <a:xfrm>
            <a:off x="7599045" y="4864100"/>
            <a:ext cx="3810000" cy="3619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500" b="1" i="0" u="none" strike="noStrike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所有有需求的采购商均能覆盖</a:t>
            </a:r>
            <a:endParaRPr lang="en-US" altLang="zh-CN" sz="1500" b="1" i="0" u="none" strike="noStrike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/>
            </a:endParaRPr>
          </a:p>
        </p:txBody>
      </p:sp>
      <p:sp>
        <p:nvSpPr>
          <p:cNvPr id="58" name="AutoShape 15"/>
          <p:cNvSpPr/>
          <p:nvPr/>
        </p:nvSpPr>
        <p:spPr>
          <a:xfrm>
            <a:off x="7599045" y="5207000"/>
            <a:ext cx="3810000" cy="6032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zh-CN" altLang="en-US" sz="120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无须客户搜索</a:t>
            </a:r>
            <a:r>
              <a:rPr lang="en-US" altLang="zh-CN" sz="120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，</a:t>
            </a:r>
            <a:r>
              <a:rPr lang="zh-CN" altLang="en-US" sz="120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只要客户被联盟定义为某产品的进口商</a:t>
            </a:r>
            <a:r>
              <a:rPr lang="en-US" altLang="zh-CN" sz="120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，</a:t>
            </a:r>
            <a:r>
              <a:rPr lang="zh-CN" altLang="en-US" sz="120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我们的广告就能精准投放到他面前去</a:t>
            </a:r>
            <a:r>
              <a:rPr lang="en-US" altLang="zh-CN" sz="120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，</a:t>
            </a:r>
            <a:r>
              <a:rPr lang="zh-CN" altLang="en-US" sz="120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比传统模式更占先机</a:t>
            </a:r>
            <a:r>
              <a:rPr lang="en-US" altLang="zh-CN" sz="120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。</a:t>
            </a:r>
            <a:endParaRPr lang="en-US" altLang="zh-CN" sz="120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/>
            </a:endParaRPr>
          </a:p>
        </p:txBody>
      </p:sp>
    </p:spTree>
    <p:custDataLst>
      <p:tags r:id="rId8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7" name="Picture 4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13783" y="98425"/>
            <a:ext cx="775970" cy="836930"/>
          </a:xfrm>
          <a:prstGeom prst="rect">
            <a:avLst/>
          </a:prstGeom>
        </p:spPr>
      </p:pic>
      <p:sp>
        <p:nvSpPr>
          <p:cNvPr id="3" name="AutoShape 3"/>
          <p:cNvSpPr/>
          <p:nvPr/>
        </p:nvSpPr>
        <p:spPr>
          <a:xfrm>
            <a:off x="108585" y="1387475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i="0" u="none" strike="noStrike">
                <a:solidFill>
                  <a:schemeClr val="tx2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Noto Sans SC"/>
                <a:sym typeface="Noto Sans SC"/>
              </a:rPr>
              <a:t>数据来源</a:t>
            </a:r>
            <a:r>
              <a:rPr lang="en-US" altLang="zh-CN" sz="1800" b="1" i="0" u="none" strike="noStrike">
                <a:solidFill>
                  <a:schemeClr val="tx2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Noto Sans SC"/>
                <a:sym typeface="Noto Sans SC"/>
              </a:rPr>
              <a:t>：</a:t>
            </a:r>
            <a:r>
              <a:rPr lang="en-US" altLang="zh-CN" sz="1800" b="1" i="0" u="none" strike="noStrike">
                <a:solidFill>
                  <a:schemeClr val="tx2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Noto Sans SC"/>
                <a:sym typeface="Noto Sans SC"/>
              </a:rPr>
              <a:t>similarweb.com</a:t>
            </a:r>
            <a:endParaRPr lang="en-US" altLang="zh-CN" sz="1800" b="1" i="0" u="none" strike="noStrike">
              <a:solidFill>
                <a:schemeClr val="tx2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Noto Sans SC"/>
              <a:sym typeface="Noto Sans SC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874000" y="1768475"/>
            <a:ext cx="4318000" cy="2607945"/>
          </a:xfrm>
          <a:prstGeom prst="roundRect">
            <a:avLst>
              <a:gd name="adj" fmla="val 592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8128000" y="1958975"/>
            <a:ext cx="381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B2B平台：被动分配，</a:t>
            </a:r>
            <a:r>
              <a:rPr lang="zh-CN" altLang="en-US" sz="1400" b="1" i="0" u="none" strike="noStrike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平台抽成</a:t>
            </a:r>
            <a:endParaRPr lang="zh-CN" altLang="en-US" sz="1400" b="1" i="0" u="none" strike="noStrike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8128000" y="2339975"/>
            <a:ext cx="3810000" cy="12700"/>
          </a:xfrm>
          <a:prstGeom prst="roundRect">
            <a:avLst>
              <a:gd name="adj" fmla="val 0"/>
            </a:avLst>
          </a:prstGeom>
          <a:solidFill>
            <a:srgbClr val="D1D5D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8064500" y="3695700"/>
            <a:ext cx="3810000" cy="5219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en-US" sz="11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68%</a:t>
            </a:r>
            <a:r>
              <a:rPr lang="en-US" sz="1100" b="0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的流量来自平台外部，平台抽成且按逻辑被动分配。</a:t>
            </a:r>
            <a:endParaRPr lang="en-US" sz="1100" b="0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/>
            </a:endParaRPr>
          </a:p>
          <a:p>
            <a:pPr indent="0" algn="l">
              <a:lnSpc>
                <a:spcPct val="150000"/>
              </a:lnSpc>
              <a:defRPr/>
            </a:pPr>
            <a:r>
              <a:rPr lang="en-US" sz="1100" b="0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询盘成本高达</a:t>
            </a:r>
            <a:r>
              <a:rPr lang="en-US" sz="11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¥200-800/个</a:t>
            </a:r>
            <a:r>
              <a:rPr lang="en-US" sz="1100" b="0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，客户归属平台，运营难度高。</a:t>
            </a:r>
            <a:endParaRPr lang="en-US" sz="1100" b="0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813435" y="5110480"/>
            <a:ext cx="9987915" cy="837565"/>
          </a:xfrm>
          <a:prstGeom prst="roundRect">
            <a:avLst>
              <a:gd name="adj" fmla="val 592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1025525" y="5375275"/>
            <a:ext cx="9775825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/>
            <a:r>
              <a:rPr lang="en-US" altLang="zh-CN">
                <a:effectLst>
                  <a:reflection blurRad="6350" stA="55000" endA="300" endPos="45500" dir="5400000" sy="-100000" algn="bl" rotWithShape="0"/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B2B</a:t>
            </a:r>
            <a:r>
              <a:rPr lang="zh-CN" altLang="en-US">
                <a:effectLst>
                  <a:reflection blurRad="6350" stA="55000" endA="300" endPos="45500" dir="5400000" sy="-100000" algn="bl" rotWithShape="0"/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平台</a:t>
            </a:r>
            <a:r>
              <a:rPr lang="en-US" altLang="zh-CN">
                <a:effectLst>
                  <a:reflection blurRad="6350" stA="55000" endA="300" endPos="45500" dir="5400000" sy="-100000" algn="bl" rotWithShape="0"/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68%</a:t>
            </a:r>
            <a:r>
              <a:rPr lang="zh-CN" altLang="en-US">
                <a:effectLst>
                  <a:reflection blurRad="6350" stA="55000" endA="300" endPos="45500" dir="5400000" sy="-100000" algn="bl" rotWithShape="0"/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的流量来自于</a:t>
            </a:r>
            <a:r>
              <a:rPr lang="en-US" altLang="zh-CN">
                <a:effectLst>
                  <a:reflection blurRad="6350" stA="55000" endA="300" endPos="45500" dir="5400000" sy="-100000" algn="bl" rotWithShape="0"/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Meta</a:t>
            </a:r>
            <a:r>
              <a:rPr lang="zh-CN" altLang="en-US">
                <a:effectLst>
                  <a:reflection blurRad="6350" stA="55000" endA="300" endPos="45500" dir="5400000" sy="-100000" algn="bl" rotWithShape="0"/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及</a:t>
            </a:r>
            <a:r>
              <a:rPr lang="en-US" altLang="zh-CN">
                <a:effectLst>
                  <a:reflection blurRad="6350" stA="55000" endA="300" endPos="45500" dir="5400000" sy="-100000" algn="bl" rotWithShape="0"/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Google</a:t>
            </a:r>
            <a:r>
              <a:rPr lang="zh-CN" altLang="en-US">
                <a:effectLst>
                  <a:reflection blurRad="6350" stA="55000" endA="300" endPos="45500" dir="5400000" sy="-100000" algn="bl" rotWithShape="0"/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广告联盟，直接向联盟投流跳过中间商</a:t>
            </a:r>
            <a:br>
              <a:rPr kumimoji="1" lang="zh-CN" altLang="en-US" b="1" spc="300" noProof="0" dirty="0">
                <a:ln>
                  <a:noFill/>
                </a:ln>
                <a:effectLst>
                  <a:reflection blurRad="6350" stA="55000" endA="300" endPos="45500" dir="5400000" sy="-100000" algn="bl" rotWithShape="0"/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</a:br>
            <a:endParaRPr lang="en-US" b="1" i="0" u="none" strike="noStrike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/>
            </a:endParaRPr>
          </a:p>
        </p:txBody>
      </p:sp>
      <p:sp>
        <p:nvSpPr>
          <p:cNvPr id="10" name="AutoShape 10"/>
          <p:cNvSpPr/>
          <p:nvPr/>
        </p:nvSpPr>
        <p:spPr>
          <a:xfrm flipV="1">
            <a:off x="1530985" y="5763260"/>
            <a:ext cx="8552180" cy="76200"/>
          </a:xfrm>
          <a:prstGeom prst="roundRect">
            <a:avLst>
              <a:gd name="adj" fmla="val 0"/>
            </a:avLst>
          </a:prstGeom>
          <a:solidFill>
            <a:srgbClr val="D1D5D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96" name="组合 95"/>
          <p:cNvGrpSpPr/>
          <p:nvPr/>
        </p:nvGrpSpPr>
        <p:grpSpPr>
          <a:xfrm>
            <a:off x="8639810" y="2465070"/>
            <a:ext cx="2405380" cy="1136650"/>
            <a:chOff x="1312803" y="1483391"/>
            <a:chExt cx="5945224" cy="2864432"/>
          </a:xfrm>
        </p:grpSpPr>
        <p:grpSp>
          <p:nvGrpSpPr>
            <p:cNvPr id="97" name="组合 96"/>
            <p:cNvGrpSpPr/>
            <p:nvPr/>
          </p:nvGrpSpPr>
          <p:grpSpPr>
            <a:xfrm>
              <a:off x="1312803" y="1483391"/>
              <a:ext cx="2864432" cy="2864432"/>
              <a:chOff x="944715" y="1483391"/>
              <a:chExt cx="2864432" cy="2864432"/>
            </a:xfrm>
          </p:grpSpPr>
          <p:sp>
            <p:nvSpPr>
              <p:cNvPr id="98" name="Oval 26"/>
              <p:cNvSpPr/>
              <p:nvPr/>
            </p:nvSpPr>
            <p:spPr>
              <a:xfrm>
                <a:off x="1017784" y="1556460"/>
                <a:ext cx="2718292" cy="2718292"/>
              </a:xfrm>
              <a:prstGeom prst="ellipse">
                <a:avLst/>
              </a:prstGeom>
              <a:solidFill>
                <a:srgbClr val="667384">
                  <a:lumMod val="20000"/>
                  <a:lumOff val="8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313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POSans R" panose="00020600040101010101" pitchFamily="18" charset="-122"/>
                  <a:ea typeface="OPPOSans R" panose="00020600040101010101" pitchFamily="18" charset="-122"/>
                  <a:cs typeface="OPPOSans R"/>
                  <a:sym typeface="OPPOSans R"/>
                </a:endParaRPr>
              </a:p>
            </p:txBody>
          </p:sp>
          <p:sp>
            <p:nvSpPr>
              <p:cNvPr id="99" name="Pie 27"/>
              <p:cNvSpPr/>
              <p:nvPr/>
            </p:nvSpPr>
            <p:spPr>
              <a:xfrm>
                <a:off x="1021409" y="1560085"/>
                <a:ext cx="2711038" cy="2711038"/>
              </a:xfrm>
              <a:prstGeom prst="pie">
                <a:avLst>
                  <a:gd name="adj1" fmla="val 16163450"/>
                  <a:gd name="adj2" fmla="val 2587600"/>
                </a:avLst>
              </a:prstGeom>
              <a:gradFill>
                <a:gsLst>
                  <a:gs pos="0">
                    <a:srgbClr val="006EFF">
                      <a:lumMod val="60000"/>
                      <a:lumOff val="40000"/>
                    </a:srgbClr>
                  </a:gs>
                  <a:gs pos="100000">
                    <a:srgbClr val="006EFF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313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OPPOSans R" panose="00020600040101010101" pitchFamily="18" charset="-122"/>
                  <a:ea typeface="OPPOSans R" panose="00020600040101010101" pitchFamily="18" charset="-122"/>
                  <a:cs typeface="OPPOSans R"/>
                  <a:sym typeface="OPPOSans R"/>
                </a:endParaRPr>
              </a:p>
            </p:txBody>
          </p:sp>
          <p:sp>
            <p:nvSpPr>
              <p:cNvPr id="100" name="Freeform 5"/>
              <p:cNvSpPr>
                <a:spLocks noEditPoints="1"/>
              </p:cNvSpPr>
              <p:nvPr/>
            </p:nvSpPr>
            <p:spPr bwMode="auto">
              <a:xfrm>
                <a:off x="944715" y="1483391"/>
                <a:ext cx="2864432" cy="2864432"/>
              </a:xfrm>
              <a:custGeom>
                <a:avLst/>
                <a:gdLst>
                  <a:gd name="T0" fmla="*/ 1837 w 1982"/>
                  <a:gd name="T1" fmla="*/ 798 h 1981"/>
                  <a:gd name="T2" fmla="*/ 1724 w 1982"/>
                  <a:gd name="T3" fmla="*/ 887 h 1981"/>
                  <a:gd name="T4" fmla="*/ 1777 w 1982"/>
                  <a:gd name="T5" fmla="*/ 1071 h 1981"/>
                  <a:gd name="T6" fmla="*/ 1688 w 1982"/>
                  <a:gd name="T7" fmla="*/ 1239 h 1981"/>
                  <a:gd name="T8" fmla="*/ 1724 w 1982"/>
                  <a:gd name="T9" fmla="*/ 697 h 1981"/>
                  <a:gd name="T10" fmla="*/ 1772 w 1982"/>
                  <a:gd name="T11" fmla="*/ 580 h 1981"/>
                  <a:gd name="T12" fmla="*/ 1609 w 1982"/>
                  <a:gd name="T13" fmla="*/ 583 h 1981"/>
                  <a:gd name="T14" fmla="*/ 510 w 1982"/>
                  <a:gd name="T15" fmla="*/ 269 h 1981"/>
                  <a:gd name="T16" fmla="*/ 457 w 1982"/>
                  <a:gd name="T17" fmla="*/ 388 h 1981"/>
                  <a:gd name="T18" fmla="*/ 329 w 1982"/>
                  <a:gd name="T19" fmla="*/ 407 h 1981"/>
                  <a:gd name="T20" fmla="*/ 395 w 1982"/>
                  <a:gd name="T21" fmla="*/ 579 h 1981"/>
                  <a:gd name="T22" fmla="*/ 395 w 1982"/>
                  <a:gd name="T23" fmla="*/ 579 h 1981"/>
                  <a:gd name="T24" fmla="*/ 209 w 1982"/>
                  <a:gd name="T25" fmla="*/ 582 h 1981"/>
                  <a:gd name="T26" fmla="*/ 314 w 1982"/>
                  <a:gd name="T27" fmla="*/ 734 h 1981"/>
                  <a:gd name="T28" fmla="*/ 305 w 1982"/>
                  <a:gd name="T29" fmla="*/ 1268 h 1981"/>
                  <a:gd name="T30" fmla="*/ 134 w 1982"/>
                  <a:gd name="T31" fmla="*/ 781 h 1981"/>
                  <a:gd name="T32" fmla="*/ 258 w 1982"/>
                  <a:gd name="T33" fmla="*/ 887 h 1981"/>
                  <a:gd name="T34" fmla="*/ 272 w 1982"/>
                  <a:gd name="T35" fmla="*/ 1078 h 1981"/>
                  <a:gd name="T36" fmla="*/ 262 w 1982"/>
                  <a:gd name="T37" fmla="*/ 991 h 1981"/>
                  <a:gd name="T38" fmla="*/ 264 w 1982"/>
                  <a:gd name="T39" fmla="*/ 1154 h 1981"/>
                  <a:gd name="T40" fmla="*/ 216 w 1982"/>
                  <a:gd name="T41" fmla="*/ 1381 h 1981"/>
                  <a:gd name="T42" fmla="*/ 395 w 1982"/>
                  <a:gd name="T43" fmla="*/ 1402 h 1981"/>
                  <a:gd name="T44" fmla="*/ 352 w 1982"/>
                  <a:gd name="T45" fmla="*/ 1578 h 1981"/>
                  <a:gd name="T46" fmla="*/ 457 w 1982"/>
                  <a:gd name="T47" fmla="*/ 1594 h 1981"/>
                  <a:gd name="T48" fmla="*/ 457 w 1982"/>
                  <a:gd name="T49" fmla="*/ 1594 h 1981"/>
                  <a:gd name="T50" fmla="*/ 581 w 1982"/>
                  <a:gd name="T51" fmla="*/ 1613 h 1981"/>
                  <a:gd name="T52" fmla="*/ 654 w 1982"/>
                  <a:gd name="T53" fmla="*/ 1632 h 1981"/>
                  <a:gd name="T54" fmla="*/ 638 w 1982"/>
                  <a:gd name="T55" fmla="*/ 285 h 1981"/>
                  <a:gd name="T56" fmla="*/ 712 w 1982"/>
                  <a:gd name="T57" fmla="*/ 300 h 1981"/>
                  <a:gd name="T58" fmla="*/ 713 w 1982"/>
                  <a:gd name="T59" fmla="*/ 1682 h 1981"/>
                  <a:gd name="T60" fmla="*/ 799 w 1982"/>
                  <a:gd name="T61" fmla="*/ 1706 h 1981"/>
                  <a:gd name="T62" fmla="*/ 817 w 1982"/>
                  <a:gd name="T63" fmla="*/ 221 h 1981"/>
                  <a:gd name="T64" fmla="*/ 902 w 1982"/>
                  <a:gd name="T65" fmla="*/ 267 h 1981"/>
                  <a:gd name="T66" fmla="*/ 872 w 1982"/>
                  <a:gd name="T67" fmla="*/ 1850 h 1981"/>
                  <a:gd name="T68" fmla="*/ 976 w 1982"/>
                  <a:gd name="T69" fmla="*/ 1731 h 1981"/>
                  <a:gd name="T70" fmla="*/ 976 w 1982"/>
                  <a:gd name="T71" fmla="*/ 201 h 1981"/>
                  <a:gd name="T72" fmla="*/ 1110 w 1982"/>
                  <a:gd name="T73" fmla="*/ 132 h 1981"/>
                  <a:gd name="T74" fmla="*/ 1066 w 1982"/>
                  <a:gd name="T75" fmla="*/ 1732 h 1981"/>
                  <a:gd name="T76" fmla="*/ 1165 w 1982"/>
                  <a:gd name="T77" fmla="*/ 1761 h 1981"/>
                  <a:gd name="T78" fmla="*/ 1183 w 1982"/>
                  <a:gd name="T79" fmla="*/ 276 h 1981"/>
                  <a:gd name="T80" fmla="*/ 1240 w 1982"/>
                  <a:gd name="T81" fmla="*/ 289 h 1981"/>
                  <a:gd name="T82" fmla="*/ 1304 w 1982"/>
                  <a:gd name="T83" fmla="*/ 1816 h 1981"/>
                  <a:gd name="T84" fmla="*/ 1304 w 1982"/>
                  <a:gd name="T85" fmla="*/ 1816 h 1981"/>
                  <a:gd name="T86" fmla="*/ 1365 w 1982"/>
                  <a:gd name="T87" fmla="*/ 1704 h 1981"/>
                  <a:gd name="T88" fmla="*/ 1372 w 1982"/>
                  <a:gd name="T89" fmla="*/ 299 h 1981"/>
                  <a:gd name="T90" fmla="*/ 1405 w 1982"/>
                  <a:gd name="T91" fmla="*/ 390 h 1981"/>
                  <a:gd name="T92" fmla="*/ 1497 w 1982"/>
                  <a:gd name="T93" fmla="*/ 1696 h 1981"/>
                  <a:gd name="T94" fmla="*/ 1493 w 1982"/>
                  <a:gd name="T95" fmla="*/ 1535 h 1981"/>
                  <a:gd name="T96" fmla="*/ 1503 w 1982"/>
                  <a:gd name="T97" fmla="*/ 390 h 1981"/>
                  <a:gd name="T98" fmla="*/ 1650 w 1982"/>
                  <a:gd name="T99" fmla="*/ 427 h 1981"/>
                  <a:gd name="T100" fmla="*/ 1539 w 1982"/>
                  <a:gd name="T101" fmla="*/ 1496 h 1981"/>
                  <a:gd name="T102" fmla="*/ 1632 w 1982"/>
                  <a:gd name="T103" fmla="*/ 1452 h 1981"/>
                  <a:gd name="T104" fmla="*/ 1752 w 1982"/>
                  <a:gd name="T105" fmla="*/ 1407 h 1981"/>
                  <a:gd name="T106" fmla="*/ 1848 w 1982"/>
                  <a:gd name="T107" fmla="*/ 1202 h 1981"/>
                  <a:gd name="T108" fmla="*/ 1858 w 1982"/>
                  <a:gd name="T109" fmla="*/ 1006 h 19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982" h="1981">
                    <a:moveTo>
                      <a:pt x="991" y="0"/>
                    </a:moveTo>
                    <a:cubicBezTo>
                      <a:pt x="444" y="0"/>
                      <a:pt x="0" y="443"/>
                      <a:pt x="0" y="990"/>
                    </a:cubicBezTo>
                    <a:cubicBezTo>
                      <a:pt x="0" y="1537"/>
                      <a:pt x="444" y="1981"/>
                      <a:pt x="991" y="1981"/>
                    </a:cubicBezTo>
                    <a:cubicBezTo>
                      <a:pt x="1538" y="1981"/>
                      <a:pt x="1982" y="1537"/>
                      <a:pt x="1982" y="990"/>
                    </a:cubicBezTo>
                    <a:cubicBezTo>
                      <a:pt x="1982" y="443"/>
                      <a:pt x="1538" y="0"/>
                      <a:pt x="991" y="0"/>
                    </a:cubicBezTo>
                    <a:close/>
                    <a:moveTo>
                      <a:pt x="1848" y="779"/>
                    </a:moveTo>
                    <a:cubicBezTo>
                      <a:pt x="1850" y="787"/>
                      <a:pt x="1845" y="795"/>
                      <a:pt x="1837" y="798"/>
                    </a:cubicBezTo>
                    <a:cubicBezTo>
                      <a:pt x="1718" y="827"/>
                      <a:pt x="1718" y="827"/>
                      <a:pt x="1718" y="827"/>
                    </a:cubicBezTo>
                    <a:cubicBezTo>
                      <a:pt x="1709" y="829"/>
                      <a:pt x="1701" y="824"/>
                      <a:pt x="1699" y="816"/>
                    </a:cubicBezTo>
                    <a:cubicBezTo>
                      <a:pt x="1697" y="808"/>
                      <a:pt x="1702" y="799"/>
                      <a:pt x="1710" y="797"/>
                    </a:cubicBezTo>
                    <a:cubicBezTo>
                      <a:pt x="1829" y="768"/>
                      <a:pt x="1829" y="768"/>
                      <a:pt x="1829" y="768"/>
                    </a:cubicBezTo>
                    <a:cubicBezTo>
                      <a:pt x="1838" y="766"/>
                      <a:pt x="1846" y="771"/>
                      <a:pt x="1848" y="779"/>
                    </a:cubicBezTo>
                    <a:close/>
                    <a:moveTo>
                      <a:pt x="1710" y="904"/>
                    </a:moveTo>
                    <a:cubicBezTo>
                      <a:pt x="1709" y="895"/>
                      <a:pt x="1715" y="888"/>
                      <a:pt x="1724" y="887"/>
                    </a:cubicBezTo>
                    <a:cubicBezTo>
                      <a:pt x="1773" y="881"/>
                      <a:pt x="1773" y="881"/>
                      <a:pt x="1773" y="881"/>
                    </a:cubicBezTo>
                    <a:cubicBezTo>
                      <a:pt x="1781" y="880"/>
                      <a:pt x="1789" y="886"/>
                      <a:pt x="1790" y="894"/>
                    </a:cubicBezTo>
                    <a:cubicBezTo>
                      <a:pt x="1791" y="902"/>
                      <a:pt x="1785" y="910"/>
                      <a:pt x="1777" y="911"/>
                    </a:cubicBezTo>
                    <a:cubicBezTo>
                      <a:pt x="1727" y="917"/>
                      <a:pt x="1727" y="917"/>
                      <a:pt x="1727" y="917"/>
                    </a:cubicBezTo>
                    <a:cubicBezTo>
                      <a:pt x="1719" y="918"/>
                      <a:pt x="1711" y="912"/>
                      <a:pt x="1710" y="904"/>
                    </a:cubicBezTo>
                    <a:close/>
                    <a:moveTo>
                      <a:pt x="1727" y="1065"/>
                    </a:moveTo>
                    <a:cubicBezTo>
                      <a:pt x="1777" y="1071"/>
                      <a:pt x="1777" y="1071"/>
                      <a:pt x="1777" y="1071"/>
                    </a:cubicBezTo>
                    <a:cubicBezTo>
                      <a:pt x="1785" y="1072"/>
                      <a:pt x="1791" y="1080"/>
                      <a:pt x="1790" y="1088"/>
                    </a:cubicBezTo>
                    <a:cubicBezTo>
                      <a:pt x="1789" y="1096"/>
                      <a:pt x="1781" y="1102"/>
                      <a:pt x="1773" y="1101"/>
                    </a:cubicBezTo>
                    <a:cubicBezTo>
                      <a:pt x="1724" y="1095"/>
                      <a:pt x="1724" y="1095"/>
                      <a:pt x="1724" y="1095"/>
                    </a:cubicBezTo>
                    <a:cubicBezTo>
                      <a:pt x="1715" y="1094"/>
                      <a:pt x="1709" y="1087"/>
                      <a:pt x="1710" y="1078"/>
                    </a:cubicBezTo>
                    <a:cubicBezTo>
                      <a:pt x="1711" y="1070"/>
                      <a:pt x="1719" y="1064"/>
                      <a:pt x="1727" y="1065"/>
                    </a:cubicBezTo>
                    <a:close/>
                    <a:moveTo>
                      <a:pt x="1668" y="1248"/>
                    </a:moveTo>
                    <a:cubicBezTo>
                      <a:pt x="1671" y="1240"/>
                      <a:pt x="1680" y="1236"/>
                      <a:pt x="1688" y="1239"/>
                    </a:cubicBezTo>
                    <a:cubicBezTo>
                      <a:pt x="1735" y="1257"/>
                      <a:pt x="1735" y="1257"/>
                      <a:pt x="1735" y="1257"/>
                    </a:cubicBezTo>
                    <a:cubicBezTo>
                      <a:pt x="1743" y="1260"/>
                      <a:pt x="1747" y="1269"/>
                      <a:pt x="1744" y="1276"/>
                    </a:cubicBezTo>
                    <a:cubicBezTo>
                      <a:pt x="1741" y="1284"/>
                      <a:pt x="1732" y="1288"/>
                      <a:pt x="1724" y="1285"/>
                    </a:cubicBezTo>
                    <a:cubicBezTo>
                      <a:pt x="1677" y="1268"/>
                      <a:pt x="1677" y="1268"/>
                      <a:pt x="1677" y="1268"/>
                    </a:cubicBezTo>
                    <a:cubicBezTo>
                      <a:pt x="1669" y="1265"/>
                      <a:pt x="1665" y="1256"/>
                      <a:pt x="1668" y="1248"/>
                    </a:cubicBezTo>
                    <a:close/>
                    <a:moveTo>
                      <a:pt x="1677" y="714"/>
                    </a:moveTo>
                    <a:cubicBezTo>
                      <a:pt x="1724" y="697"/>
                      <a:pt x="1724" y="697"/>
                      <a:pt x="1724" y="697"/>
                    </a:cubicBezTo>
                    <a:cubicBezTo>
                      <a:pt x="1732" y="694"/>
                      <a:pt x="1741" y="698"/>
                      <a:pt x="1744" y="706"/>
                    </a:cubicBezTo>
                    <a:cubicBezTo>
                      <a:pt x="1747" y="713"/>
                      <a:pt x="1743" y="722"/>
                      <a:pt x="1735" y="725"/>
                    </a:cubicBezTo>
                    <a:cubicBezTo>
                      <a:pt x="1688" y="743"/>
                      <a:pt x="1688" y="743"/>
                      <a:pt x="1688" y="743"/>
                    </a:cubicBezTo>
                    <a:cubicBezTo>
                      <a:pt x="1680" y="746"/>
                      <a:pt x="1671" y="742"/>
                      <a:pt x="1668" y="734"/>
                    </a:cubicBezTo>
                    <a:cubicBezTo>
                      <a:pt x="1665" y="726"/>
                      <a:pt x="1669" y="717"/>
                      <a:pt x="1677" y="714"/>
                    </a:cubicBezTo>
                    <a:close/>
                    <a:moveTo>
                      <a:pt x="1751" y="574"/>
                    </a:moveTo>
                    <a:cubicBezTo>
                      <a:pt x="1759" y="570"/>
                      <a:pt x="1768" y="572"/>
                      <a:pt x="1772" y="580"/>
                    </a:cubicBezTo>
                    <a:cubicBezTo>
                      <a:pt x="1776" y="587"/>
                      <a:pt x="1773" y="597"/>
                      <a:pt x="1766" y="601"/>
                    </a:cubicBezTo>
                    <a:cubicBezTo>
                      <a:pt x="1657" y="658"/>
                      <a:pt x="1657" y="658"/>
                      <a:pt x="1657" y="658"/>
                    </a:cubicBezTo>
                    <a:cubicBezTo>
                      <a:pt x="1650" y="662"/>
                      <a:pt x="1641" y="659"/>
                      <a:pt x="1637" y="651"/>
                    </a:cubicBezTo>
                    <a:cubicBezTo>
                      <a:pt x="1633" y="644"/>
                      <a:pt x="1636" y="635"/>
                      <a:pt x="1643" y="631"/>
                    </a:cubicBezTo>
                    <a:lnTo>
                      <a:pt x="1751" y="574"/>
                    </a:lnTo>
                    <a:close/>
                    <a:moveTo>
                      <a:pt x="1650" y="555"/>
                    </a:moveTo>
                    <a:cubicBezTo>
                      <a:pt x="1609" y="583"/>
                      <a:pt x="1609" y="583"/>
                      <a:pt x="1609" y="583"/>
                    </a:cubicBezTo>
                    <a:cubicBezTo>
                      <a:pt x="1602" y="588"/>
                      <a:pt x="1592" y="586"/>
                      <a:pt x="1587" y="579"/>
                    </a:cubicBezTo>
                    <a:cubicBezTo>
                      <a:pt x="1582" y="572"/>
                      <a:pt x="1584" y="563"/>
                      <a:pt x="1591" y="558"/>
                    </a:cubicBezTo>
                    <a:cubicBezTo>
                      <a:pt x="1632" y="530"/>
                      <a:pt x="1632" y="530"/>
                      <a:pt x="1632" y="530"/>
                    </a:cubicBezTo>
                    <a:cubicBezTo>
                      <a:pt x="1639" y="525"/>
                      <a:pt x="1649" y="527"/>
                      <a:pt x="1653" y="534"/>
                    </a:cubicBezTo>
                    <a:cubicBezTo>
                      <a:pt x="1658" y="541"/>
                      <a:pt x="1657" y="550"/>
                      <a:pt x="1650" y="555"/>
                    </a:cubicBezTo>
                    <a:close/>
                    <a:moveTo>
                      <a:pt x="488" y="265"/>
                    </a:moveTo>
                    <a:cubicBezTo>
                      <a:pt x="495" y="260"/>
                      <a:pt x="505" y="262"/>
                      <a:pt x="510" y="269"/>
                    </a:cubicBezTo>
                    <a:cubicBezTo>
                      <a:pt x="580" y="370"/>
                      <a:pt x="580" y="370"/>
                      <a:pt x="580" y="370"/>
                    </a:cubicBezTo>
                    <a:cubicBezTo>
                      <a:pt x="584" y="377"/>
                      <a:pt x="583" y="386"/>
                      <a:pt x="576" y="391"/>
                    </a:cubicBezTo>
                    <a:cubicBezTo>
                      <a:pt x="569" y="396"/>
                      <a:pt x="559" y="394"/>
                      <a:pt x="554" y="387"/>
                    </a:cubicBezTo>
                    <a:cubicBezTo>
                      <a:pt x="485" y="287"/>
                      <a:pt x="485" y="287"/>
                      <a:pt x="485" y="287"/>
                    </a:cubicBezTo>
                    <a:cubicBezTo>
                      <a:pt x="480" y="280"/>
                      <a:pt x="482" y="270"/>
                      <a:pt x="488" y="265"/>
                    </a:cubicBezTo>
                    <a:close/>
                    <a:moveTo>
                      <a:pt x="457" y="388"/>
                    </a:moveTo>
                    <a:cubicBezTo>
                      <a:pt x="457" y="388"/>
                      <a:pt x="457" y="388"/>
                      <a:pt x="457" y="388"/>
                    </a:cubicBezTo>
                    <a:cubicBezTo>
                      <a:pt x="464" y="383"/>
                      <a:pt x="473" y="383"/>
                      <a:pt x="479" y="390"/>
                    </a:cubicBezTo>
                    <a:cubicBezTo>
                      <a:pt x="512" y="427"/>
                      <a:pt x="512" y="427"/>
                      <a:pt x="512" y="427"/>
                    </a:cubicBezTo>
                    <a:cubicBezTo>
                      <a:pt x="518" y="433"/>
                      <a:pt x="517" y="443"/>
                      <a:pt x="511" y="449"/>
                    </a:cubicBezTo>
                    <a:cubicBezTo>
                      <a:pt x="504" y="454"/>
                      <a:pt x="495" y="454"/>
                      <a:pt x="489" y="447"/>
                    </a:cubicBezTo>
                    <a:cubicBezTo>
                      <a:pt x="456" y="410"/>
                      <a:pt x="456" y="410"/>
                      <a:pt x="456" y="410"/>
                    </a:cubicBezTo>
                    <a:cubicBezTo>
                      <a:pt x="450" y="404"/>
                      <a:pt x="451" y="394"/>
                      <a:pt x="457" y="388"/>
                    </a:cubicBezTo>
                    <a:close/>
                    <a:moveTo>
                      <a:pt x="329" y="407"/>
                    </a:moveTo>
                    <a:cubicBezTo>
                      <a:pt x="335" y="400"/>
                      <a:pt x="345" y="400"/>
                      <a:pt x="351" y="405"/>
                    </a:cubicBezTo>
                    <a:cubicBezTo>
                      <a:pt x="443" y="486"/>
                      <a:pt x="443" y="486"/>
                      <a:pt x="443" y="486"/>
                    </a:cubicBezTo>
                    <a:cubicBezTo>
                      <a:pt x="449" y="492"/>
                      <a:pt x="450" y="502"/>
                      <a:pt x="444" y="508"/>
                    </a:cubicBezTo>
                    <a:cubicBezTo>
                      <a:pt x="439" y="514"/>
                      <a:pt x="429" y="515"/>
                      <a:pt x="423" y="509"/>
                    </a:cubicBezTo>
                    <a:cubicBezTo>
                      <a:pt x="331" y="428"/>
                      <a:pt x="331" y="428"/>
                      <a:pt x="331" y="428"/>
                    </a:cubicBezTo>
                    <a:cubicBezTo>
                      <a:pt x="324" y="423"/>
                      <a:pt x="324" y="413"/>
                      <a:pt x="329" y="407"/>
                    </a:cubicBezTo>
                    <a:close/>
                    <a:moveTo>
                      <a:pt x="395" y="579"/>
                    </a:moveTo>
                    <a:cubicBezTo>
                      <a:pt x="390" y="586"/>
                      <a:pt x="380" y="588"/>
                      <a:pt x="373" y="583"/>
                    </a:cubicBezTo>
                    <a:cubicBezTo>
                      <a:pt x="332" y="555"/>
                      <a:pt x="332" y="555"/>
                      <a:pt x="332" y="555"/>
                    </a:cubicBezTo>
                    <a:cubicBezTo>
                      <a:pt x="325" y="550"/>
                      <a:pt x="324" y="541"/>
                      <a:pt x="329" y="534"/>
                    </a:cubicBezTo>
                    <a:cubicBezTo>
                      <a:pt x="329" y="534"/>
                      <a:pt x="329" y="534"/>
                      <a:pt x="329" y="534"/>
                    </a:cubicBezTo>
                    <a:cubicBezTo>
                      <a:pt x="333" y="527"/>
                      <a:pt x="343" y="525"/>
                      <a:pt x="350" y="530"/>
                    </a:cubicBezTo>
                    <a:cubicBezTo>
                      <a:pt x="391" y="558"/>
                      <a:pt x="391" y="558"/>
                      <a:pt x="391" y="558"/>
                    </a:cubicBezTo>
                    <a:cubicBezTo>
                      <a:pt x="398" y="563"/>
                      <a:pt x="400" y="572"/>
                      <a:pt x="395" y="579"/>
                    </a:cubicBezTo>
                    <a:close/>
                    <a:moveTo>
                      <a:pt x="209" y="582"/>
                    </a:moveTo>
                    <a:cubicBezTo>
                      <a:pt x="213" y="575"/>
                      <a:pt x="222" y="572"/>
                      <a:pt x="229" y="576"/>
                    </a:cubicBezTo>
                    <a:cubicBezTo>
                      <a:pt x="338" y="632"/>
                      <a:pt x="338" y="632"/>
                      <a:pt x="338" y="632"/>
                    </a:cubicBezTo>
                    <a:cubicBezTo>
                      <a:pt x="346" y="636"/>
                      <a:pt x="348" y="646"/>
                      <a:pt x="345" y="653"/>
                    </a:cubicBezTo>
                    <a:cubicBezTo>
                      <a:pt x="341" y="661"/>
                      <a:pt x="331" y="663"/>
                      <a:pt x="324" y="660"/>
                    </a:cubicBezTo>
                    <a:cubicBezTo>
                      <a:pt x="215" y="603"/>
                      <a:pt x="215" y="603"/>
                      <a:pt x="215" y="603"/>
                    </a:cubicBezTo>
                    <a:cubicBezTo>
                      <a:pt x="208" y="599"/>
                      <a:pt x="205" y="590"/>
                      <a:pt x="209" y="582"/>
                    </a:cubicBezTo>
                    <a:close/>
                    <a:moveTo>
                      <a:pt x="314" y="734"/>
                    </a:moveTo>
                    <a:cubicBezTo>
                      <a:pt x="311" y="742"/>
                      <a:pt x="302" y="746"/>
                      <a:pt x="294" y="743"/>
                    </a:cubicBezTo>
                    <a:cubicBezTo>
                      <a:pt x="247" y="725"/>
                      <a:pt x="247" y="725"/>
                      <a:pt x="247" y="725"/>
                    </a:cubicBezTo>
                    <a:cubicBezTo>
                      <a:pt x="239" y="722"/>
                      <a:pt x="235" y="713"/>
                      <a:pt x="238" y="706"/>
                    </a:cubicBezTo>
                    <a:cubicBezTo>
                      <a:pt x="241" y="698"/>
                      <a:pt x="250" y="694"/>
                      <a:pt x="258" y="697"/>
                    </a:cubicBezTo>
                    <a:cubicBezTo>
                      <a:pt x="305" y="714"/>
                      <a:pt x="305" y="714"/>
                      <a:pt x="305" y="714"/>
                    </a:cubicBezTo>
                    <a:cubicBezTo>
                      <a:pt x="313" y="717"/>
                      <a:pt x="317" y="726"/>
                      <a:pt x="314" y="734"/>
                    </a:cubicBezTo>
                    <a:close/>
                    <a:moveTo>
                      <a:pt x="305" y="1268"/>
                    </a:moveTo>
                    <a:cubicBezTo>
                      <a:pt x="258" y="1285"/>
                      <a:pt x="258" y="1285"/>
                      <a:pt x="258" y="1285"/>
                    </a:cubicBezTo>
                    <a:cubicBezTo>
                      <a:pt x="250" y="1288"/>
                      <a:pt x="241" y="1284"/>
                      <a:pt x="238" y="1276"/>
                    </a:cubicBezTo>
                    <a:cubicBezTo>
                      <a:pt x="235" y="1269"/>
                      <a:pt x="239" y="1260"/>
                      <a:pt x="247" y="1257"/>
                    </a:cubicBezTo>
                    <a:cubicBezTo>
                      <a:pt x="294" y="1239"/>
                      <a:pt x="294" y="1239"/>
                      <a:pt x="294" y="1239"/>
                    </a:cubicBezTo>
                    <a:cubicBezTo>
                      <a:pt x="302" y="1236"/>
                      <a:pt x="311" y="1240"/>
                      <a:pt x="314" y="1248"/>
                    </a:cubicBezTo>
                    <a:cubicBezTo>
                      <a:pt x="317" y="1256"/>
                      <a:pt x="313" y="1265"/>
                      <a:pt x="305" y="1268"/>
                    </a:cubicBezTo>
                    <a:close/>
                    <a:moveTo>
                      <a:pt x="134" y="781"/>
                    </a:moveTo>
                    <a:cubicBezTo>
                      <a:pt x="136" y="773"/>
                      <a:pt x="144" y="768"/>
                      <a:pt x="152" y="770"/>
                    </a:cubicBezTo>
                    <a:cubicBezTo>
                      <a:pt x="271" y="799"/>
                      <a:pt x="271" y="799"/>
                      <a:pt x="271" y="799"/>
                    </a:cubicBezTo>
                    <a:cubicBezTo>
                      <a:pt x="279" y="801"/>
                      <a:pt x="284" y="809"/>
                      <a:pt x="282" y="818"/>
                    </a:cubicBezTo>
                    <a:cubicBezTo>
                      <a:pt x="280" y="826"/>
                      <a:pt x="272" y="831"/>
                      <a:pt x="264" y="829"/>
                    </a:cubicBezTo>
                    <a:cubicBezTo>
                      <a:pt x="145" y="800"/>
                      <a:pt x="145" y="800"/>
                      <a:pt x="145" y="800"/>
                    </a:cubicBezTo>
                    <a:cubicBezTo>
                      <a:pt x="137" y="798"/>
                      <a:pt x="132" y="789"/>
                      <a:pt x="134" y="781"/>
                    </a:cubicBezTo>
                    <a:close/>
                    <a:moveTo>
                      <a:pt x="272" y="904"/>
                    </a:moveTo>
                    <a:cubicBezTo>
                      <a:pt x="272" y="904"/>
                      <a:pt x="272" y="904"/>
                      <a:pt x="272" y="904"/>
                    </a:cubicBezTo>
                    <a:cubicBezTo>
                      <a:pt x="271" y="912"/>
                      <a:pt x="263" y="918"/>
                      <a:pt x="255" y="917"/>
                    </a:cubicBezTo>
                    <a:cubicBezTo>
                      <a:pt x="205" y="911"/>
                      <a:pt x="205" y="911"/>
                      <a:pt x="205" y="911"/>
                    </a:cubicBezTo>
                    <a:cubicBezTo>
                      <a:pt x="197" y="910"/>
                      <a:pt x="191" y="902"/>
                      <a:pt x="192" y="894"/>
                    </a:cubicBezTo>
                    <a:cubicBezTo>
                      <a:pt x="193" y="886"/>
                      <a:pt x="201" y="880"/>
                      <a:pt x="209" y="881"/>
                    </a:cubicBezTo>
                    <a:cubicBezTo>
                      <a:pt x="258" y="887"/>
                      <a:pt x="258" y="887"/>
                      <a:pt x="258" y="887"/>
                    </a:cubicBezTo>
                    <a:cubicBezTo>
                      <a:pt x="267" y="888"/>
                      <a:pt x="273" y="895"/>
                      <a:pt x="272" y="904"/>
                    </a:cubicBezTo>
                    <a:close/>
                    <a:moveTo>
                      <a:pt x="258" y="1095"/>
                    </a:moveTo>
                    <a:cubicBezTo>
                      <a:pt x="209" y="1101"/>
                      <a:pt x="209" y="1101"/>
                      <a:pt x="209" y="1101"/>
                    </a:cubicBezTo>
                    <a:cubicBezTo>
                      <a:pt x="201" y="1102"/>
                      <a:pt x="193" y="1096"/>
                      <a:pt x="192" y="1088"/>
                    </a:cubicBezTo>
                    <a:cubicBezTo>
                      <a:pt x="191" y="1080"/>
                      <a:pt x="197" y="1072"/>
                      <a:pt x="205" y="1071"/>
                    </a:cubicBezTo>
                    <a:cubicBezTo>
                      <a:pt x="255" y="1065"/>
                      <a:pt x="255" y="1065"/>
                      <a:pt x="255" y="1065"/>
                    </a:cubicBezTo>
                    <a:cubicBezTo>
                      <a:pt x="263" y="1064"/>
                      <a:pt x="271" y="1070"/>
                      <a:pt x="272" y="1078"/>
                    </a:cubicBezTo>
                    <a:cubicBezTo>
                      <a:pt x="272" y="1078"/>
                      <a:pt x="272" y="1078"/>
                      <a:pt x="272" y="1078"/>
                    </a:cubicBezTo>
                    <a:cubicBezTo>
                      <a:pt x="273" y="1087"/>
                      <a:pt x="267" y="1094"/>
                      <a:pt x="258" y="1095"/>
                    </a:cubicBezTo>
                    <a:close/>
                    <a:moveTo>
                      <a:pt x="108" y="991"/>
                    </a:moveTo>
                    <a:cubicBezTo>
                      <a:pt x="108" y="991"/>
                      <a:pt x="108" y="991"/>
                      <a:pt x="108" y="991"/>
                    </a:cubicBezTo>
                    <a:cubicBezTo>
                      <a:pt x="108" y="983"/>
                      <a:pt x="115" y="976"/>
                      <a:pt x="124" y="976"/>
                    </a:cubicBezTo>
                    <a:cubicBezTo>
                      <a:pt x="246" y="976"/>
                      <a:pt x="246" y="976"/>
                      <a:pt x="246" y="976"/>
                    </a:cubicBezTo>
                    <a:cubicBezTo>
                      <a:pt x="255" y="976"/>
                      <a:pt x="262" y="983"/>
                      <a:pt x="262" y="991"/>
                    </a:cubicBezTo>
                    <a:cubicBezTo>
                      <a:pt x="262" y="999"/>
                      <a:pt x="255" y="1006"/>
                      <a:pt x="246" y="1006"/>
                    </a:cubicBezTo>
                    <a:cubicBezTo>
                      <a:pt x="124" y="1006"/>
                      <a:pt x="124" y="1006"/>
                      <a:pt x="124" y="1006"/>
                    </a:cubicBezTo>
                    <a:cubicBezTo>
                      <a:pt x="115" y="1006"/>
                      <a:pt x="108" y="999"/>
                      <a:pt x="108" y="991"/>
                    </a:cubicBezTo>
                    <a:close/>
                    <a:moveTo>
                      <a:pt x="134" y="1202"/>
                    </a:moveTo>
                    <a:cubicBezTo>
                      <a:pt x="134" y="1202"/>
                      <a:pt x="134" y="1202"/>
                      <a:pt x="134" y="1202"/>
                    </a:cubicBezTo>
                    <a:cubicBezTo>
                      <a:pt x="132" y="1194"/>
                      <a:pt x="137" y="1186"/>
                      <a:pt x="145" y="1184"/>
                    </a:cubicBezTo>
                    <a:cubicBezTo>
                      <a:pt x="264" y="1154"/>
                      <a:pt x="264" y="1154"/>
                      <a:pt x="264" y="1154"/>
                    </a:cubicBezTo>
                    <a:cubicBezTo>
                      <a:pt x="272" y="1152"/>
                      <a:pt x="281" y="1157"/>
                      <a:pt x="283" y="1166"/>
                    </a:cubicBezTo>
                    <a:cubicBezTo>
                      <a:pt x="285" y="1174"/>
                      <a:pt x="280" y="1182"/>
                      <a:pt x="272" y="1184"/>
                    </a:cubicBezTo>
                    <a:cubicBezTo>
                      <a:pt x="153" y="1214"/>
                      <a:pt x="153" y="1214"/>
                      <a:pt x="153" y="1214"/>
                    </a:cubicBezTo>
                    <a:cubicBezTo>
                      <a:pt x="144" y="1216"/>
                      <a:pt x="136" y="1211"/>
                      <a:pt x="134" y="1202"/>
                    </a:cubicBezTo>
                    <a:close/>
                    <a:moveTo>
                      <a:pt x="230" y="1408"/>
                    </a:moveTo>
                    <a:cubicBezTo>
                      <a:pt x="223" y="1412"/>
                      <a:pt x="213" y="1409"/>
                      <a:pt x="209" y="1401"/>
                    </a:cubicBezTo>
                    <a:cubicBezTo>
                      <a:pt x="205" y="1394"/>
                      <a:pt x="208" y="1385"/>
                      <a:pt x="216" y="1381"/>
                    </a:cubicBezTo>
                    <a:cubicBezTo>
                      <a:pt x="324" y="1324"/>
                      <a:pt x="324" y="1324"/>
                      <a:pt x="324" y="1324"/>
                    </a:cubicBezTo>
                    <a:cubicBezTo>
                      <a:pt x="332" y="1320"/>
                      <a:pt x="341" y="1323"/>
                      <a:pt x="345" y="1330"/>
                    </a:cubicBezTo>
                    <a:cubicBezTo>
                      <a:pt x="349" y="1338"/>
                      <a:pt x="346" y="1347"/>
                      <a:pt x="339" y="1351"/>
                    </a:cubicBezTo>
                    <a:lnTo>
                      <a:pt x="230" y="1408"/>
                    </a:lnTo>
                    <a:close/>
                    <a:moveTo>
                      <a:pt x="332" y="1427"/>
                    </a:moveTo>
                    <a:cubicBezTo>
                      <a:pt x="373" y="1399"/>
                      <a:pt x="373" y="1399"/>
                      <a:pt x="373" y="1399"/>
                    </a:cubicBezTo>
                    <a:cubicBezTo>
                      <a:pt x="380" y="1394"/>
                      <a:pt x="390" y="1396"/>
                      <a:pt x="395" y="1402"/>
                    </a:cubicBezTo>
                    <a:cubicBezTo>
                      <a:pt x="400" y="1409"/>
                      <a:pt x="398" y="1419"/>
                      <a:pt x="391" y="1424"/>
                    </a:cubicBezTo>
                    <a:cubicBezTo>
                      <a:pt x="350" y="1452"/>
                      <a:pt x="350" y="1452"/>
                      <a:pt x="350" y="1452"/>
                    </a:cubicBezTo>
                    <a:cubicBezTo>
                      <a:pt x="343" y="1457"/>
                      <a:pt x="333" y="1455"/>
                      <a:pt x="329" y="1448"/>
                    </a:cubicBezTo>
                    <a:cubicBezTo>
                      <a:pt x="329" y="1448"/>
                      <a:pt x="329" y="1448"/>
                      <a:pt x="329" y="1448"/>
                    </a:cubicBezTo>
                    <a:cubicBezTo>
                      <a:pt x="324" y="1441"/>
                      <a:pt x="325" y="1432"/>
                      <a:pt x="332" y="1427"/>
                    </a:cubicBezTo>
                    <a:close/>
                    <a:moveTo>
                      <a:pt x="444" y="1496"/>
                    </a:moveTo>
                    <a:cubicBezTo>
                      <a:pt x="352" y="1578"/>
                      <a:pt x="352" y="1578"/>
                      <a:pt x="352" y="1578"/>
                    </a:cubicBezTo>
                    <a:cubicBezTo>
                      <a:pt x="346" y="1583"/>
                      <a:pt x="336" y="1583"/>
                      <a:pt x="330" y="1576"/>
                    </a:cubicBezTo>
                    <a:cubicBezTo>
                      <a:pt x="325" y="1570"/>
                      <a:pt x="325" y="1560"/>
                      <a:pt x="332" y="1555"/>
                    </a:cubicBezTo>
                    <a:cubicBezTo>
                      <a:pt x="423" y="1474"/>
                      <a:pt x="423" y="1474"/>
                      <a:pt x="423" y="1474"/>
                    </a:cubicBezTo>
                    <a:cubicBezTo>
                      <a:pt x="430" y="1468"/>
                      <a:pt x="439" y="1468"/>
                      <a:pt x="445" y="1475"/>
                    </a:cubicBezTo>
                    <a:cubicBezTo>
                      <a:pt x="445" y="1475"/>
                      <a:pt x="445" y="1475"/>
                      <a:pt x="445" y="1475"/>
                    </a:cubicBezTo>
                    <a:cubicBezTo>
                      <a:pt x="451" y="1481"/>
                      <a:pt x="450" y="1491"/>
                      <a:pt x="444" y="1496"/>
                    </a:cubicBezTo>
                    <a:close/>
                    <a:moveTo>
                      <a:pt x="457" y="1594"/>
                    </a:moveTo>
                    <a:cubicBezTo>
                      <a:pt x="451" y="1588"/>
                      <a:pt x="450" y="1578"/>
                      <a:pt x="456" y="1572"/>
                    </a:cubicBezTo>
                    <a:cubicBezTo>
                      <a:pt x="489" y="1535"/>
                      <a:pt x="489" y="1535"/>
                      <a:pt x="489" y="1535"/>
                    </a:cubicBezTo>
                    <a:cubicBezTo>
                      <a:pt x="495" y="1528"/>
                      <a:pt x="504" y="1528"/>
                      <a:pt x="511" y="1533"/>
                    </a:cubicBezTo>
                    <a:cubicBezTo>
                      <a:pt x="511" y="1533"/>
                      <a:pt x="511" y="1533"/>
                      <a:pt x="511" y="1533"/>
                    </a:cubicBezTo>
                    <a:cubicBezTo>
                      <a:pt x="517" y="1539"/>
                      <a:pt x="518" y="1549"/>
                      <a:pt x="512" y="1555"/>
                    </a:cubicBezTo>
                    <a:cubicBezTo>
                      <a:pt x="479" y="1592"/>
                      <a:pt x="479" y="1592"/>
                      <a:pt x="479" y="1592"/>
                    </a:cubicBezTo>
                    <a:cubicBezTo>
                      <a:pt x="473" y="1599"/>
                      <a:pt x="464" y="1599"/>
                      <a:pt x="457" y="1594"/>
                    </a:cubicBezTo>
                    <a:close/>
                    <a:moveTo>
                      <a:pt x="581" y="1613"/>
                    </a:moveTo>
                    <a:cubicBezTo>
                      <a:pt x="511" y="1714"/>
                      <a:pt x="511" y="1714"/>
                      <a:pt x="511" y="1714"/>
                    </a:cubicBezTo>
                    <a:cubicBezTo>
                      <a:pt x="506" y="1721"/>
                      <a:pt x="497" y="1722"/>
                      <a:pt x="490" y="1718"/>
                    </a:cubicBezTo>
                    <a:cubicBezTo>
                      <a:pt x="483" y="1713"/>
                      <a:pt x="481" y="1703"/>
                      <a:pt x="486" y="1696"/>
                    </a:cubicBezTo>
                    <a:cubicBezTo>
                      <a:pt x="555" y="1595"/>
                      <a:pt x="555" y="1595"/>
                      <a:pt x="555" y="1595"/>
                    </a:cubicBezTo>
                    <a:cubicBezTo>
                      <a:pt x="560" y="1588"/>
                      <a:pt x="570" y="1587"/>
                      <a:pt x="577" y="1591"/>
                    </a:cubicBezTo>
                    <a:cubicBezTo>
                      <a:pt x="584" y="1596"/>
                      <a:pt x="586" y="1606"/>
                      <a:pt x="581" y="1613"/>
                    </a:cubicBezTo>
                    <a:close/>
                    <a:moveTo>
                      <a:pt x="661" y="1653"/>
                    </a:moveTo>
                    <a:cubicBezTo>
                      <a:pt x="638" y="1697"/>
                      <a:pt x="638" y="1697"/>
                      <a:pt x="638" y="1697"/>
                    </a:cubicBezTo>
                    <a:cubicBezTo>
                      <a:pt x="634" y="1705"/>
                      <a:pt x="624" y="1708"/>
                      <a:pt x="617" y="1704"/>
                    </a:cubicBezTo>
                    <a:cubicBezTo>
                      <a:pt x="609" y="1700"/>
                      <a:pt x="607" y="1691"/>
                      <a:pt x="610" y="1683"/>
                    </a:cubicBezTo>
                    <a:cubicBezTo>
                      <a:pt x="634" y="1639"/>
                      <a:pt x="634" y="1639"/>
                      <a:pt x="634" y="1639"/>
                    </a:cubicBezTo>
                    <a:cubicBezTo>
                      <a:pt x="638" y="1631"/>
                      <a:pt x="647" y="1628"/>
                      <a:pt x="654" y="1632"/>
                    </a:cubicBezTo>
                    <a:cubicBezTo>
                      <a:pt x="654" y="1632"/>
                      <a:pt x="654" y="1632"/>
                      <a:pt x="654" y="1632"/>
                    </a:cubicBezTo>
                    <a:cubicBezTo>
                      <a:pt x="662" y="1636"/>
                      <a:pt x="665" y="1646"/>
                      <a:pt x="661" y="1653"/>
                    </a:cubicBezTo>
                    <a:close/>
                    <a:moveTo>
                      <a:pt x="654" y="350"/>
                    </a:moveTo>
                    <a:cubicBezTo>
                      <a:pt x="654" y="350"/>
                      <a:pt x="654" y="350"/>
                      <a:pt x="654" y="350"/>
                    </a:cubicBezTo>
                    <a:cubicBezTo>
                      <a:pt x="647" y="353"/>
                      <a:pt x="638" y="351"/>
                      <a:pt x="634" y="343"/>
                    </a:cubicBezTo>
                    <a:cubicBezTo>
                      <a:pt x="610" y="299"/>
                      <a:pt x="610" y="299"/>
                      <a:pt x="610" y="299"/>
                    </a:cubicBezTo>
                    <a:cubicBezTo>
                      <a:pt x="607" y="291"/>
                      <a:pt x="609" y="282"/>
                      <a:pt x="617" y="278"/>
                    </a:cubicBezTo>
                    <a:cubicBezTo>
                      <a:pt x="624" y="274"/>
                      <a:pt x="634" y="277"/>
                      <a:pt x="638" y="285"/>
                    </a:cubicBezTo>
                    <a:cubicBezTo>
                      <a:pt x="661" y="329"/>
                      <a:pt x="661" y="329"/>
                      <a:pt x="661" y="329"/>
                    </a:cubicBezTo>
                    <a:cubicBezTo>
                      <a:pt x="665" y="336"/>
                      <a:pt x="662" y="346"/>
                      <a:pt x="654" y="350"/>
                    </a:cubicBezTo>
                    <a:close/>
                    <a:moveTo>
                      <a:pt x="677" y="166"/>
                    </a:moveTo>
                    <a:cubicBezTo>
                      <a:pt x="685" y="163"/>
                      <a:pt x="694" y="167"/>
                      <a:pt x="697" y="175"/>
                    </a:cubicBezTo>
                    <a:cubicBezTo>
                      <a:pt x="740" y="289"/>
                      <a:pt x="740" y="289"/>
                      <a:pt x="740" y="289"/>
                    </a:cubicBezTo>
                    <a:cubicBezTo>
                      <a:pt x="743" y="297"/>
                      <a:pt x="739" y="306"/>
                      <a:pt x="731" y="309"/>
                    </a:cubicBezTo>
                    <a:cubicBezTo>
                      <a:pt x="723" y="312"/>
                      <a:pt x="715" y="308"/>
                      <a:pt x="712" y="300"/>
                    </a:cubicBezTo>
                    <a:cubicBezTo>
                      <a:pt x="668" y="186"/>
                      <a:pt x="668" y="186"/>
                      <a:pt x="668" y="186"/>
                    </a:cubicBezTo>
                    <a:cubicBezTo>
                      <a:pt x="665" y="178"/>
                      <a:pt x="669" y="169"/>
                      <a:pt x="677" y="166"/>
                    </a:cubicBezTo>
                    <a:close/>
                    <a:moveTo>
                      <a:pt x="741" y="1693"/>
                    </a:moveTo>
                    <a:cubicBezTo>
                      <a:pt x="698" y="1808"/>
                      <a:pt x="698" y="1808"/>
                      <a:pt x="698" y="1808"/>
                    </a:cubicBezTo>
                    <a:cubicBezTo>
                      <a:pt x="695" y="1815"/>
                      <a:pt x="686" y="1819"/>
                      <a:pt x="678" y="1816"/>
                    </a:cubicBezTo>
                    <a:cubicBezTo>
                      <a:pt x="670" y="1813"/>
                      <a:pt x="666" y="1805"/>
                      <a:pt x="669" y="1797"/>
                    </a:cubicBezTo>
                    <a:cubicBezTo>
                      <a:pt x="713" y="1682"/>
                      <a:pt x="713" y="1682"/>
                      <a:pt x="713" y="1682"/>
                    </a:cubicBezTo>
                    <a:cubicBezTo>
                      <a:pt x="716" y="1674"/>
                      <a:pt x="725" y="1670"/>
                      <a:pt x="733" y="1673"/>
                    </a:cubicBezTo>
                    <a:cubicBezTo>
                      <a:pt x="740" y="1676"/>
                      <a:pt x="744" y="1685"/>
                      <a:pt x="741" y="1693"/>
                    </a:cubicBezTo>
                    <a:close/>
                    <a:moveTo>
                      <a:pt x="829" y="1713"/>
                    </a:moveTo>
                    <a:cubicBezTo>
                      <a:pt x="817" y="1761"/>
                      <a:pt x="817" y="1761"/>
                      <a:pt x="817" y="1761"/>
                    </a:cubicBezTo>
                    <a:cubicBezTo>
                      <a:pt x="815" y="1770"/>
                      <a:pt x="807" y="1775"/>
                      <a:pt x="798" y="1773"/>
                    </a:cubicBezTo>
                    <a:cubicBezTo>
                      <a:pt x="790" y="1771"/>
                      <a:pt x="785" y="1762"/>
                      <a:pt x="787" y="1754"/>
                    </a:cubicBezTo>
                    <a:cubicBezTo>
                      <a:pt x="799" y="1706"/>
                      <a:pt x="799" y="1706"/>
                      <a:pt x="799" y="1706"/>
                    </a:cubicBezTo>
                    <a:cubicBezTo>
                      <a:pt x="801" y="1697"/>
                      <a:pt x="809" y="1692"/>
                      <a:pt x="818" y="1694"/>
                    </a:cubicBezTo>
                    <a:cubicBezTo>
                      <a:pt x="826" y="1696"/>
                      <a:pt x="831" y="1705"/>
                      <a:pt x="829" y="1713"/>
                    </a:cubicBezTo>
                    <a:close/>
                    <a:moveTo>
                      <a:pt x="818" y="288"/>
                    </a:moveTo>
                    <a:cubicBezTo>
                      <a:pt x="809" y="290"/>
                      <a:pt x="801" y="285"/>
                      <a:pt x="799" y="276"/>
                    </a:cubicBezTo>
                    <a:cubicBezTo>
                      <a:pt x="787" y="228"/>
                      <a:pt x="787" y="228"/>
                      <a:pt x="787" y="228"/>
                    </a:cubicBezTo>
                    <a:cubicBezTo>
                      <a:pt x="785" y="220"/>
                      <a:pt x="790" y="211"/>
                      <a:pt x="798" y="209"/>
                    </a:cubicBezTo>
                    <a:cubicBezTo>
                      <a:pt x="807" y="207"/>
                      <a:pt x="815" y="212"/>
                      <a:pt x="817" y="221"/>
                    </a:cubicBezTo>
                    <a:cubicBezTo>
                      <a:pt x="829" y="269"/>
                      <a:pt x="829" y="269"/>
                      <a:pt x="829" y="269"/>
                    </a:cubicBezTo>
                    <a:cubicBezTo>
                      <a:pt x="831" y="277"/>
                      <a:pt x="826" y="286"/>
                      <a:pt x="818" y="288"/>
                    </a:cubicBezTo>
                    <a:close/>
                    <a:moveTo>
                      <a:pt x="883" y="115"/>
                    </a:moveTo>
                    <a:cubicBezTo>
                      <a:pt x="883" y="115"/>
                      <a:pt x="883" y="115"/>
                      <a:pt x="883" y="115"/>
                    </a:cubicBezTo>
                    <a:cubicBezTo>
                      <a:pt x="892" y="114"/>
                      <a:pt x="899" y="120"/>
                      <a:pt x="901" y="128"/>
                    </a:cubicBezTo>
                    <a:cubicBezTo>
                      <a:pt x="915" y="250"/>
                      <a:pt x="915" y="250"/>
                      <a:pt x="915" y="250"/>
                    </a:cubicBezTo>
                    <a:cubicBezTo>
                      <a:pt x="916" y="258"/>
                      <a:pt x="911" y="266"/>
                      <a:pt x="902" y="267"/>
                    </a:cubicBezTo>
                    <a:cubicBezTo>
                      <a:pt x="894" y="268"/>
                      <a:pt x="886" y="262"/>
                      <a:pt x="885" y="254"/>
                    </a:cubicBezTo>
                    <a:cubicBezTo>
                      <a:pt x="870" y="132"/>
                      <a:pt x="870" y="132"/>
                      <a:pt x="870" y="132"/>
                    </a:cubicBezTo>
                    <a:cubicBezTo>
                      <a:pt x="869" y="124"/>
                      <a:pt x="875" y="116"/>
                      <a:pt x="883" y="115"/>
                    </a:cubicBezTo>
                    <a:close/>
                    <a:moveTo>
                      <a:pt x="917" y="1732"/>
                    </a:moveTo>
                    <a:cubicBezTo>
                      <a:pt x="902" y="1854"/>
                      <a:pt x="902" y="1854"/>
                      <a:pt x="902" y="1854"/>
                    </a:cubicBezTo>
                    <a:cubicBezTo>
                      <a:pt x="901" y="1862"/>
                      <a:pt x="893" y="1868"/>
                      <a:pt x="885" y="1867"/>
                    </a:cubicBezTo>
                    <a:cubicBezTo>
                      <a:pt x="877" y="1866"/>
                      <a:pt x="871" y="1859"/>
                      <a:pt x="872" y="1850"/>
                    </a:cubicBezTo>
                    <a:cubicBezTo>
                      <a:pt x="886" y="1729"/>
                      <a:pt x="886" y="1729"/>
                      <a:pt x="886" y="1729"/>
                    </a:cubicBezTo>
                    <a:cubicBezTo>
                      <a:pt x="887" y="1720"/>
                      <a:pt x="895" y="1714"/>
                      <a:pt x="903" y="1715"/>
                    </a:cubicBezTo>
                    <a:cubicBezTo>
                      <a:pt x="912" y="1716"/>
                      <a:pt x="918" y="1724"/>
                      <a:pt x="917" y="1732"/>
                    </a:cubicBezTo>
                    <a:close/>
                    <a:moveTo>
                      <a:pt x="1006" y="1781"/>
                    </a:moveTo>
                    <a:cubicBezTo>
                      <a:pt x="1006" y="1789"/>
                      <a:pt x="999" y="1796"/>
                      <a:pt x="991" y="1796"/>
                    </a:cubicBezTo>
                    <a:cubicBezTo>
                      <a:pt x="983" y="1796"/>
                      <a:pt x="976" y="1789"/>
                      <a:pt x="976" y="1781"/>
                    </a:cubicBezTo>
                    <a:cubicBezTo>
                      <a:pt x="976" y="1731"/>
                      <a:pt x="976" y="1731"/>
                      <a:pt x="976" y="1731"/>
                    </a:cubicBezTo>
                    <a:cubicBezTo>
                      <a:pt x="976" y="1722"/>
                      <a:pt x="983" y="1715"/>
                      <a:pt x="991" y="1715"/>
                    </a:cubicBezTo>
                    <a:cubicBezTo>
                      <a:pt x="999" y="1715"/>
                      <a:pt x="1006" y="1722"/>
                      <a:pt x="1006" y="1731"/>
                    </a:cubicBezTo>
                    <a:lnTo>
                      <a:pt x="1006" y="1781"/>
                    </a:lnTo>
                    <a:close/>
                    <a:moveTo>
                      <a:pt x="1006" y="251"/>
                    </a:moveTo>
                    <a:cubicBezTo>
                      <a:pt x="1006" y="260"/>
                      <a:pt x="999" y="267"/>
                      <a:pt x="991" y="267"/>
                    </a:cubicBezTo>
                    <a:cubicBezTo>
                      <a:pt x="983" y="267"/>
                      <a:pt x="976" y="260"/>
                      <a:pt x="976" y="251"/>
                    </a:cubicBezTo>
                    <a:cubicBezTo>
                      <a:pt x="976" y="201"/>
                      <a:pt x="976" y="201"/>
                      <a:pt x="976" y="201"/>
                    </a:cubicBezTo>
                    <a:cubicBezTo>
                      <a:pt x="976" y="193"/>
                      <a:pt x="983" y="186"/>
                      <a:pt x="991" y="186"/>
                    </a:cubicBezTo>
                    <a:cubicBezTo>
                      <a:pt x="999" y="186"/>
                      <a:pt x="1006" y="193"/>
                      <a:pt x="1006" y="201"/>
                    </a:cubicBezTo>
                    <a:lnTo>
                      <a:pt x="1006" y="251"/>
                    </a:lnTo>
                    <a:close/>
                    <a:moveTo>
                      <a:pt x="1065" y="250"/>
                    </a:moveTo>
                    <a:cubicBezTo>
                      <a:pt x="1079" y="128"/>
                      <a:pt x="1079" y="128"/>
                      <a:pt x="1079" y="128"/>
                    </a:cubicBezTo>
                    <a:cubicBezTo>
                      <a:pt x="1080" y="120"/>
                      <a:pt x="1088" y="114"/>
                      <a:pt x="1096" y="115"/>
                    </a:cubicBezTo>
                    <a:cubicBezTo>
                      <a:pt x="1105" y="116"/>
                      <a:pt x="1111" y="123"/>
                      <a:pt x="1110" y="132"/>
                    </a:cubicBezTo>
                    <a:cubicBezTo>
                      <a:pt x="1095" y="253"/>
                      <a:pt x="1095" y="253"/>
                      <a:pt x="1095" y="253"/>
                    </a:cubicBezTo>
                    <a:cubicBezTo>
                      <a:pt x="1094" y="262"/>
                      <a:pt x="1086" y="268"/>
                      <a:pt x="1078" y="267"/>
                    </a:cubicBezTo>
                    <a:cubicBezTo>
                      <a:pt x="1078" y="267"/>
                      <a:pt x="1078" y="267"/>
                      <a:pt x="1078" y="267"/>
                    </a:cubicBezTo>
                    <a:cubicBezTo>
                      <a:pt x="1070" y="266"/>
                      <a:pt x="1064" y="258"/>
                      <a:pt x="1065" y="250"/>
                    </a:cubicBezTo>
                    <a:close/>
                    <a:moveTo>
                      <a:pt x="1098" y="1867"/>
                    </a:moveTo>
                    <a:cubicBezTo>
                      <a:pt x="1089" y="1868"/>
                      <a:pt x="1082" y="1862"/>
                      <a:pt x="1081" y="1854"/>
                    </a:cubicBezTo>
                    <a:cubicBezTo>
                      <a:pt x="1066" y="1732"/>
                      <a:pt x="1066" y="1732"/>
                      <a:pt x="1066" y="1732"/>
                    </a:cubicBezTo>
                    <a:cubicBezTo>
                      <a:pt x="1065" y="1724"/>
                      <a:pt x="1071" y="1716"/>
                      <a:pt x="1079" y="1715"/>
                    </a:cubicBezTo>
                    <a:cubicBezTo>
                      <a:pt x="1088" y="1714"/>
                      <a:pt x="1095" y="1720"/>
                      <a:pt x="1096" y="1728"/>
                    </a:cubicBezTo>
                    <a:cubicBezTo>
                      <a:pt x="1111" y="1850"/>
                      <a:pt x="1111" y="1850"/>
                      <a:pt x="1111" y="1850"/>
                    </a:cubicBezTo>
                    <a:cubicBezTo>
                      <a:pt x="1112" y="1859"/>
                      <a:pt x="1106" y="1866"/>
                      <a:pt x="1098" y="1867"/>
                    </a:cubicBezTo>
                    <a:close/>
                    <a:moveTo>
                      <a:pt x="1184" y="1773"/>
                    </a:moveTo>
                    <a:cubicBezTo>
                      <a:pt x="1184" y="1773"/>
                      <a:pt x="1184" y="1773"/>
                      <a:pt x="1184" y="1773"/>
                    </a:cubicBezTo>
                    <a:cubicBezTo>
                      <a:pt x="1175" y="1775"/>
                      <a:pt x="1167" y="1770"/>
                      <a:pt x="1165" y="1761"/>
                    </a:cubicBezTo>
                    <a:cubicBezTo>
                      <a:pt x="1153" y="1713"/>
                      <a:pt x="1153" y="1713"/>
                      <a:pt x="1153" y="1713"/>
                    </a:cubicBezTo>
                    <a:cubicBezTo>
                      <a:pt x="1151" y="1705"/>
                      <a:pt x="1156" y="1696"/>
                      <a:pt x="1164" y="1694"/>
                    </a:cubicBezTo>
                    <a:cubicBezTo>
                      <a:pt x="1173" y="1692"/>
                      <a:pt x="1181" y="1697"/>
                      <a:pt x="1183" y="1706"/>
                    </a:cubicBezTo>
                    <a:cubicBezTo>
                      <a:pt x="1195" y="1754"/>
                      <a:pt x="1195" y="1754"/>
                      <a:pt x="1195" y="1754"/>
                    </a:cubicBezTo>
                    <a:cubicBezTo>
                      <a:pt x="1197" y="1762"/>
                      <a:pt x="1192" y="1771"/>
                      <a:pt x="1184" y="1773"/>
                    </a:cubicBezTo>
                    <a:close/>
                    <a:moveTo>
                      <a:pt x="1195" y="228"/>
                    </a:moveTo>
                    <a:cubicBezTo>
                      <a:pt x="1183" y="276"/>
                      <a:pt x="1183" y="276"/>
                      <a:pt x="1183" y="276"/>
                    </a:cubicBezTo>
                    <a:cubicBezTo>
                      <a:pt x="1181" y="285"/>
                      <a:pt x="1173" y="290"/>
                      <a:pt x="1164" y="288"/>
                    </a:cubicBezTo>
                    <a:cubicBezTo>
                      <a:pt x="1156" y="286"/>
                      <a:pt x="1151" y="277"/>
                      <a:pt x="1153" y="269"/>
                    </a:cubicBezTo>
                    <a:cubicBezTo>
                      <a:pt x="1165" y="221"/>
                      <a:pt x="1165" y="221"/>
                      <a:pt x="1165" y="221"/>
                    </a:cubicBezTo>
                    <a:cubicBezTo>
                      <a:pt x="1167" y="212"/>
                      <a:pt x="1175" y="207"/>
                      <a:pt x="1184" y="209"/>
                    </a:cubicBezTo>
                    <a:cubicBezTo>
                      <a:pt x="1184" y="209"/>
                      <a:pt x="1184" y="209"/>
                      <a:pt x="1184" y="209"/>
                    </a:cubicBezTo>
                    <a:cubicBezTo>
                      <a:pt x="1192" y="211"/>
                      <a:pt x="1197" y="220"/>
                      <a:pt x="1195" y="228"/>
                    </a:cubicBezTo>
                    <a:close/>
                    <a:moveTo>
                      <a:pt x="1240" y="289"/>
                    </a:moveTo>
                    <a:cubicBezTo>
                      <a:pt x="1283" y="174"/>
                      <a:pt x="1283" y="174"/>
                      <a:pt x="1283" y="174"/>
                    </a:cubicBezTo>
                    <a:cubicBezTo>
                      <a:pt x="1286" y="166"/>
                      <a:pt x="1295" y="162"/>
                      <a:pt x="1303" y="165"/>
                    </a:cubicBezTo>
                    <a:cubicBezTo>
                      <a:pt x="1311" y="168"/>
                      <a:pt x="1315" y="177"/>
                      <a:pt x="1312" y="185"/>
                    </a:cubicBezTo>
                    <a:cubicBezTo>
                      <a:pt x="1269" y="300"/>
                      <a:pt x="1269" y="300"/>
                      <a:pt x="1269" y="300"/>
                    </a:cubicBezTo>
                    <a:cubicBezTo>
                      <a:pt x="1266" y="308"/>
                      <a:pt x="1257" y="312"/>
                      <a:pt x="1249" y="309"/>
                    </a:cubicBezTo>
                    <a:cubicBezTo>
                      <a:pt x="1241" y="306"/>
                      <a:pt x="1237" y="297"/>
                      <a:pt x="1240" y="289"/>
                    </a:cubicBezTo>
                    <a:close/>
                    <a:moveTo>
                      <a:pt x="1304" y="1816"/>
                    </a:moveTo>
                    <a:cubicBezTo>
                      <a:pt x="1304" y="1816"/>
                      <a:pt x="1304" y="1816"/>
                      <a:pt x="1304" y="1816"/>
                    </a:cubicBezTo>
                    <a:cubicBezTo>
                      <a:pt x="1297" y="1819"/>
                      <a:pt x="1288" y="1815"/>
                      <a:pt x="1285" y="1807"/>
                    </a:cubicBezTo>
                    <a:cubicBezTo>
                      <a:pt x="1241" y="1693"/>
                      <a:pt x="1241" y="1693"/>
                      <a:pt x="1241" y="1693"/>
                    </a:cubicBezTo>
                    <a:cubicBezTo>
                      <a:pt x="1238" y="1685"/>
                      <a:pt x="1242" y="1676"/>
                      <a:pt x="1250" y="1673"/>
                    </a:cubicBezTo>
                    <a:cubicBezTo>
                      <a:pt x="1258" y="1670"/>
                      <a:pt x="1267" y="1674"/>
                      <a:pt x="1270" y="1682"/>
                    </a:cubicBezTo>
                    <a:cubicBezTo>
                      <a:pt x="1313" y="1796"/>
                      <a:pt x="1313" y="1796"/>
                      <a:pt x="1313" y="1796"/>
                    </a:cubicBezTo>
                    <a:cubicBezTo>
                      <a:pt x="1316" y="1804"/>
                      <a:pt x="1312" y="1813"/>
                      <a:pt x="1304" y="1816"/>
                    </a:cubicBezTo>
                    <a:close/>
                    <a:moveTo>
                      <a:pt x="1365" y="1704"/>
                    </a:moveTo>
                    <a:cubicBezTo>
                      <a:pt x="1358" y="1708"/>
                      <a:pt x="1348" y="1705"/>
                      <a:pt x="1344" y="1697"/>
                    </a:cubicBezTo>
                    <a:cubicBezTo>
                      <a:pt x="1321" y="1653"/>
                      <a:pt x="1321" y="1653"/>
                      <a:pt x="1321" y="1653"/>
                    </a:cubicBezTo>
                    <a:cubicBezTo>
                      <a:pt x="1317" y="1646"/>
                      <a:pt x="1320" y="1636"/>
                      <a:pt x="1328" y="1632"/>
                    </a:cubicBezTo>
                    <a:cubicBezTo>
                      <a:pt x="1335" y="1628"/>
                      <a:pt x="1344" y="1631"/>
                      <a:pt x="1348" y="1639"/>
                    </a:cubicBezTo>
                    <a:cubicBezTo>
                      <a:pt x="1372" y="1683"/>
                      <a:pt x="1372" y="1683"/>
                      <a:pt x="1372" y="1683"/>
                    </a:cubicBezTo>
                    <a:cubicBezTo>
                      <a:pt x="1375" y="1691"/>
                      <a:pt x="1373" y="1700"/>
                      <a:pt x="1365" y="1704"/>
                    </a:cubicBezTo>
                    <a:close/>
                    <a:moveTo>
                      <a:pt x="1372" y="299"/>
                    </a:moveTo>
                    <a:cubicBezTo>
                      <a:pt x="1348" y="343"/>
                      <a:pt x="1348" y="343"/>
                      <a:pt x="1348" y="343"/>
                    </a:cubicBezTo>
                    <a:cubicBezTo>
                      <a:pt x="1344" y="351"/>
                      <a:pt x="1335" y="353"/>
                      <a:pt x="1328" y="350"/>
                    </a:cubicBezTo>
                    <a:cubicBezTo>
                      <a:pt x="1320" y="346"/>
                      <a:pt x="1317" y="336"/>
                      <a:pt x="1321" y="329"/>
                    </a:cubicBezTo>
                    <a:cubicBezTo>
                      <a:pt x="1344" y="285"/>
                      <a:pt x="1344" y="285"/>
                      <a:pt x="1344" y="285"/>
                    </a:cubicBezTo>
                    <a:cubicBezTo>
                      <a:pt x="1348" y="277"/>
                      <a:pt x="1358" y="274"/>
                      <a:pt x="1365" y="278"/>
                    </a:cubicBezTo>
                    <a:cubicBezTo>
                      <a:pt x="1373" y="282"/>
                      <a:pt x="1375" y="291"/>
                      <a:pt x="1372" y="299"/>
                    </a:cubicBezTo>
                    <a:close/>
                    <a:moveTo>
                      <a:pt x="1401" y="369"/>
                    </a:moveTo>
                    <a:cubicBezTo>
                      <a:pt x="1470" y="268"/>
                      <a:pt x="1470" y="268"/>
                      <a:pt x="1470" y="268"/>
                    </a:cubicBezTo>
                    <a:cubicBezTo>
                      <a:pt x="1475" y="261"/>
                      <a:pt x="1485" y="259"/>
                      <a:pt x="1492" y="264"/>
                    </a:cubicBezTo>
                    <a:cubicBezTo>
                      <a:pt x="1492" y="264"/>
                      <a:pt x="1492" y="264"/>
                      <a:pt x="1492" y="264"/>
                    </a:cubicBezTo>
                    <a:cubicBezTo>
                      <a:pt x="1499" y="269"/>
                      <a:pt x="1500" y="278"/>
                      <a:pt x="1496" y="285"/>
                    </a:cubicBezTo>
                    <a:cubicBezTo>
                      <a:pt x="1426" y="386"/>
                      <a:pt x="1426" y="386"/>
                      <a:pt x="1426" y="386"/>
                    </a:cubicBezTo>
                    <a:cubicBezTo>
                      <a:pt x="1421" y="393"/>
                      <a:pt x="1412" y="395"/>
                      <a:pt x="1405" y="390"/>
                    </a:cubicBezTo>
                    <a:cubicBezTo>
                      <a:pt x="1398" y="385"/>
                      <a:pt x="1396" y="376"/>
                      <a:pt x="1401" y="369"/>
                    </a:cubicBezTo>
                    <a:close/>
                    <a:moveTo>
                      <a:pt x="1493" y="1717"/>
                    </a:moveTo>
                    <a:cubicBezTo>
                      <a:pt x="1486" y="1722"/>
                      <a:pt x="1476" y="1720"/>
                      <a:pt x="1472" y="1713"/>
                    </a:cubicBezTo>
                    <a:cubicBezTo>
                      <a:pt x="1402" y="1612"/>
                      <a:pt x="1402" y="1612"/>
                      <a:pt x="1402" y="1612"/>
                    </a:cubicBezTo>
                    <a:cubicBezTo>
                      <a:pt x="1397" y="1605"/>
                      <a:pt x="1399" y="1596"/>
                      <a:pt x="1406" y="1591"/>
                    </a:cubicBezTo>
                    <a:cubicBezTo>
                      <a:pt x="1413" y="1586"/>
                      <a:pt x="1422" y="1588"/>
                      <a:pt x="1427" y="1595"/>
                    </a:cubicBezTo>
                    <a:cubicBezTo>
                      <a:pt x="1497" y="1696"/>
                      <a:pt x="1497" y="1696"/>
                      <a:pt x="1497" y="1696"/>
                    </a:cubicBezTo>
                    <a:cubicBezTo>
                      <a:pt x="1502" y="1703"/>
                      <a:pt x="1500" y="1712"/>
                      <a:pt x="1493" y="1717"/>
                    </a:cubicBezTo>
                    <a:close/>
                    <a:moveTo>
                      <a:pt x="1525" y="1594"/>
                    </a:moveTo>
                    <a:cubicBezTo>
                      <a:pt x="1518" y="1599"/>
                      <a:pt x="1509" y="1599"/>
                      <a:pt x="1503" y="1592"/>
                    </a:cubicBezTo>
                    <a:cubicBezTo>
                      <a:pt x="1470" y="1555"/>
                      <a:pt x="1470" y="1555"/>
                      <a:pt x="1470" y="1555"/>
                    </a:cubicBezTo>
                    <a:cubicBezTo>
                      <a:pt x="1464" y="1549"/>
                      <a:pt x="1465" y="1539"/>
                      <a:pt x="1471" y="1533"/>
                    </a:cubicBezTo>
                    <a:cubicBezTo>
                      <a:pt x="1471" y="1533"/>
                      <a:pt x="1471" y="1533"/>
                      <a:pt x="1471" y="1533"/>
                    </a:cubicBezTo>
                    <a:cubicBezTo>
                      <a:pt x="1478" y="1528"/>
                      <a:pt x="1487" y="1528"/>
                      <a:pt x="1493" y="1535"/>
                    </a:cubicBezTo>
                    <a:cubicBezTo>
                      <a:pt x="1526" y="1572"/>
                      <a:pt x="1526" y="1572"/>
                      <a:pt x="1526" y="1572"/>
                    </a:cubicBezTo>
                    <a:cubicBezTo>
                      <a:pt x="1532" y="1578"/>
                      <a:pt x="1531" y="1588"/>
                      <a:pt x="1525" y="1594"/>
                    </a:cubicBezTo>
                    <a:close/>
                    <a:moveTo>
                      <a:pt x="1526" y="410"/>
                    </a:moveTo>
                    <a:cubicBezTo>
                      <a:pt x="1493" y="447"/>
                      <a:pt x="1493" y="447"/>
                      <a:pt x="1493" y="447"/>
                    </a:cubicBezTo>
                    <a:cubicBezTo>
                      <a:pt x="1487" y="454"/>
                      <a:pt x="1478" y="454"/>
                      <a:pt x="1471" y="449"/>
                    </a:cubicBezTo>
                    <a:cubicBezTo>
                      <a:pt x="1465" y="443"/>
                      <a:pt x="1464" y="433"/>
                      <a:pt x="1470" y="427"/>
                    </a:cubicBezTo>
                    <a:cubicBezTo>
                      <a:pt x="1503" y="390"/>
                      <a:pt x="1503" y="390"/>
                      <a:pt x="1503" y="390"/>
                    </a:cubicBezTo>
                    <a:cubicBezTo>
                      <a:pt x="1509" y="383"/>
                      <a:pt x="1518" y="383"/>
                      <a:pt x="1525" y="388"/>
                    </a:cubicBezTo>
                    <a:cubicBezTo>
                      <a:pt x="1525" y="388"/>
                      <a:pt x="1525" y="388"/>
                      <a:pt x="1525" y="388"/>
                    </a:cubicBezTo>
                    <a:cubicBezTo>
                      <a:pt x="1531" y="394"/>
                      <a:pt x="1532" y="404"/>
                      <a:pt x="1526" y="410"/>
                    </a:cubicBezTo>
                    <a:close/>
                    <a:moveTo>
                      <a:pt x="1538" y="485"/>
                    </a:moveTo>
                    <a:cubicBezTo>
                      <a:pt x="1629" y="404"/>
                      <a:pt x="1629" y="404"/>
                      <a:pt x="1629" y="404"/>
                    </a:cubicBezTo>
                    <a:cubicBezTo>
                      <a:pt x="1636" y="398"/>
                      <a:pt x="1645" y="399"/>
                      <a:pt x="1651" y="405"/>
                    </a:cubicBezTo>
                    <a:cubicBezTo>
                      <a:pt x="1657" y="411"/>
                      <a:pt x="1656" y="421"/>
                      <a:pt x="1650" y="427"/>
                    </a:cubicBezTo>
                    <a:cubicBezTo>
                      <a:pt x="1558" y="508"/>
                      <a:pt x="1558" y="508"/>
                      <a:pt x="1558" y="508"/>
                    </a:cubicBezTo>
                    <a:cubicBezTo>
                      <a:pt x="1552" y="514"/>
                      <a:pt x="1542" y="513"/>
                      <a:pt x="1537" y="507"/>
                    </a:cubicBezTo>
                    <a:cubicBezTo>
                      <a:pt x="1537" y="507"/>
                      <a:pt x="1537" y="507"/>
                      <a:pt x="1537" y="507"/>
                    </a:cubicBezTo>
                    <a:cubicBezTo>
                      <a:pt x="1531" y="500"/>
                      <a:pt x="1531" y="491"/>
                      <a:pt x="1538" y="485"/>
                    </a:cubicBezTo>
                    <a:close/>
                    <a:moveTo>
                      <a:pt x="1652" y="1576"/>
                    </a:moveTo>
                    <a:cubicBezTo>
                      <a:pt x="1647" y="1582"/>
                      <a:pt x="1637" y="1583"/>
                      <a:pt x="1630" y="1577"/>
                    </a:cubicBezTo>
                    <a:cubicBezTo>
                      <a:pt x="1539" y="1496"/>
                      <a:pt x="1539" y="1496"/>
                      <a:pt x="1539" y="1496"/>
                    </a:cubicBezTo>
                    <a:cubicBezTo>
                      <a:pt x="1532" y="1490"/>
                      <a:pt x="1532" y="1481"/>
                      <a:pt x="1537" y="1474"/>
                    </a:cubicBezTo>
                    <a:cubicBezTo>
                      <a:pt x="1543" y="1468"/>
                      <a:pt x="1553" y="1467"/>
                      <a:pt x="1559" y="1473"/>
                    </a:cubicBezTo>
                    <a:cubicBezTo>
                      <a:pt x="1651" y="1554"/>
                      <a:pt x="1651" y="1554"/>
                      <a:pt x="1651" y="1554"/>
                    </a:cubicBezTo>
                    <a:cubicBezTo>
                      <a:pt x="1657" y="1560"/>
                      <a:pt x="1658" y="1570"/>
                      <a:pt x="1652" y="1576"/>
                    </a:cubicBezTo>
                    <a:close/>
                    <a:moveTo>
                      <a:pt x="1653" y="1448"/>
                    </a:moveTo>
                    <a:cubicBezTo>
                      <a:pt x="1653" y="1448"/>
                      <a:pt x="1653" y="1448"/>
                      <a:pt x="1653" y="1448"/>
                    </a:cubicBezTo>
                    <a:cubicBezTo>
                      <a:pt x="1649" y="1455"/>
                      <a:pt x="1639" y="1457"/>
                      <a:pt x="1632" y="1452"/>
                    </a:cubicBezTo>
                    <a:cubicBezTo>
                      <a:pt x="1591" y="1424"/>
                      <a:pt x="1591" y="1424"/>
                      <a:pt x="1591" y="1424"/>
                    </a:cubicBezTo>
                    <a:cubicBezTo>
                      <a:pt x="1584" y="1419"/>
                      <a:pt x="1582" y="1409"/>
                      <a:pt x="1587" y="1402"/>
                    </a:cubicBezTo>
                    <a:cubicBezTo>
                      <a:pt x="1592" y="1396"/>
                      <a:pt x="1602" y="1394"/>
                      <a:pt x="1609" y="1399"/>
                    </a:cubicBezTo>
                    <a:cubicBezTo>
                      <a:pt x="1650" y="1427"/>
                      <a:pt x="1650" y="1427"/>
                      <a:pt x="1650" y="1427"/>
                    </a:cubicBezTo>
                    <a:cubicBezTo>
                      <a:pt x="1657" y="1432"/>
                      <a:pt x="1658" y="1441"/>
                      <a:pt x="1653" y="1448"/>
                    </a:cubicBezTo>
                    <a:close/>
                    <a:moveTo>
                      <a:pt x="1773" y="1401"/>
                    </a:moveTo>
                    <a:cubicBezTo>
                      <a:pt x="1769" y="1408"/>
                      <a:pt x="1760" y="1411"/>
                      <a:pt x="1752" y="1407"/>
                    </a:cubicBezTo>
                    <a:cubicBezTo>
                      <a:pt x="1644" y="1350"/>
                      <a:pt x="1644" y="1350"/>
                      <a:pt x="1644" y="1350"/>
                    </a:cubicBezTo>
                    <a:cubicBezTo>
                      <a:pt x="1636" y="1346"/>
                      <a:pt x="1633" y="1337"/>
                      <a:pt x="1637" y="1330"/>
                    </a:cubicBezTo>
                    <a:cubicBezTo>
                      <a:pt x="1641" y="1322"/>
                      <a:pt x="1650" y="1319"/>
                      <a:pt x="1658" y="1323"/>
                    </a:cubicBezTo>
                    <a:cubicBezTo>
                      <a:pt x="1766" y="1380"/>
                      <a:pt x="1766" y="1380"/>
                      <a:pt x="1766" y="1380"/>
                    </a:cubicBezTo>
                    <a:cubicBezTo>
                      <a:pt x="1774" y="1384"/>
                      <a:pt x="1777" y="1393"/>
                      <a:pt x="1773" y="1401"/>
                    </a:cubicBezTo>
                    <a:close/>
                    <a:moveTo>
                      <a:pt x="1848" y="1202"/>
                    </a:moveTo>
                    <a:cubicBezTo>
                      <a:pt x="1848" y="1202"/>
                      <a:pt x="1848" y="1202"/>
                      <a:pt x="1848" y="1202"/>
                    </a:cubicBezTo>
                    <a:cubicBezTo>
                      <a:pt x="1846" y="1210"/>
                      <a:pt x="1838" y="1215"/>
                      <a:pt x="1830" y="1213"/>
                    </a:cubicBezTo>
                    <a:cubicBezTo>
                      <a:pt x="1711" y="1184"/>
                      <a:pt x="1711" y="1184"/>
                      <a:pt x="1711" y="1184"/>
                    </a:cubicBezTo>
                    <a:cubicBezTo>
                      <a:pt x="1702" y="1182"/>
                      <a:pt x="1697" y="1173"/>
                      <a:pt x="1699" y="1165"/>
                    </a:cubicBezTo>
                    <a:cubicBezTo>
                      <a:pt x="1701" y="1157"/>
                      <a:pt x="1710" y="1152"/>
                      <a:pt x="1718" y="1154"/>
                    </a:cubicBezTo>
                    <a:cubicBezTo>
                      <a:pt x="1837" y="1183"/>
                      <a:pt x="1837" y="1183"/>
                      <a:pt x="1837" y="1183"/>
                    </a:cubicBezTo>
                    <a:cubicBezTo>
                      <a:pt x="1845" y="1185"/>
                      <a:pt x="1850" y="1193"/>
                      <a:pt x="1848" y="1202"/>
                    </a:cubicBezTo>
                    <a:close/>
                    <a:moveTo>
                      <a:pt x="1858" y="1006"/>
                    </a:moveTo>
                    <a:cubicBezTo>
                      <a:pt x="1736" y="1006"/>
                      <a:pt x="1736" y="1006"/>
                      <a:pt x="1736" y="1006"/>
                    </a:cubicBezTo>
                    <a:cubicBezTo>
                      <a:pt x="1727" y="1006"/>
                      <a:pt x="1720" y="999"/>
                      <a:pt x="1720" y="990"/>
                    </a:cubicBezTo>
                    <a:cubicBezTo>
                      <a:pt x="1720" y="982"/>
                      <a:pt x="1727" y="975"/>
                      <a:pt x="1736" y="975"/>
                    </a:cubicBezTo>
                    <a:cubicBezTo>
                      <a:pt x="1858" y="975"/>
                      <a:pt x="1858" y="975"/>
                      <a:pt x="1858" y="975"/>
                    </a:cubicBezTo>
                    <a:cubicBezTo>
                      <a:pt x="1867" y="975"/>
                      <a:pt x="1874" y="982"/>
                      <a:pt x="1874" y="990"/>
                    </a:cubicBezTo>
                    <a:cubicBezTo>
                      <a:pt x="1874" y="999"/>
                      <a:pt x="1867" y="1006"/>
                      <a:pt x="1858" y="1006"/>
                    </a:cubicBezTo>
                    <a:close/>
                  </a:path>
                </a:pathLst>
              </a:custGeom>
              <a:solidFill>
                <a:srgbClr val="F0F7FD"/>
              </a:solidFill>
              <a:ln>
                <a:noFill/>
              </a:ln>
            </p:spPr>
            <p:txBody>
              <a:bodyPr vert="horz" wrap="square" lIns="121731" tIns="60866" rIns="121731" bIns="60866" numCol="1" anchor="t" anchorCtr="0" compatLnSpc="1"/>
              <a:lstStyle/>
              <a:p>
                <a:pPr marL="0" marR="0" lvl="0" indent="0" algn="l" defTabSz="91313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OPPOSans R" panose="00020600040101010101" pitchFamily="18" charset="-122"/>
                  <a:ea typeface="OPPOSans R" panose="00020600040101010101" pitchFamily="18" charset="-122"/>
                  <a:cs typeface="OPPOSans R"/>
                  <a:sym typeface="OPPOSans R"/>
                </a:endParaRPr>
              </a:p>
            </p:txBody>
          </p:sp>
          <p:sp>
            <p:nvSpPr>
              <p:cNvPr id="101" name="Oval 30"/>
              <p:cNvSpPr/>
              <p:nvPr/>
            </p:nvSpPr>
            <p:spPr>
              <a:xfrm>
                <a:off x="1600267" y="2138943"/>
                <a:ext cx="1553327" cy="1553327"/>
              </a:xfrm>
              <a:prstGeom prst="ellipse">
                <a:avLst/>
              </a:prstGeom>
              <a:solidFill>
                <a:srgbClr val="006E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313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POSans R" panose="00020600040101010101" pitchFamily="18" charset="-122"/>
                  <a:ea typeface="OPPOSans R" panose="00020600040101010101" pitchFamily="18" charset="-122"/>
                  <a:cs typeface="OPPOSans R"/>
                  <a:sym typeface="OPPOSans R"/>
                </a:endParaRPr>
              </a:p>
            </p:txBody>
          </p:sp>
          <p:sp>
            <p:nvSpPr>
              <p:cNvPr id="102" name="Rectangle 31"/>
              <p:cNvSpPr/>
              <p:nvPr/>
            </p:nvSpPr>
            <p:spPr>
              <a:xfrm>
                <a:off x="1744668" y="2500557"/>
                <a:ext cx="1461455" cy="77291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313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OPPOSans R"/>
                    <a:sym typeface="OPPOSans R"/>
                  </a:rPr>
                  <a:t>32%</a:t>
                </a:r>
                <a:endPara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OPPOSans R"/>
                  <a:sym typeface="OPPOSans R"/>
                </a:endParaRPr>
              </a:p>
            </p:txBody>
          </p:sp>
        </p:grpSp>
        <p:grpSp>
          <p:nvGrpSpPr>
            <p:cNvPr id="103" name="组合 102"/>
            <p:cNvGrpSpPr/>
            <p:nvPr/>
          </p:nvGrpSpPr>
          <p:grpSpPr>
            <a:xfrm>
              <a:off x="4393595" y="1483391"/>
              <a:ext cx="2864432" cy="2864432"/>
              <a:chOff x="4754843" y="1483391"/>
              <a:chExt cx="2864432" cy="2864432"/>
            </a:xfrm>
          </p:grpSpPr>
          <p:sp>
            <p:nvSpPr>
              <p:cNvPr id="104" name="Oval 26"/>
              <p:cNvSpPr/>
              <p:nvPr/>
            </p:nvSpPr>
            <p:spPr>
              <a:xfrm>
                <a:off x="4827912" y="1556460"/>
                <a:ext cx="2718292" cy="2718292"/>
              </a:xfrm>
              <a:prstGeom prst="ellipse">
                <a:avLst/>
              </a:prstGeom>
              <a:solidFill>
                <a:srgbClr val="667384">
                  <a:lumMod val="20000"/>
                  <a:lumOff val="8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313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POSans R" panose="00020600040101010101" pitchFamily="18" charset="-122"/>
                  <a:ea typeface="OPPOSans R" panose="00020600040101010101" pitchFamily="18" charset="-122"/>
                  <a:cs typeface="OPPOSans R"/>
                  <a:sym typeface="OPPOSans R"/>
                </a:endParaRPr>
              </a:p>
            </p:txBody>
          </p:sp>
          <p:sp>
            <p:nvSpPr>
              <p:cNvPr id="107" name="Pie 27"/>
              <p:cNvSpPr/>
              <p:nvPr/>
            </p:nvSpPr>
            <p:spPr>
              <a:xfrm>
                <a:off x="4831537" y="1560085"/>
                <a:ext cx="2711038" cy="2711038"/>
              </a:xfrm>
              <a:prstGeom prst="pie">
                <a:avLst>
                  <a:gd name="adj1" fmla="val 16065727"/>
                  <a:gd name="adj2" fmla="val 7965807"/>
                </a:avLst>
              </a:prstGeom>
              <a:gradFill>
                <a:gsLst>
                  <a:gs pos="0">
                    <a:srgbClr val="00CCE2">
                      <a:lumMod val="60000"/>
                      <a:lumOff val="40000"/>
                    </a:srgbClr>
                  </a:gs>
                  <a:gs pos="100000">
                    <a:srgbClr val="00CCE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313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OPPOSans R" panose="00020600040101010101" pitchFamily="18" charset="-122"/>
                  <a:ea typeface="OPPOSans R" panose="00020600040101010101" pitchFamily="18" charset="-122"/>
                  <a:cs typeface="OPPOSans R"/>
                  <a:sym typeface="OPPOSans R"/>
                </a:endParaRPr>
              </a:p>
            </p:txBody>
          </p:sp>
          <p:sp>
            <p:nvSpPr>
              <p:cNvPr id="108" name="Freeform 5"/>
              <p:cNvSpPr>
                <a:spLocks noEditPoints="1"/>
              </p:cNvSpPr>
              <p:nvPr/>
            </p:nvSpPr>
            <p:spPr bwMode="auto">
              <a:xfrm>
                <a:off x="4754843" y="1483391"/>
                <a:ext cx="2864432" cy="2864432"/>
              </a:xfrm>
              <a:custGeom>
                <a:avLst/>
                <a:gdLst>
                  <a:gd name="T0" fmla="*/ 1837 w 1982"/>
                  <a:gd name="T1" fmla="*/ 798 h 1981"/>
                  <a:gd name="T2" fmla="*/ 1724 w 1982"/>
                  <a:gd name="T3" fmla="*/ 887 h 1981"/>
                  <a:gd name="T4" fmla="*/ 1777 w 1982"/>
                  <a:gd name="T5" fmla="*/ 1071 h 1981"/>
                  <a:gd name="T6" fmla="*/ 1688 w 1982"/>
                  <a:gd name="T7" fmla="*/ 1239 h 1981"/>
                  <a:gd name="T8" fmla="*/ 1724 w 1982"/>
                  <a:gd name="T9" fmla="*/ 697 h 1981"/>
                  <a:gd name="T10" fmla="*/ 1772 w 1982"/>
                  <a:gd name="T11" fmla="*/ 580 h 1981"/>
                  <a:gd name="T12" fmla="*/ 1609 w 1982"/>
                  <a:gd name="T13" fmla="*/ 583 h 1981"/>
                  <a:gd name="T14" fmla="*/ 510 w 1982"/>
                  <a:gd name="T15" fmla="*/ 269 h 1981"/>
                  <a:gd name="T16" fmla="*/ 457 w 1982"/>
                  <a:gd name="T17" fmla="*/ 388 h 1981"/>
                  <a:gd name="T18" fmla="*/ 329 w 1982"/>
                  <a:gd name="T19" fmla="*/ 407 h 1981"/>
                  <a:gd name="T20" fmla="*/ 395 w 1982"/>
                  <a:gd name="T21" fmla="*/ 579 h 1981"/>
                  <a:gd name="T22" fmla="*/ 395 w 1982"/>
                  <a:gd name="T23" fmla="*/ 579 h 1981"/>
                  <a:gd name="T24" fmla="*/ 209 w 1982"/>
                  <a:gd name="T25" fmla="*/ 582 h 1981"/>
                  <a:gd name="T26" fmla="*/ 314 w 1982"/>
                  <a:gd name="T27" fmla="*/ 734 h 1981"/>
                  <a:gd name="T28" fmla="*/ 305 w 1982"/>
                  <a:gd name="T29" fmla="*/ 1268 h 1981"/>
                  <a:gd name="T30" fmla="*/ 134 w 1982"/>
                  <a:gd name="T31" fmla="*/ 781 h 1981"/>
                  <a:gd name="T32" fmla="*/ 258 w 1982"/>
                  <a:gd name="T33" fmla="*/ 887 h 1981"/>
                  <a:gd name="T34" fmla="*/ 272 w 1982"/>
                  <a:gd name="T35" fmla="*/ 1078 h 1981"/>
                  <a:gd name="T36" fmla="*/ 262 w 1982"/>
                  <a:gd name="T37" fmla="*/ 991 h 1981"/>
                  <a:gd name="T38" fmla="*/ 264 w 1982"/>
                  <a:gd name="T39" fmla="*/ 1154 h 1981"/>
                  <a:gd name="T40" fmla="*/ 216 w 1982"/>
                  <a:gd name="T41" fmla="*/ 1381 h 1981"/>
                  <a:gd name="T42" fmla="*/ 395 w 1982"/>
                  <a:gd name="T43" fmla="*/ 1402 h 1981"/>
                  <a:gd name="T44" fmla="*/ 352 w 1982"/>
                  <a:gd name="T45" fmla="*/ 1578 h 1981"/>
                  <a:gd name="T46" fmla="*/ 457 w 1982"/>
                  <a:gd name="T47" fmla="*/ 1594 h 1981"/>
                  <a:gd name="T48" fmla="*/ 457 w 1982"/>
                  <a:gd name="T49" fmla="*/ 1594 h 1981"/>
                  <a:gd name="T50" fmla="*/ 581 w 1982"/>
                  <a:gd name="T51" fmla="*/ 1613 h 1981"/>
                  <a:gd name="T52" fmla="*/ 654 w 1982"/>
                  <a:gd name="T53" fmla="*/ 1632 h 1981"/>
                  <a:gd name="T54" fmla="*/ 638 w 1982"/>
                  <a:gd name="T55" fmla="*/ 285 h 1981"/>
                  <a:gd name="T56" fmla="*/ 712 w 1982"/>
                  <a:gd name="T57" fmla="*/ 300 h 1981"/>
                  <a:gd name="T58" fmla="*/ 713 w 1982"/>
                  <a:gd name="T59" fmla="*/ 1682 h 1981"/>
                  <a:gd name="T60" fmla="*/ 799 w 1982"/>
                  <a:gd name="T61" fmla="*/ 1706 h 1981"/>
                  <a:gd name="T62" fmla="*/ 817 w 1982"/>
                  <a:gd name="T63" fmla="*/ 221 h 1981"/>
                  <a:gd name="T64" fmla="*/ 902 w 1982"/>
                  <a:gd name="T65" fmla="*/ 267 h 1981"/>
                  <a:gd name="T66" fmla="*/ 872 w 1982"/>
                  <a:gd name="T67" fmla="*/ 1850 h 1981"/>
                  <a:gd name="T68" fmla="*/ 976 w 1982"/>
                  <a:gd name="T69" fmla="*/ 1731 h 1981"/>
                  <a:gd name="T70" fmla="*/ 976 w 1982"/>
                  <a:gd name="T71" fmla="*/ 201 h 1981"/>
                  <a:gd name="T72" fmla="*/ 1110 w 1982"/>
                  <a:gd name="T73" fmla="*/ 132 h 1981"/>
                  <a:gd name="T74" fmla="*/ 1066 w 1982"/>
                  <a:gd name="T75" fmla="*/ 1732 h 1981"/>
                  <a:gd name="T76" fmla="*/ 1165 w 1982"/>
                  <a:gd name="T77" fmla="*/ 1761 h 1981"/>
                  <a:gd name="T78" fmla="*/ 1183 w 1982"/>
                  <a:gd name="T79" fmla="*/ 276 h 1981"/>
                  <a:gd name="T80" fmla="*/ 1240 w 1982"/>
                  <a:gd name="T81" fmla="*/ 289 h 1981"/>
                  <a:gd name="T82" fmla="*/ 1304 w 1982"/>
                  <a:gd name="T83" fmla="*/ 1816 h 1981"/>
                  <a:gd name="T84" fmla="*/ 1304 w 1982"/>
                  <a:gd name="T85" fmla="*/ 1816 h 1981"/>
                  <a:gd name="T86" fmla="*/ 1365 w 1982"/>
                  <a:gd name="T87" fmla="*/ 1704 h 1981"/>
                  <a:gd name="T88" fmla="*/ 1372 w 1982"/>
                  <a:gd name="T89" fmla="*/ 299 h 1981"/>
                  <a:gd name="T90" fmla="*/ 1405 w 1982"/>
                  <a:gd name="T91" fmla="*/ 390 h 1981"/>
                  <a:gd name="T92" fmla="*/ 1497 w 1982"/>
                  <a:gd name="T93" fmla="*/ 1696 h 1981"/>
                  <a:gd name="T94" fmla="*/ 1493 w 1982"/>
                  <a:gd name="T95" fmla="*/ 1535 h 1981"/>
                  <a:gd name="T96" fmla="*/ 1503 w 1982"/>
                  <a:gd name="T97" fmla="*/ 390 h 1981"/>
                  <a:gd name="T98" fmla="*/ 1650 w 1982"/>
                  <a:gd name="T99" fmla="*/ 427 h 1981"/>
                  <a:gd name="T100" fmla="*/ 1539 w 1982"/>
                  <a:gd name="T101" fmla="*/ 1496 h 1981"/>
                  <a:gd name="T102" fmla="*/ 1632 w 1982"/>
                  <a:gd name="T103" fmla="*/ 1452 h 1981"/>
                  <a:gd name="T104" fmla="*/ 1752 w 1982"/>
                  <a:gd name="T105" fmla="*/ 1407 h 1981"/>
                  <a:gd name="T106" fmla="*/ 1848 w 1982"/>
                  <a:gd name="T107" fmla="*/ 1202 h 1981"/>
                  <a:gd name="T108" fmla="*/ 1858 w 1982"/>
                  <a:gd name="T109" fmla="*/ 1006 h 19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982" h="1981">
                    <a:moveTo>
                      <a:pt x="991" y="0"/>
                    </a:moveTo>
                    <a:cubicBezTo>
                      <a:pt x="444" y="0"/>
                      <a:pt x="0" y="443"/>
                      <a:pt x="0" y="990"/>
                    </a:cubicBezTo>
                    <a:cubicBezTo>
                      <a:pt x="0" y="1537"/>
                      <a:pt x="444" y="1981"/>
                      <a:pt x="991" y="1981"/>
                    </a:cubicBezTo>
                    <a:cubicBezTo>
                      <a:pt x="1538" y="1981"/>
                      <a:pt x="1982" y="1537"/>
                      <a:pt x="1982" y="990"/>
                    </a:cubicBezTo>
                    <a:cubicBezTo>
                      <a:pt x="1982" y="443"/>
                      <a:pt x="1538" y="0"/>
                      <a:pt x="991" y="0"/>
                    </a:cubicBezTo>
                    <a:close/>
                    <a:moveTo>
                      <a:pt x="1848" y="779"/>
                    </a:moveTo>
                    <a:cubicBezTo>
                      <a:pt x="1850" y="787"/>
                      <a:pt x="1845" y="795"/>
                      <a:pt x="1837" y="798"/>
                    </a:cubicBezTo>
                    <a:cubicBezTo>
                      <a:pt x="1718" y="827"/>
                      <a:pt x="1718" y="827"/>
                      <a:pt x="1718" y="827"/>
                    </a:cubicBezTo>
                    <a:cubicBezTo>
                      <a:pt x="1709" y="829"/>
                      <a:pt x="1701" y="824"/>
                      <a:pt x="1699" y="816"/>
                    </a:cubicBezTo>
                    <a:cubicBezTo>
                      <a:pt x="1697" y="808"/>
                      <a:pt x="1702" y="799"/>
                      <a:pt x="1710" y="797"/>
                    </a:cubicBezTo>
                    <a:cubicBezTo>
                      <a:pt x="1829" y="768"/>
                      <a:pt x="1829" y="768"/>
                      <a:pt x="1829" y="768"/>
                    </a:cubicBezTo>
                    <a:cubicBezTo>
                      <a:pt x="1838" y="766"/>
                      <a:pt x="1846" y="771"/>
                      <a:pt x="1848" y="779"/>
                    </a:cubicBezTo>
                    <a:close/>
                    <a:moveTo>
                      <a:pt x="1710" y="904"/>
                    </a:moveTo>
                    <a:cubicBezTo>
                      <a:pt x="1709" y="895"/>
                      <a:pt x="1715" y="888"/>
                      <a:pt x="1724" y="887"/>
                    </a:cubicBezTo>
                    <a:cubicBezTo>
                      <a:pt x="1773" y="881"/>
                      <a:pt x="1773" y="881"/>
                      <a:pt x="1773" y="881"/>
                    </a:cubicBezTo>
                    <a:cubicBezTo>
                      <a:pt x="1781" y="880"/>
                      <a:pt x="1789" y="886"/>
                      <a:pt x="1790" y="894"/>
                    </a:cubicBezTo>
                    <a:cubicBezTo>
                      <a:pt x="1791" y="902"/>
                      <a:pt x="1785" y="910"/>
                      <a:pt x="1777" y="911"/>
                    </a:cubicBezTo>
                    <a:cubicBezTo>
                      <a:pt x="1727" y="917"/>
                      <a:pt x="1727" y="917"/>
                      <a:pt x="1727" y="917"/>
                    </a:cubicBezTo>
                    <a:cubicBezTo>
                      <a:pt x="1719" y="918"/>
                      <a:pt x="1711" y="912"/>
                      <a:pt x="1710" y="904"/>
                    </a:cubicBezTo>
                    <a:close/>
                    <a:moveTo>
                      <a:pt x="1727" y="1065"/>
                    </a:moveTo>
                    <a:cubicBezTo>
                      <a:pt x="1777" y="1071"/>
                      <a:pt x="1777" y="1071"/>
                      <a:pt x="1777" y="1071"/>
                    </a:cubicBezTo>
                    <a:cubicBezTo>
                      <a:pt x="1785" y="1072"/>
                      <a:pt x="1791" y="1080"/>
                      <a:pt x="1790" y="1088"/>
                    </a:cubicBezTo>
                    <a:cubicBezTo>
                      <a:pt x="1789" y="1096"/>
                      <a:pt x="1781" y="1102"/>
                      <a:pt x="1773" y="1101"/>
                    </a:cubicBezTo>
                    <a:cubicBezTo>
                      <a:pt x="1724" y="1095"/>
                      <a:pt x="1724" y="1095"/>
                      <a:pt x="1724" y="1095"/>
                    </a:cubicBezTo>
                    <a:cubicBezTo>
                      <a:pt x="1715" y="1094"/>
                      <a:pt x="1709" y="1087"/>
                      <a:pt x="1710" y="1078"/>
                    </a:cubicBezTo>
                    <a:cubicBezTo>
                      <a:pt x="1711" y="1070"/>
                      <a:pt x="1719" y="1064"/>
                      <a:pt x="1727" y="1065"/>
                    </a:cubicBezTo>
                    <a:close/>
                    <a:moveTo>
                      <a:pt x="1668" y="1248"/>
                    </a:moveTo>
                    <a:cubicBezTo>
                      <a:pt x="1671" y="1240"/>
                      <a:pt x="1680" y="1236"/>
                      <a:pt x="1688" y="1239"/>
                    </a:cubicBezTo>
                    <a:cubicBezTo>
                      <a:pt x="1735" y="1257"/>
                      <a:pt x="1735" y="1257"/>
                      <a:pt x="1735" y="1257"/>
                    </a:cubicBezTo>
                    <a:cubicBezTo>
                      <a:pt x="1743" y="1260"/>
                      <a:pt x="1747" y="1269"/>
                      <a:pt x="1744" y="1276"/>
                    </a:cubicBezTo>
                    <a:cubicBezTo>
                      <a:pt x="1741" y="1284"/>
                      <a:pt x="1732" y="1288"/>
                      <a:pt x="1724" y="1285"/>
                    </a:cubicBezTo>
                    <a:cubicBezTo>
                      <a:pt x="1677" y="1268"/>
                      <a:pt x="1677" y="1268"/>
                      <a:pt x="1677" y="1268"/>
                    </a:cubicBezTo>
                    <a:cubicBezTo>
                      <a:pt x="1669" y="1265"/>
                      <a:pt x="1665" y="1256"/>
                      <a:pt x="1668" y="1248"/>
                    </a:cubicBezTo>
                    <a:close/>
                    <a:moveTo>
                      <a:pt x="1677" y="714"/>
                    </a:moveTo>
                    <a:cubicBezTo>
                      <a:pt x="1724" y="697"/>
                      <a:pt x="1724" y="697"/>
                      <a:pt x="1724" y="697"/>
                    </a:cubicBezTo>
                    <a:cubicBezTo>
                      <a:pt x="1732" y="694"/>
                      <a:pt x="1741" y="698"/>
                      <a:pt x="1744" y="706"/>
                    </a:cubicBezTo>
                    <a:cubicBezTo>
                      <a:pt x="1747" y="713"/>
                      <a:pt x="1743" y="722"/>
                      <a:pt x="1735" y="725"/>
                    </a:cubicBezTo>
                    <a:cubicBezTo>
                      <a:pt x="1688" y="743"/>
                      <a:pt x="1688" y="743"/>
                      <a:pt x="1688" y="743"/>
                    </a:cubicBezTo>
                    <a:cubicBezTo>
                      <a:pt x="1680" y="746"/>
                      <a:pt x="1671" y="742"/>
                      <a:pt x="1668" y="734"/>
                    </a:cubicBezTo>
                    <a:cubicBezTo>
                      <a:pt x="1665" y="726"/>
                      <a:pt x="1669" y="717"/>
                      <a:pt x="1677" y="714"/>
                    </a:cubicBezTo>
                    <a:close/>
                    <a:moveTo>
                      <a:pt x="1751" y="574"/>
                    </a:moveTo>
                    <a:cubicBezTo>
                      <a:pt x="1759" y="570"/>
                      <a:pt x="1768" y="572"/>
                      <a:pt x="1772" y="580"/>
                    </a:cubicBezTo>
                    <a:cubicBezTo>
                      <a:pt x="1776" y="587"/>
                      <a:pt x="1773" y="597"/>
                      <a:pt x="1766" y="601"/>
                    </a:cubicBezTo>
                    <a:cubicBezTo>
                      <a:pt x="1657" y="658"/>
                      <a:pt x="1657" y="658"/>
                      <a:pt x="1657" y="658"/>
                    </a:cubicBezTo>
                    <a:cubicBezTo>
                      <a:pt x="1650" y="662"/>
                      <a:pt x="1641" y="659"/>
                      <a:pt x="1637" y="651"/>
                    </a:cubicBezTo>
                    <a:cubicBezTo>
                      <a:pt x="1633" y="644"/>
                      <a:pt x="1636" y="635"/>
                      <a:pt x="1643" y="631"/>
                    </a:cubicBezTo>
                    <a:lnTo>
                      <a:pt x="1751" y="574"/>
                    </a:lnTo>
                    <a:close/>
                    <a:moveTo>
                      <a:pt x="1650" y="555"/>
                    </a:moveTo>
                    <a:cubicBezTo>
                      <a:pt x="1609" y="583"/>
                      <a:pt x="1609" y="583"/>
                      <a:pt x="1609" y="583"/>
                    </a:cubicBezTo>
                    <a:cubicBezTo>
                      <a:pt x="1602" y="588"/>
                      <a:pt x="1592" y="586"/>
                      <a:pt x="1587" y="579"/>
                    </a:cubicBezTo>
                    <a:cubicBezTo>
                      <a:pt x="1582" y="572"/>
                      <a:pt x="1584" y="563"/>
                      <a:pt x="1591" y="558"/>
                    </a:cubicBezTo>
                    <a:cubicBezTo>
                      <a:pt x="1632" y="530"/>
                      <a:pt x="1632" y="530"/>
                      <a:pt x="1632" y="530"/>
                    </a:cubicBezTo>
                    <a:cubicBezTo>
                      <a:pt x="1639" y="525"/>
                      <a:pt x="1649" y="527"/>
                      <a:pt x="1653" y="534"/>
                    </a:cubicBezTo>
                    <a:cubicBezTo>
                      <a:pt x="1658" y="541"/>
                      <a:pt x="1657" y="550"/>
                      <a:pt x="1650" y="555"/>
                    </a:cubicBezTo>
                    <a:close/>
                    <a:moveTo>
                      <a:pt x="488" y="265"/>
                    </a:moveTo>
                    <a:cubicBezTo>
                      <a:pt x="495" y="260"/>
                      <a:pt x="505" y="262"/>
                      <a:pt x="510" y="269"/>
                    </a:cubicBezTo>
                    <a:cubicBezTo>
                      <a:pt x="580" y="370"/>
                      <a:pt x="580" y="370"/>
                      <a:pt x="580" y="370"/>
                    </a:cubicBezTo>
                    <a:cubicBezTo>
                      <a:pt x="584" y="377"/>
                      <a:pt x="583" y="386"/>
                      <a:pt x="576" y="391"/>
                    </a:cubicBezTo>
                    <a:cubicBezTo>
                      <a:pt x="569" y="396"/>
                      <a:pt x="559" y="394"/>
                      <a:pt x="554" y="387"/>
                    </a:cubicBezTo>
                    <a:cubicBezTo>
                      <a:pt x="485" y="287"/>
                      <a:pt x="485" y="287"/>
                      <a:pt x="485" y="287"/>
                    </a:cubicBezTo>
                    <a:cubicBezTo>
                      <a:pt x="480" y="280"/>
                      <a:pt x="482" y="270"/>
                      <a:pt x="488" y="265"/>
                    </a:cubicBezTo>
                    <a:close/>
                    <a:moveTo>
                      <a:pt x="457" y="388"/>
                    </a:moveTo>
                    <a:cubicBezTo>
                      <a:pt x="457" y="388"/>
                      <a:pt x="457" y="388"/>
                      <a:pt x="457" y="388"/>
                    </a:cubicBezTo>
                    <a:cubicBezTo>
                      <a:pt x="464" y="383"/>
                      <a:pt x="473" y="383"/>
                      <a:pt x="479" y="390"/>
                    </a:cubicBezTo>
                    <a:cubicBezTo>
                      <a:pt x="512" y="427"/>
                      <a:pt x="512" y="427"/>
                      <a:pt x="512" y="427"/>
                    </a:cubicBezTo>
                    <a:cubicBezTo>
                      <a:pt x="518" y="433"/>
                      <a:pt x="517" y="443"/>
                      <a:pt x="511" y="449"/>
                    </a:cubicBezTo>
                    <a:cubicBezTo>
                      <a:pt x="504" y="454"/>
                      <a:pt x="495" y="454"/>
                      <a:pt x="489" y="447"/>
                    </a:cubicBezTo>
                    <a:cubicBezTo>
                      <a:pt x="456" y="410"/>
                      <a:pt x="456" y="410"/>
                      <a:pt x="456" y="410"/>
                    </a:cubicBezTo>
                    <a:cubicBezTo>
                      <a:pt x="450" y="404"/>
                      <a:pt x="451" y="394"/>
                      <a:pt x="457" y="388"/>
                    </a:cubicBezTo>
                    <a:close/>
                    <a:moveTo>
                      <a:pt x="329" y="407"/>
                    </a:moveTo>
                    <a:cubicBezTo>
                      <a:pt x="335" y="400"/>
                      <a:pt x="345" y="400"/>
                      <a:pt x="351" y="405"/>
                    </a:cubicBezTo>
                    <a:cubicBezTo>
                      <a:pt x="443" y="486"/>
                      <a:pt x="443" y="486"/>
                      <a:pt x="443" y="486"/>
                    </a:cubicBezTo>
                    <a:cubicBezTo>
                      <a:pt x="449" y="492"/>
                      <a:pt x="450" y="502"/>
                      <a:pt x="444" y="508"/>
                    </a:cubicBezTo>
                    <a:cubicBezTo>
                      <a:pt x="439" y="514"/>
                      <a:pt x="429" y="515"/>
                      <a:pt x="423" y="509"/>
                    </a:cubicBezTo>
                    <a:cubicBezTo>
                      <a:pt x="331" y="428"/>
                      <a:pt x="331" y="428"/>
                      <a:pt x="331" y="428"/>
                    </a:cubicBezTo>
                    <a:cubicBezTo>
                      <a:pt x="324" y="423"/>
                      <a:pt x="324" y="413"/>
                      <a:pt x="329" y="407"/>
                    </a:cubicBezTo>
                    <a:close/>
                    <a:moveTo>
                      <a:pt x="395" y="579"/>
                    </a:moveTo>
                    <a:cubicBezTo>
                      <a:pt x="390" y="586"/>
                      <a:pt x="380" y="588"/>
                      <a:pt x="373" y="583"/>
                    </a:cubicBezTo>
                    <a:cubicBezTo>
                      <a:pt x="332" y="555"/>
                      <a:pt x="332" y="555"/>
                      <a:pt x="332" y="555"/>
                    </a:cubicBezTo>
                    <a:cubicBezTo>
                      <a:pt x="325" y="550"/>
                      <a:pt x="324" y="541"/>
                      <a:pt x="329" y="534"/>
                    </a:cubicBezTo>
                    <a:cubicBezTo>
                      <a:pt x="329" y="534"/>
                      <a:pt x="329" y="534"/>
                      <a:pt x="329" y="534"/>
                    </a:cubicBezTo>
                    <a:cubicBezTo>
                      <a:pt x="333" y="527"/>
                      <a:pt x="343" y="525"/>
                      <a:pt x="350" y="530"/>
                    </a:cubicBezTo>
                    <a:cubicBezTo>
                      <a:pt x="391" y="558"/>
                      <a:pt x="391" y="558"/>
                      <a:pt x="391" y="558"/>
                    </a:cubicBezTo>
                    <a:cubicBezTo>
                      <a:pt x="398" y="563"/>
                      <a:pt x="400" y="572"/>
                      <a:pt x="395" y="579"/>
                    </a:cubicBezTo>
                    <a:close/>
                    <a:moveTo>
                      <a:pt x="209" y="582"/>
                    </a:moveTo>
                    <a:cubicBezTo>
                      <a:pt x="213" y="575"/>
                      <a:pt x="222" y="572"/>
                      <a:pt x="229" y="576"/>
                    </a:cubicBezTo>
                    <a:cubicBezTo>
                      <a:pt x="338" y="632"/>
                      <a:pt x="338" y="632"/>
                      <a:pt x="338" y="632"/>
                    </a:cubicBezTo>
                    <a:cubicBezTo>
                      <a:pt x="346" y="636"/>
                      <a:pt x="348" y="646"/>
                      <a:pt x="345" y="653"/>
                    </a:cubicBezTo>
                    <a:cubicBezTo>
                      <a:pt x="341" y="661"/>
                      <a:pt x="331" y="663"/>
                      <a:pt x="324" y="660"/>
                    </a:cubicBezTo>
                    <a:cubicBezTo>
                      <a:pt x="215" y="603"/>
                      <a:pt x="215" y="603"/>
                      <a:pt x="215" y="603"/>
                    </a:cubicBezTo>
                    <a:cubicBezTo>
                      <a:pt x="208" y="599"/>
                      <a:pt x="205" y="590"/>
                      <a:pt x="209" y="582"/>
                    </a:cubicBezTo>
                    <a:close/>
                    <a:moveTo>
                      <a:pt x="314" y="734"/>
                    </a:moveTo>
                    <a:cubicBezTo>
                      <a:pt x="311" y="742"/>
                      <a:pt x="302" y="746"/>
                      <a:pt x="294" y="743"/>
                    </a:cubicBezTo>
                    <a:cubicBezTo>
                      <a:pt x="247" y="725"/>
                      <a:pt x="247" y="725"/>
                      <a:pt x="247" y="725"/>
                    </a:cubicBezTo>
                    <a:cubicBezTo>
                      <a:pt x="239" y="722"/>
                      <a:pt x="235" y="713"/>
                      <a:pt x="238" y="706"/>
                    </a:cubicBezTo>
                    <a:cubicBezTo>
                      <a:pt x="241" y="698"/>
                      <a:pt x="250" y="694"/>
                      <a:pt x="258" y="697"/>
                    </a:cubicBezTo>
                    <a:cubicBezTo>
                      <a:pt x="305" y="714"/>
                      <a:pt x="305" y="714"/>
                      <a:pt x="305" y="714"/>
                    </a:cubicBezTo>
                    <a:cubicBezTo>
                      <a:pt x="313" y="717"/>
                      <a:pt x="317" y="726"/>
                      <a:pt x="314" y="734"/>
                    </a:cubicBezTo>
                    <a:close/>
                    <a:moveTo>
                      <a:pt x="305" y="1268"/>
                    </a:moveTo>
                    <a:cubicBezTo>
                      <a:pt x="258" y="1285"/>
                      <a:pt x="258" y="1285"/>
                      <a:pt x="258" y="1285"/>
                    </a:cubicBezTo>
                    <a:cubicBezTo>
                      <a:pt x="250" y="1288"/>
                      <a:pt x="241" y="1284"/>
                      <a:pt x="238" y="1276"/>
                    </a:cubicBezTo>
                    <a:cubicBezTo>
                      <a:pt x="235" y="1269"/>
                      <a:pt x="239" y="1260"/>
                      <a:pt x="247" y="1257"/>
                    </a:cubicBezTo>
                    <a:cubicBezTo>
                      <a:pt x="294" y="1239"/>
                      <a:pt x="294" y="1239"/>
                      <a:pt x="294" y="1239"/>
                    </a:cubicBezTo>
                    <a:cubicBezTo>
                      <a:pt x="302" y="1236"/>
                      <a:pt x="311" y="1240"/>
                      <a:pt x="314" y="1248"/>
                    </a:cubicBezTo>
                    <a:cubicBezTo>
                      <a:pt x="317" y="1256"/>
                      <a:pt x="313" y="1265"/>
                      <a:pt x="305" y="1268"/>
                    </a:cubicBezTo>
                    <a:close/>
                    <a:moveTo>
                      <a:pt x="134" y="781"/>
                    </a:moveTo>
                    <a:cubicBezTo>
                      <a:pt x="136" y="773"/>
                      <a:pt x="144" y="768"/>
                      <a:pt x="152" y="770"/>
                    </a:cubicBezTo>
                    <a:cubicBezTo>
                      <a:pt x="271" y="799"/>
                      <a:pt x="271" y="799"/>
                      <a:pt x="271" y="799"/>
                    </a:cubicBezTo>
                    <a:cubicBezTo>
                      <a:pt x="279" y="801"/>
                      <a:pt x="284" y="809"/>
                      <a:pt x="282" y="818"/>
                    </a:cubicBezTo>
                    <a:cubicBezTo>
                      <a:pt x="280" y="826"/>
                      <a:pt x="272" y="831"/>
                      <a:pt x="264" y="829"/>
                    </a:cubicBezTo>
                    <a:cubicBezTo>
                      <a:pt x="145" y="800"/>
                      <a:pt x="145" y="800"/>
                      <a:pt x="145" y="800"/>
                    </a:cubicBezTo>
                    <a:cubicBezTo>
                      <a:pt x="137" y="798"/>
                      <a:pt x="132" y="789"/>
                      <a:pt x="134" y="781"/>
                    </a:cubicBezTo>
                    <a:close/>
                    <a:moveTo>
                      <a:pt x="272" y="904"/>
                    </a:moveTo>
                    <a:cubicBezTo>
                      <a:pt x="272" y="904"/>
                      <a:pt x="272" y="904"/>
                      <a:pt x="272" y="904"/>
                    </a:cubicBezTo>
                    <a:cubicBezTo>
                      <a:pt x="271" y="912"/>
                      <a:pt x="263" y="918"/>
                      <a:pt x="255" y="917"/>
                    </a:cubicBezTo>
                    <a:cubicBezTo>
                      <a:pt x="205" y="911"/>
                      <a:pt x="205" y="911"/>
                      <a:pt x="205" y="911"/>
                    </a:cubicBezTo>
                    <a:cubicBezTo>
                      <a:pt x="197" y="910"/>
                      <a:pt x="191" y="902"/>
                      <a:pt x="192" y="894"/>
                    </a:cubicBezTo>
                    <a:cubicBezTo>
                      <a:pt x="193" y="886"/>
                      <a:pt x="201" y="880"/>
                      <a:pt x="209" y="881"/>
                    </a:cubicBezTo>
                    <a:cubicBezTo>
                      <a:pt x="258" y="887"/>
                      <a:pt x="258" y="887"/>
                      <a:pt x="258" y="887"/>
                    </a:cubicBezTo>
                    <a:cubicBezTo>
                      <a:pt x="267" y="888"/>
                      <a:pt x="273" y="895"/>
                      <a:pt x="272" y="904"/>
                    </a:cubicBezTo>
                    <a:close/>
                    <a:moveTo>
                      <a:pt x="258" y="1095"/>
                    </a:moveTo>
                    <a:cubicBezTo>
                      <a:pt x="209" y="1101"/>
                      <a:pt x="209" y="1101"/>
                      <a:pt x="209" y="1101"/>
                    </a:cubicBezTo>
                    <a:cubicBezTo>
                      <a:pt x="201" y="1102"/>
                      <a:pt x="193" y="1096"/>
                      <a:pt x="192" y="1088"/>
                    </a:cubicBezTo>
                    <a:cubicBezTo>
                      <a:pt x="191" y="1080"/>
                      <a:pt x="197" y="1072"/>
                      <a:pt x="205" y="1071"/>
                    </a:cubicBezTo>
                    <a:cubicBezTo>
                      <a:pt x="255" y="1065"/>
                      <a:pt x="255" y="1065"/>
                      <a:pt x="255" y="1065"/>
                    </a:cubicBezTo>
                    <a:cubicBezTo>
                      <a:pt x="263" y="1064"/>
                      <a:pt x="271" y="1070"/>
                      <a:pt x="272" y="1078"/>
                    </a:cubicBezTo>
                    <a:cubicBezTo>
                      <a:pt x="272" y="1078"/>
                      <a:pt x="272" y="1078"/>
                      <a:pt x="272" y="1078"/>
                    </a:cubicBezTo>
                    <a:cubicBezTo>
                      <a:pt x="273" y="1087"/>
                      <a:pt x="267" y="1094"/>
                      <a:pt x="258" y="1095"/>
                    </a:cubicBezTo>
                    <a:close/>
                    <a:moveTo>
                      <a:pt x="108" y="991"/>
                    </a:moveTo>
                    <a:cubicBezTo>
                      <a:pt x="108" y="991"/>
                      <a:pt x="108" y="991"/>
                      <a:pt x="108" y="991"/>
                    </a:cubicBezTo>
                    <a:cubicBezTo>
                      <a:pt x="108" y="983"/>
                      <a:pt x="115" y="976"/>
                      <a:pt x="124" y="976"/>
                    </a:cubicBezTo>
                    <a:cubicBezTo>
                      <a:pt x="246" y="976"/>
                      <a:pt x="246" y="976"/>
                      <a:pt x="246" y="976"/>
                    </a:cubicBezTo>
                    <a:cubicBezTo>
                      <a:pt x="255" y="976"/>
                      <a:pt x="262" y="983"/>
                      <a:pt x="262" y="991"/>
                    </a:cubicBezTo>
                    <a:cubicBezTo>
                      <a:pt x="262" y="999"/>
                      <a:pt x="255" y="1006"/>
                      <a:pt x="246" y="1006"/>
                    </a:cubicBezTo>
                    <a:cubicBezTo>
                      <a:pt x="124" y="1006"/>
                      <a:pt x="124" y="1006"/>
                      <a:pt x="124" y="1006"/>
                    </a:cubicBezTo>
                    <a:cubicBezTo>
                      <a:pt x="115" y="1006"/>
                      <a:pt x="108" y="999"/>
                      <a:pt x="108" y="991"/>
                    </a:cubicBezTo>
                    <a:close/>
                    <a:moveTo>
                      <a:pt x="134" y="1202"/>
                    </a:moveTo>
                    <a:cubicBezTo>
                      <a:pt x="134" y="1202"/>
                      <a:pt x="134" y="1202"/>
                      <a:pt x="134" y="1202"/>
                    </a:cubicBezTo>
                    <a:cubicBezTo>
                      <a:pt x="132" y="1194"/>
                      <a:pt x="137" y="1186"/>
                      <a:pt x="145" y="1184"/>
                    </a:cubicBezTo>
                    <a:cubicBezTo>
                      <a:pt x="264" y="1154"/>
                      <a:pt x="264" y="1154"/>
                      <a:pt x="264" y="1154"/>
                    </a:cubicBezTo>
                    <a:cubicBezTo>
                      <a:pt x="272" y="1152"/>
                      <a:pt x="281" y="1157"/>
                      <a:pt x="283" y="1166"/>
                    </a:cubicBezTo>
                    <a:cubicBezTo>
                      <a:pt x="285" y="1174"/>
                      <a:pt x="280" y="1182"/>
                      <a:pt x="272" y="1184"/>
                    </a:cubicBezTo>
                    <a:cubicBezTo>
                      <a:pt x="153" y="1214"/>
                      <a:pt x="153" y="1214"/>
                      <a:pt x="153" y="1214"/>
                    </a:cubicBezTo>
                    <a:cubicBezTo>
                      <a:pt x="144" y="1216"/>
                      <a:pt x="136" y="1211"/>
                      <a:pt x="134" y="1202"/>
                    </a:cubicBezTo>
                    <a:close/>
                    <a:moveTo>
                      <a:pt x="230" y="1408"/>
                    </a:moveTo>
                    <a:cubicBezTo>
                      <a:pt x="223" y="1412"/>
                      <a:pt x="213" y="1409"/>
                      <a:pt x="209" y="1401"/>
                    </a:cubicBezTo>
                    <a:cubicBezTo>
                      <a:pt x="205" y="1394"/>
                      <a:pt x="208" y="1385"/>
                      <a:pt x="216" y="1381"/>
                    </a:cubicBezTo>
                    <a:cubicBezTo>
                      <a:pt x="324" y="1324"/>
                      <a:pt x="324" y="1324"/>
                      <a:pt x="324" y="1324"/>
                    </a:cubicBezTo>
                    <a:cubicBezTo>
                      <a:pt x="332" y="1320"/>
                      <a:pt x="341" y="1323"/>
                      <a:pt x="345" y="1330"/>
                    </a:cubicBezTo>
                    <a:cubicBezTo>
                      <a:pt x="349" y="1338"/>
                      <a:pt x="346" y="1347"/>
                      <a:pt x="339" y="1351"/>
                    </a:cubicBezTo>
                    <a:lnTo>
                      <a:pt x="230" y="1408"/>
                    </a:lnTo>
                    <a:close/>
                    <a:moveTo>
                      <a:pt x="332" y="1427"/>
                    </a:moveTo>
                    <a:cubicBezTo>
                      <a:pt x="373" y="1399"/>
                      <a:pt x="373" y="1399"/>
                      <a:pt x="373" y="1399"/>
                    </a:cubicBezTo>
                    <a:cubicBezTo>
                      <a:pt x="380" y="1394"/>
                      <a:pt x="390" y="1396"/>
                      <a:pt x="395" y="1402"/>
                    </a:cubicBezTo>
                    <a:cubicBezTo>
                      <a:pt x="400" y="1409"/>
                      <a:pt x="398" y="1419"/>
                      <a:pt x="391" y="1424"/>
                    </a:cubicBezTo>
                    <a:cubicBezTo>
                      <a:pt x="350" y="1452"/>
                      <a:pt x="350" y="1452"/>
                      <a:pt x="350" y="1452"/>
                    </a:cubicBezTo>
                    <a:cubicBezTo>
                      <a:pt x="343" y="1457"/>
                      <a:pt x="333" y="1455"/>
                      <a:pt x="329" y="1448"/>
                    </a:cubicBezTo>
                    <a:cubicBezTo>
                      <a:pt x="329" y="1448"/>
                      <a:pt x="329" y="1448"/>
                      <a:pt x="329" y="1448"/>
                    </a:cubicBezTo>
                    <a:cubicBezTo>
                      <a:pt x="324" y="1441"/>
                      <a:pt x="325" y="1432"/>
                      <a:pt x="332" y="1427"/>
                    </a:cubicBezTo>
                    <a:close/>
                    <a:moveTo>
                      <a:pt x="444" y="1496"/>
                    </a:moveTo>
                    <a:cubicBezTo>
                      <a:pt x="352" y="1578"/>
                      <a:pt x="352" y="1578"/>
                      <a:pt x="352" y="1578"/>
                    </a:cubicBezTo>
                    <a:cubicBezTo>
                      <a:pt x="346" y="1583"/>
                      <a:pt x="336" y="1583"/>
                      <a:pt x="330" y="1576"/>
                    </a:cubicBezTo>
                    <a:cubicBezTo>
                      <a:pt x="325" y="1570"/>
                      <a:pt x="325" y="1560"/>
                      <a:pt x="332" y="1555"/>
                    </a:cubicBezTo>
                    <a:cubicBezTo>
                      <a:pt x="423" y="1474"/>
                      <a:pt x="423" y="1474"/>
                      <a:pt x="423" y="1474"/>
                    </a:cubicBezTo>
                    <a:cubicBezTo>
                      <a:pt x="430" y="1468"/>
                      <a:pt x="439" y="1468"/>
                      <a:pt x="445" y="1475"/>
                    </a:cubicBezTo>
                    <a:cubicBezTo>
                      <a:pt x="445" y="1475"/>
                      <a:pt x="445" y="1475"/>
                      <a:pt x="445" y="1475"/>
                    </a:cubicBezTo>
                    <a:cubicBezTo>
                      <a:pt x="451" y="1481"/>
                      <a:pt x="450" y="1491"/>
                      <a:pt x="444" y="1496"/>
                    </a:cubicBezTo>
                    <a:close/>
                    <a:moveTo>
                      <a:pt x="457" y="1594"/>
                    </a:moveTo>
                    <a:cubicBezTo>
                      <a:pt x="451" y="1588"/>
                      <a:pt x="450" y="1578"/>
                      <a:pt x="456" y="1572"/>
                    </a:cubicBezTo>
                    <a:cubicBezTo>
                      <a:pt x="489" y="1535"/>
                      <a:pt x="489" y="1535"/>
                      <a:pt x="489" y="1535"/>
                    </a:cubicBezTo>
                    <a:cubicBezTo>
                      <a:pt x="495" y="1528"/>
                      <a:pt x="504" y="1528"/>
                      <a:pt x="511" y="1533"/>
                    </a:cubicBezTo>
                    <a:cubicBezTo>
                      <a:pt x="511" y="1533"/>
                      <a:pt x="511" y="1533"/>
                      <a:pt x="511" y="1533"/>
                    </a:cubicBezTo>
                    <a:cubicBezTo>
                      <a:pt x="517" y="1539"/>
                      <a:pt x="518" y="1549"/>
                      <a:pt x="512" y="1555"/>
                    </a:cubicBezTo>
                    <a:cubicBezTo>
                      <a:pt x="479" y="1592"/>
                      <a:pt x="479" y="1592"/>
                      <a:pt x="479" y="1592"/>
                    </a:cubicBezTo>
                    <a:cubicBezTo>
                      <a:pt x="473" y="1599"/>
                      <a:pt x="464" y="1599"/>
                      <a:pt x="457" y="1594"/>
                    </a:cubicBezTo>
                    <a:close/>
                    <a:moveTo>
                      <a:pt x="581" y="1613"/>
                    </a:moveTo>
                    <a:cubicBezTo>
                      <a:pt x="511" y="1714"/>
                      <a:pt x="511" y="1714"/>
                      <a:pt x="511" y="1714"/>
                    </a:cubicBezTo>
                    <a:cubicBezTo>
                      <a:pt x="506" y="1721"/>
                      <a:pt x="497" y="1722"/>
                      <a:pt x="490" y="1718"/>
                    </a:cubicBezTo>
                    <a:cubicBezTo>
                      <a:pt x="483" y="1713"/>
                      <a:pt x="481" y="1703"/>
                      <a:pt x="486" y="1696"/>
                    </a:cubicBezTo>
                    <a:cubicBezTo>
                      <a:pt x="555" y="1595"/>
                      <a:pt x="555" y="1595"/>
                      <a:pt x="555" y="1595"/>
                    </a:cubicBezTo>
                    <a:cubicBezTo>
                      <a:pt x="560" y="1588"/>
                      <a:pt x="570" y="1587"/>
                      <a:pt x="577" y="1591"/>
                    </a:cubicBezTo>
                    <a:cubicBezTo>
                      <a:pt x="584" y="1596"/>
                      <a:pt x="586" y="1606"/>
                      <a:pt x="581" y="1613"/>
                    </a:cubicBezTo>
                    <a:close/>
                    <a:moveTo>
                      <a:pt x="661" y="1653"/>
                    </a:moveTo>
                    <a:cubicBezTo>
                      <a:pt x="638" y="1697"/>
                      <a:pt x="638" y="1697"/>
                      <a:pt x="638" y="1697"/>
                    </a:cubicBezTo>
                    <a:cubicBezTo>
                      <a:pt x="634" y="1705"/>
                      <a:pt x="624" y="1708"/>
                      <a:pt x="617" y="1704"/>
                    </a:cubicBezTo>
                    <a:cubicBezTo>
                      <a:pt x="609" y="1700"/>
                      <a:pt x="607" y="1691"/>
                      <a:pt x="610" y="1683"/>
                    </a:cubicBezTo>
                    <a:cubicBezTo>
                      <a:pt x="634" y="1639"/>
                      <a:pt x="634" y="1639"/>
                      <a:pt x="634" y="1639"/>
                    </a:cubicBezTo>
                    <a:cubicBezTo>
                      <a:pt x="638" y="1631"/>
                      <a:pt x="647" y="1628"/>
                      <a:pt x="654" y="1632"/>
                    </a:cubicBezTo>
                    <a:cubicBezTo>
                      <a:pt x="654" y="1632"/>
                      <a:pt x="654" y="1632"/>
                      <a:pt x="654" y="1632"/>
                    </a:cubicBezTo>
                    <a:cubicBezTo>
                      <a:pt x="662" y="1636"/>
                      <a:pt x="665" y="1646"/>
                      <a:pt x="661" y="1653"/>
                    </a:cubicBezTo>
                    <a:close/>
                    <a:moveTo>
                      <a:pt x="654" y="350"/>
                    </a:moveTo>
                    <a:cubicBezTo>
                      <a:pt x="654" y="350"/>
                      <a:pt x="654" y="350"/>
                      <a:pt x="654" y="350"/>
                    </a:cubicBezTo>
                    <a:cubicBezTo>
                      <a:pt x="647" y="353"/>
                      <a:pt x="638" y="351"/>
                      <a:pt x="634" y="343"/>
                    </a:cubicBezTo>
                    <a:cubicBezTo>
                      <a:pt x="610" y="299"/>
                      <a:pt x="610" y="299"/>
                      <a:pt x="610" y="299"/>
                    </a:cubicBezTo>
                    <a:cubicBezTo>
                      <a:pt x="607" y="291"/>
                      <a:pt x="609" y="282"/>
                      <a:pt x="617" y="278"/>
                    </a:cubicBezTo>
                    <a:cubicBezTo>
                      <a:pt x="624" y="274"/>
                      <a:pt x="634" y="277"/>
                      <a:pt x="638" y="285"/>
                    </a:cubicBezTo>
                    <a:cubicBezTo>
                      <a:pt x="661" y="329"/>
                      <a:pt x="661" y="329"/>
                      <a:pt x="661" y="329"/>
                    </a:cubicBezTo>
                    <a:cubicBezTo>
                      <a:pt x="665" y="336"/>
                      <a:pt x="662" y="346"/>
                      <a:pt x="654" y="350"/>
                    </a:cubicBezTo>
                    <a:close/>
                    <a:moveTo>
                      <a:pt x="677" y="166"/>
                    </a:moveTo>
                    <a:cubicBezTo>
                      <a:pt x="685" y="163"/>
                      <a:pt x="694" y="167"/>
                      <a:pt x="697" y="175"/>
                    </a:cubicBezTo>
                    <a:cubicBezTo>
                      <a:pt x="740" y="289"/>
                      <a:pt x="740" y="289"/>
                      <a:pt x="740" y="289"/>
                    </a:cubicBezTo>
                    <a:cubicBezTo>
                      <a:pt x="743" y="297"/>
                      <a:pt x="739" y="306"/>
                      <a:pt x="731" y="309"/>
                    </a:cubicBezTo>
                    <a:cubicBezTo>
                      <a:pt x="723" y="312"/>
                      <a:pt x="715" y="308"/>
                      <a:pt x="712" y="300"/>
                    </a:cubicBezTo>
                    <a:cubicBezTo>
                      <a:pt x="668" y="186"/>
                      <a:pt x="668" y="186"/>
                      <a:pt x="668" y="186"/>
                    </a:cubicBezTo>
                    <a:cubicBezTo>
                      <a:pt x="665" y="178"/>
                      <a:pt x="669" y="169"/>
                      <a:pt x="677" y="166"/>
                    </a:cubicBezTo>
                    <a:close/>
                    <a:moveTo>
                      <a:pt x="741" y="1693"/>
                    </a:moveTo>
                    <a:cubicBezTo>
                      <a:pt x="698" y="1808"/>
                      <a:pt x="698" y="1808"/>
                      <a:pt x="698" y="1808"/>
                    </a:cubicBezTo>
                    <a:cubicBezTo>
                      <a:pt x="695" y="1815"/>
                      <a:pt x="686" y="1819"/>
                      <a:pt x="678" y="1816"/>
                    </a:cubicBezTo>
                    <a:cubicBezTo>
                      <a:pt x="670" y="1813"/>
                      <a:pt x="666" y="1805"/>
                      <a:pt x="669" y="1797"/>
                    </a:cubicBezTo>
                    <a:cubicBezTo>
                      <a:pt x="713" y="1682"/>
                      <a:pt x="713" y="1682"/>
                      <a:pt x="713" y="1682"/>
                    </a:cubicBezTo>
                    <a:cubicBezTo>
                      <a:pt x="716" y="1674"/>
                      <a:pt x="725" y="1670"/>
                      <a:pt x="733" y="1673"/>
                    </a:cubicBezTo>
                    <a:cubicBezTo>
                      <a:pt x="740" y="1676"/>
                      <a:pt x="744" y="1685"/>
                      <a:pt x="741" y="1693"/>
                    </a:cubicBezTo>
                    <a:close/>
                    <a:moveTo>
                      <a:pt x="829" y="1713"/>
                    </a:moveTo>
                    <a:cubicBezTo>
                      <a:pt x="817" y="1761"/>
                      <a:pt x="817" y="1761"/>
                      <a:pt x="817" y="1761"/>
                    </a:cubicBezTo>
                    <a:cubicBezTo>
                      <a:pt x="815" y="1770"/>
                      <a:pt x="807" y="1775"/>
                      <a:pt x="798" y="1773"/>
                    </a:cubicBezTo>
                    <a:cubicBezTo>
                      <a:pt x="790" y="1771"/>
                      <a:pt x="785" y="1762"/>
                      <a:pt x="787" y="1754"/>
                    </a:cubicBezTo>
                    <a:cubicBezTo>
                      <a:pt x="799" y="1706"/>
                      <a:pt x="799" y="1706"/>
                      <a:pt x="799" y="1706"/>
                    </a:cubicBezTo>
                    <a:cubicBezTo>
                      <a:pt x="801" y="1697"/>
                      <a:pt x="809" y="1692"/>
                      <a:pt x="818" y="1694"/>
                    </a:cubicBezTo>
                    <a:cubicBezTo>
                      <a:pt x="826" y="1696"/>
                      <a:pt x="831" y="1705"/>
                      <a:pt x="829" y="1713"/>
                    </a:cubicBezTo>
                    <a:close/>
                    <a:moveTo>
                      <a:pt x="818" y="288"/>
                    </a:moveTo>
                    <a:cubicBezTo>
                      <a:pt x="809" y="290"/>
                      <a:pt x="801" y="285"/>
                      <a:pt x="799" y="276"/>
                    </a:cubicBezTo>
                    <a:cubicBezTo>
                      <a:pt x="787" y="228"/>
                      <a:pt x="787" y="228"/>
                      <a:pt x="787" y="228"/>
                    </a:cubicBezTo>
                    <a:cubicBezTo>
                      <a:pt x="785" y="220"/>
                      <a:pt x="790" y="211"/>
                      <a:pt x="798" y="209"/>
                    </a:cubicBezTo>
                    <a:cubicBezTo>
                      <a:pt x="807" y="207"/>
                      <a:pt x="815" y="212"/>
                      <a:pt x="817" y="221"/>
                    </a:cubicBezTo>
                    <a:cubicBezTo>
                      <a:pt x="829" y="269"/>
                      <a:pt x="829" y="269"/>
                      <a:pt x="829" y="269"/>
                    </a:cubicBezTo>
                    <a:cubicBezTo>
                      <a:pt x="831" y="277"/>
                      <a:pt x="826" y="286"/>
                      <a:pt x="818" y="288"/>
                    </a:cubicBezTo>
                    <a:close/>
                    <a:moveTo>
                      <a:pt x="883" y="115"/>
                    </a:moveTo>
                    <a:cubicBezTo>
                      <a:pt x="883" y="115"/>
                      <a:pt x="883" y="115"/>
                      <a:pt x="883" y="115"/>
                    </a:cubicBezTo>
                    <a:cubicBezTo>
                      <a:pt x="892" y="114"/>
                      <a:pt x="899" y="120"/>
                      <a:pt x="901" y="128"/>
                    </a:cubicBezTo>
                    <a:cubicBezTo>
                      <a:pt x="915" y="250"/>
                      <a:pt x="915" y="250"/>
                      <a:pt x="915" y="250"/>
                    </a:cubicBezTo>
                    <a:cubicBezTo>
                      <a:pt x="916" y="258"/>
                      <a:pt x="911" y="266"/>
                      <a:pt x="902" y="267"/>
                    </a:cubicBezTo>
                    <a:cubicBezTo>
                      <a:pt x="894" y="268"/>
                      <a:pt x="886" y="262"/>
                      <a:pt x="885" y="254"/>
                    </a:cubicBezTo>
                    <a:cubicBezTo>
                      <a:pt x="870" y="132"/>
                      <a:pt x="870" y="132"/>
                      <a:pt x="870" y="132"/>
                    </a:cubicBezTo>
                    <a:cubicBezTo>
                      <a:pt x="869" y="124"/>
                      <a:pt x="875" y="116"/>
                      <a:pt x="883" y="115"/>
                    </a:cubicBezTo>
                    <a:close/>
                    <a:moveTo>
                      <a:pt x="917" y="1732"/>
                    </a:moveTo>
                    <a:cubicBezTo>
                      <a:pt x="902" y="1854"/>
                      <a:pt x="902" y="1854"/>
                      <a:pt x="902" y="1854"/>
                    </a:cubicBezTo>
                    <a:cubicBezTo>
                      <a:pt x="901" y="1862"/>
                      <a:pt x="893" y="1868"/>
                      <a:pt x="885" y="1867"/>
                    </a:cubicBezTo>
                    <a:cubicBezTo>
                      <a:pt x="877" y="1866"/>
                      <a:pt x="871" y="1859"/>
                      <a:pt x="872" y="1850"/>
                    </a:cubicBezTo>
                    <a:cubicBezTo>
                      <a:pt x="886" y="1729"/>
                      <a:pt x="886" y="1729"/>
                      <a:pt x="886" y="1729"/>
                    </a:cubicBezTo>
                    <a:cubicBezTo>
                      <a:pt x="887" y="1720"/>
                      <a:pt x="895" y="1714"/>
                      <a:pt x="903" y="1715"/>
                    </a:cubicBezTo>
                    <a:cubicBezTo>
                      <a:pt x="912" y="1716"/>
                      <a:pt x="918" y="1724"/>
                      <a:pt x="917" y="1732"/>
                    </a:cubicBezTo>
                    <a:close/>
                    <a:moveTo>
                      <a:pt x="1006" y="1781"/>
                    </a:moveTo>
                    <a:cubicBezTo>
                      <a:pt x="1006" y="1789"/>
                      <a:pt x="999" y="1796"/>
                      <a:pt x="991" y="1796"/>
                    </a:cubicBezTo>
                    <a:cubicBezTo>
                      <a:pt x="983" y="1796"/>
                      <a:pt x="976" y="1789"/>
                      <a:pt x="976" y="1781"/>
                    </a:cubicBezTo>
                    <a:cubicBezTo>
                      <a:pt x="976" y="1731"/>
                      <a:pt x="976" y="1731"/>
                      <a:pt x="976" y="1731"/>
                    </a:cubicBezTo>
                    <a:cubicBezTo>
                      <a:pt x="976" y="1722"/>
                      <a:pt x="983" y="1715"/>
                      <a:pt x="991" y="1715"/>
                    </a:cubicBezTo>
                    <a:cubicBezTo>
                      <a:pt x="999" y="1715"/>
                      <a:pt x="1006" y="1722"/>
                      <a:pt x="1006" y="1731"/>
                    </a:cubicBezTo>
                    <a:lnTo>
                      <a:pt x="1006" y="1781"/>
                    </a:lnTo>
                    <a:close/>
                    <a:moveTo>
                      <a:pt x="1006" y="251"/>
                    </a:moveTo>
                    <a:cubicBezTo>
                      <a:pt x="1006" y="260"/>
                      <a:pt x="999" y="267"/>
                      <a:pt x="991" y="267"/>
                    </a:cubicBezTo>
                    <a:cubicBezTo>
                      <a:pt x="983" y="267"/>
                      <a:pt x="976" y="260"/>
                      <a:pt x="976" y="251"/>
                    </a:cubicBezTo>
                    <a:cubicBezTo>
                      <a:pt x="976" y="201"/>
                      <a:pt x="976" y="201"/>
                      <a:pt x="976" y="201"/>
                    </a:cubicBezTo>
                    <a:cubicBezTo>
                      <a:pt x="976" y="193"/>
                      <a:pt x="983" y="186"/>
                      <a:pt x="991" y="186"/>
                    </a:cubicBezTo>
                    <a:cubicBezTo>
                      <a:pt x="999" y="186"/>
                      <a:pt x="1006" y="193"/>
                      <a:pt x="1006" y="201"/>
                    </a:cubicBezTo>
                    <a:lnTo>
                      <a:pt x="1006" y="251"/>
                    </a:lnTo>
                    <a:close/>
                    <a:moveTo>
                      <a:pt x="1065" y="250"/>
                    </a:moveTo>
                    <a:cubicBezTo>
                      <a:pt x="1079" y="128"/>
                      <a:pt x="1079" y="128"/>
                      <a:pt x="1079" y="128"/>
                    </a:cubicBezTo>
                    <a:cubicBezTo>
                      <a:pt x="1080" y="120"/>
                      <a:pt x="1088" y="114"/>
                      <a:pt x="1096" y="115"/>
                    </a:cubicBezTo>
                    <a:cubicBezTo>
                      <a:pt x="1105" y="116"/>
                      <a:pt x="1111" y="123"/>
                      <a:pt x="1110" y="132"/>
                    </a:cubicBezTo>
                    <a:cubicBezTo>
                      <a:pt x="1095" y="253"/>
                      <a:pt x="1095" y="253"/>
                      <a:pt x="1095" y="253"/>
                    </a:cubicBezTo>
                    <a:cubicBezTo>
                      <a:pt x="1094" y="262"/>
                      <a:pt x="1086" y="268"/>
                      <a:pt x="1078" y="267"/>
                    </a:cubicBezTo>
                    <a:cubicBezTo>
                      <a:pt x="1078" y="267"/>
                      <a:pt x="1078" y="267"/>
                      <a:pt x="1078" y="267"/>
                    </a:cubicBezTo>
                    <a:cubicBezTo>
                      <a:pt x="1070" y="266"/>
                      <a:pt x="1064" y="258"/>
                      <a:pt x="1065" y="250"/>
                    </a:cubicBezTo>
                    <a:close/>
                    <a:moveTo>
                      <a:pt x="1098" y="1867"/>
                    </a:moveTo>
                    <a:cubicBezTo>
                      <a:pt x="1089" y="1868"/>
                      <a:pt x="1082" y="1862"/>
                      <a:pt x="1081" y="1854"/>
                    </a:cubicBezTo>
                    <a:cubicBezTo>
                      <a:pt x="1066" y="1732"/>
                      <a:pt x="1066" y="1732"/>
                      <a:pt x="1066" y="1732"/>
                    </a:cubicBezTo>
                    <a:cubicBezTo>
                      <a:pt x="1065" y="1724"/>
                      <a:pt x="1071" y="1716"/>
                      <a:pt x="1079" y="1715"/>
                    </a:cubicBezTo>
                    <a:cubicBezTo>
                      <a:pt x="1088" y="1714"/>
                      <a:pt x="1095" y="1720"/>
                      <a:pt x="1096" y="1728"/>
                    </a:cubicBezTo>
                    <a:cubicBezTo>
                      <a:pt x="1111" y="1850"/>
                      <a:pt x="1111" y="1850"/>
                      <a:pt x="1111" y="1850"/>
                    </a:cubicBezTo>
                    <a:cubicBezTo>
                      <a:pt x="1112" y="1859"/>
                      <a:pt x="1106" y="1866"/>
                      <a:pt x="1098" y="1867"/>
                    </a:cubicBezTo>
                    <a:close/>
                    <a:moveTo>
                      <a:pt x="1184" y="1773"/>
                    </a:moveTo>
                    <a:cubicBezTo>
                      <a:pt x="1184" y="1773"/>
                      <a:pt x="1184" y="1773"/>
                      <a:pt x="1184" y="1773"/>
                    </a:cubicBezTo>
                    <a:cubicBezTo>
                      <a:pt x="1175" y="1775"/>
                      <a:pt x="1167" y="1770"/>
                      <a:pt x="1165" y="1761"/>
                    </a:cubicBezTo>
                    <a:cubicBezTo>
                      <a:pt x="1153" y="1713"/>
                      <a:pt x="1153" y="1713"/>
                      <a:pt x="1153" y="1713"/>
                    </a:cubicBezTo>
                    <a:cubicBezTo>
                      <a:pt x="1151" y="1705"/>
                      <a:pt x="1156" y="1696"/>
                      <a:pt x="1164" y="1694"/>
                    </a:cubicBezTo>
                    <a:cubicBezTo>
                      <a:pt x="1173" y="1692"/>
                      <a:pt x="1181" y="1697"/>
                      <a:pt x="1183" y="1706"/>
                    </a:cubicBezTo>
                    <a:cubicBezTo>
                      <a:pt x="1195" y="1754"/>
                      <a:pt x="1195" y="1754"/>
                      <a:pt x="1195" y="1754"/>
                    </a:cubicBezTo>
                    <a:cubicBezTo>
                      <a:pt x="1197" y="1762"/>
                      <a:pt x="1192" y="1771"/>
                      <a:pt x="1184" y="1773"/>
                    </a:cubicBezTo>
                    <a:close/>
                    <a:moveTo>
                      <a:pt x="1195" y="228"/>
                    </a:moveTo>
                    <a:cubicBezTo>
                      <a:pt x="1183" y="276"/>
                      <a:pt x="1183" y="276"/>
                      <a:pt x="1183" y="276"/>
                    </a:cubicBezTo>
                    <a:cubicBezTo>
                      <a:pt x="1181" y="285"/>
                      <a:pt x="1173" y="290"/>
                      <a:pt x="1164" y="288"/>
                    </a:cubicBezTo>
                    <a:cubicBezTo>
                      <a:pt x="1156" y="286"/>
                      <a:pt x="1151" y="277"/>
                      <a:pt x="1153" y="269"/>
                    </a:cubicBezTo>
                    <a:cubicBezTo>
                      <a:pt x="1165" y="221"/>
                      <a:pt x="1165" y="221"/>
                      <a:pt x="1165" y="221"/>
                    </a:cubicBezTo>
                    <a:cubicBezTo>
                      <a:pt x="1167" y="212"/>
                      <a:pt x="1175" y="207"/>
                      <a:pt x="1184" y="209"/>
                    </a:cubicBezTo>
                    <a:cubicBezTo>
                      <a:pt x="1184" y="209"/>
                      <a:pt x="1184" y="209"/>
                      <a:pt x="1184" y="209"/>
                    </a:cubicBezTo>
                    <a:cubicBezTo>
                      <a:pt x="1192" y="211"/>
                      <a:pt x="1197" y="220"/>
                      <a:pt x="1195" y="228"/>
                    </a:cubicBezTo>
                    <a:close/>
                    <a:moveTo>
                      <a:pt x="1240" y="289"/>
                    </a:moveTo>
                    <a:cubicBezTo>
                      <a:pt x="1283" y="174"/>
                      <a:pt x="1283" y="174"/>
                      <a:pt x="1283" y="174"/>
                    </a:cubicBezTo>
                    <a:cubicBezTo>
                      <a:pt x="1286" y="166"/>
                      <a:pt x="1295" y="162"/>
                      <a:pt x="1303" y="165"/>
                    </a:cubicBezTo>
                    <a:cubicBezTo>
                      <a:pt x="1311" y="168"/>
                      <a:pt x="1315" y="177"/>
                      <a:pt x="1312" y="185"/>
                    </a:cubicBezTo>
                    <a:cubicBezTo>
                      <a:pt x="1269" y="300"/>
                      <a:pt x="1269" y="300"/>
                      <a:pt x="1269" y="300"/>
                    </a:cubicBezTo>
                    <a:cubicBezTo>
                      <a:pt x="1266" y="308"/>
                      <a:pt x="1257" y="312"/>
                      <a:pt x="1249" y="309"/>
                    </a:cubicBezTo>
                    <a:cubicBezTo>
                      <a:pt x="1241" y="306"/>
                      <a:pt x="1237" y="297"/>
                      <a:pt x="1240" y="289"/>
                    </a:cubicBezTo>
                    <a:close/>
                    <a:moveTo>
                      <a:pt x="1304" y="1816"/>
                    </a:moveTo>
                    <a:cubicBezTo>
                      <a:pt x="1304" y="1816"/>
                      <a:pt x="1304" y="1816"/>
                      <a:pt x="1304" y="1816"/>
                    </a:cubicBezTo>
                    <a:cubicBezTo>
                      <a:pt x="1297" y="1819"/>
                      <a:pt x="1288" y="1815"/>
                      <a:pt x="1285" y="1807"/>
                    </a:cubicBezTo>
                    <a:cubicBezTo>
                      <a:pt x="1241" y="1693"/>
                      <a:pt x="1241" y="1693"/>
                      <a:pt x="1241" y="1693"/>
                    </a:cubicBezTo>
                    <a:cubicBezTo>
                      <a:pt x="1238" y="1685"/>
                      <a:pt x="1242" y="1676"/>
                      <a:pt x="1250" y="1673"/>
                    </a:cubicBezTo>
                    <a:cubicBezTo>
                      <a:pt x="1258" y="1670"/>
                      <a:pt x="1267" y="1674"/>
                      <a:pt x="1270" y="1682"/>
                    </a:cubicBezTo>
                    <a:cubicBezTo>
                      <a:pt x="1313" y="1796"/>
                      <a:pt x="1313" y="1796"/>
                      <a:pt x="1313" y="1796"/>
                    </a:cubicBezTo>
                    <a:cubicBezTo>
                      <a:pt x="1316" y="1804"/>
                      <a:pt x="1312" y="1813"/>
                      <a:pt x="1304" y="1816"/>
                    </a:cubicBezTo>
                    <a:close/>
                    <a:moveTo>
                      <a:pt x="1365" y="1704"/>
                    </a:moveTo>
                    <a:cubicBezTo>
                      <a:pt x="1358" y="1708"/>
                      <a:pt x="1348" y="1705"/>
                      <a:pt x="1344" y="1697"/>
                    </a:cubicBezTo>
                    <a:cubicBezTo>
                      <a:pt x="1321" y="1653"/>
                      <a:pt x="1321" y="1653"/>
                      <a:pt x="1321" y="1653"/>
                    </a:cubicBezTo>
                    <a:cubicBezTo>
                      <a:pt x="1317" y="1646"/>
                      <a:pt x="1320" y="1636"/>
                      <a:pt x="1328" y="1632"/>
                    </a:cubicBezTo>
                    <a:cubicBezTo>
                      <a:pt x="1335" y="1628"/>
                      <a:pt x="1344" y="1631"/>
                      <a:pt x="1348" y="1639"/>
                    </a:cubicBezTo>
                    <a:cubicBezTo>
                      <a:pt x="1372" y="1683"/>
                      <a:pt x="1372" y="1683"/>
                      <a:pt x="1372" y="1683"/>
                    </a:cubicBezTo>
                    <a:cubicBezTo>
                      <a:pt x="1375" y="1691"/>
                      <a:pt x="1373" y="1700"/>
                      <a:pt x="1365" y="1704"/>
                    </a:cubicBezTo>
                    <a:close/>
                    <a:moveTo>
                      <a:pt x="1372" y="299"/>
                    </a:moveTo>
                    <a:cubicBezTo>
                      <a:pt x="1348" y="343"/>
                      <a:pt x="1348" y="343"/>
                      <a:pt x="1348" y="343"/>
                    </a:cubicBezTo>
                    <a:cubicBezTo>
                      <a:pt x="1344" y="351"/>
                      <a:pt x="1335" y="353"/>
                      <a:pt x="1328" y="350"/>
                    </a:cubicBezTo>
                    <a:cubicBezTo>
                      <a:pt x="1320" y="346"/>
                      <a:pt x="1317" y="336"/>
                      <a:pt x="1321" y="329"/>
                    </a:cubicBezTo>
                    <a:cubicBezTo>
                      <a:pt x="1344" y="285"/>
                      <a:pt x="1344" y="285"/>
                      <a:pt x="1344" y="285"/>
                    </a:cubicBezTo>
                    <a:cubicBezTo>
                      <a:pt x="1348" y="277"/>
                      <a:pt x="1358" y="274"/>
                      <a:pt x="1365" y="278"/>
                    </a:cubicBezTo>
                    <a:cubicBezTo>
                      <a:pt x="1373" y="282"/>
                      <a:pt x="1375" y="291"/>
                      <a:pt x="1372" y="299"/>
                    </a:cubicBezTo>
                    <a:close/>
                    <a:moveTo>
                      <a:pt x="1401" y="369"/>
                    </a:moveTo>
                    <a:cubicBezTo>
                      <a:pt x="1470" y="268"/>
                      <a:pt x="1470" y="268"/>
                      <a:pt x="1470" y="268"/>
                    </a:cubicBezTo>
                    <a:cubicBezTo>
                      <a:pt x="1475" y="261"/>
                      <a:pt x="1485" y="259"/>
                      <a:pt x="1492" y="264"/>
                    </a:cubicBezTo>
                    <a:cubicBezTo>
                      <a:pt x="1492" y="264"/>
                      <a:pt x="1492" y="264"/>
                      <a:pt x="1492" y="264"/>
                    </a:cubicBezTo>
                    <a:cubicBezTo>
                      <a:pt x="1499" y="269"/>
                      <a:pt x="1500" y="278"/>
                      <a:pt x="1496" y="285"/>
                    </a:cubicBezTo>
                    <a:cubicBezTo>
                      <a:pt x="1426" y="386"/>
                      <a:pt x="1426" y="386"/>
                      <a:pt x="1426" y="386"/>
                    </a:cubicBezTo>
                    <a:cubicBezTo>
                      <a:pt x="1421" y="393"/>
                      <a:pt x="1412" y="395"/>
                      <a:pt x="1405" y="390"/>
                    </a:cubicBezTo>
                    <a:cubicBezTo>
                      <a:pt x="1398" y="385"/>
                      <a:pt x="1396" y="376"/>
                      <a:pt x="1401" y="369"/>
                    </a:cubicBezTo>
                    <a:close/>
                    <a:moveTo>
                      <a:pt x="1493" y="1717"/>
                    </a:moveTo>
                    <a:cubicBezTo>
                      <a:pt x="1486" y="1722"/>
                      <a:pt x="1476" y="1720"/>
                      <a:pt x="1472" y="1713"/>
                    </a:cubicBezTo>
                    <a:cubicBezTo>
                      <a:pt x="1402" y="1612"/>
                      <a:pt x="1402" y="1612"/>
                      <a:pt x="1402" y="1612"/>
                    </a:cubicBezTo>
                    <a:cubicBezTo>
                      <a:pt x="1397" y="1605"/>
                      <a:pt x="1399" y="1596"/>
                      <a:pt x="1406" y="1591"/>
                    </a:cubicBezTo>
                    <a:cubicBezTo>
                      <a:pt x="1413" y="1586"/>
                      <a:pt x="1422" y="1588"/>
                      <a:pt x="1427" y="1595"/>
                    </a:cubicBezTo>
                    <a:cubicBezTo>
                      <a:pt x="1497" y="1696"/>
                      <a:pt x="1497" y="1696"/>
                      <a:pt x="1497" y="1696"/>
                    </a:cubicBezTo>
                    <a:cubicBezTo>
                      <a:pt x="1502" y="1703"/>
                      <a:pt x="1500" y="1712"/>
                      <a:pt x="1493" y="1717"/>
                    </a:cubicBezTo>
                    <a:close/>
                    <a:moveTo>
                      <a:pt x="1525" y="1594"/>
                    </a:moveTo>
                    <a:cubicBezTo>
                      <a:pt x="1518" y="1599"/>
                      <a:pt x="1509" y="1599"/>
                      <a:pt x="1503" y="1592"/>
                    </a:cubicBezTo>
                    <a:cubicBezTo>
                      <a:pt x="1470" y="1555"/>
                      <a:pt x="1470" y="1555"/>
                      <a:pt x="1470" y="1555"/>
                    </a:cubicBezTo>
                    <a:cubicBezTo>
                      <a:pt x="1464" y="1549"/>
                      <a:pt x="1465" y="1539"/>
                      <a:pt x="1471" y="1533"/>
                    </a:cubicBezTo>
                    <a:cubicBezTo>
                      <a:pt x="1471" y="1533"/>
                      <a:pt x="1471" y="1533"/>
                      <a:pt x="1471" y="1533"/>
                    </a:cubicBezTo>
                    <a:cubicBezTo>
                      <a:pt x="1478" y="1528"/>
                      <a:pt x="1487" y="1528"/>
                      <a:pt x="1493" y="1535"/>
                    </a:cubicBezTo>
                    <a:cubicBezTo>
                      <a:pt x="1526" y="1572"/>
                      <a:pt x="1526" y="1572"/>
                      <a:pt x="1526" y="1572"/>
                    </a:cubicBezTo>
                    <a:cubicBezTo>
                      <a:pt x="1532" y="1578"/>
                      <a:pt x="1531" y="1588"/>
                      <a:pt x="1525" y="1594"/>
                    </a:cubicBezTo>
                    <a:close/>
                    <a:moveTo>
                      <a:pt x="1526" y="410"/>
                    </a:moveTo>
                    <a:cubicBezTo>
                      <a:pt x="1493" y="447"/>
                      <a:pt x="1493" y="447"/>
                      <a:pt x="1493" y="447"/>
                    </a:cubicBezTo>
                    <a:cubicBezTo>
                      <a:pt x="1487" y="454"/>
                      <a:pt x="1478" y="454"/>
                      <a:pt x="1471" y="449"/>
                    </a:cubicBezTo>
                    <a:cubicBezTo>
                      <a:pt x="1465" y="443"/>
                      <a:pt x="1464" y="433"/>
                      <a:pt x="1470" y="427"/>
                    </a:cubicBezTo>
                    <a:cubicBezTo>
                      <a:pt x="1503" y="390"/>
                      <a:pt x="1503" y="390"/>
                      <a:pt x="1503" y="390"/>
                    </a:cubicBezTo>
                    <a:cubicBezTo>
                      <a:pt x="1509" y="383"/>
                      <a:pt x="1518" y="383"/>
                      <a:pt x="1525" y="388"/>
                    </a:cubicBezTo>
                    <a:cubicBezTo>
                      <a:pt x="1525" y="388"/>
                      <a:pt x="1525" y="388"/>
                      <a:pt x="1525" y="388"/>
                    </a:cubicBezTo>
                    <a:cubicBezTo>
                      <a:pt x="1531" y="394"/>
                      <a:pt x="1532" y="404"/>
                      <a:pt x="1526" y="410"/>
                    </a:cubicBezTo>
                    <a:close/>
                    <a:moveTo>
                      <a:pt x="1538" y="485"/>
                    </a:moveTo>
                    <a:cubicBezTo>
                      <a:pt x="1629" y="404"/>
                      <a:pt x="1629" y="404"/>
                      <a:pt x="1629" y="404"/>
                    </a:cubicBezTo>
                    <a:cubicBezTo>
                      <a:pt x="1636" y="398"/>
                      <a:pt x="1645" y="399"/>
                      <a:pt x="1651" y="405"/>
                    </a:cubicBezTo>
                    <a:cubicBezTo>
                      <a:pt x="1657" y="411"/>
                      <a:pt x="1656" y="421"/>
                      <a:pt x="1650" y="427"/>
                    </a:cubicBezTo>
                    <a:cubicBezTo>
                      <a:pt x="1558" y="508"/>
                      <a:pt x="1558" y="508"/>
                      <a:pt x="1558" y="508"/>
                    </a:cubicBezTo>
                    <a:cubicBezTo>
                      <a:pt x="1552" y="514"/>
                      <a:pt x="1542" y="513"/>
                      <a:pt x="1537" y="507"/>
                    </a:cubicBezTo>
                    <a:cubicBezTo>
                      <a:pt x="1537" y="507"/>
                      <a:pt x="1537" y="507"/>
                      <a:pt x="1537" y="507"/>
                    </a:cubicBezTo>
                    <a:cubicBezTo>
                      <a:pt x="1531" y="500"/>
                      <a:pt x="1531" y="491"/>
                      <a:pt x="1538" y="485"/>
                    </a:cubicBezTo>
                    <a:close/>
                    <a:moveTo>
                      <a:pt x="1652" y="1576"/>
                    </a:moveTo>
                    <a:cubicBezTo>
                      <a:pt x="1647" y="1582"/>
                      <a:pt x="1637" y="1583"/>
                      <a:pt x="1630" y="1577"/>
                    </a:cubicBezTo>
                    <a:cubicBezTo>
                      <a:pt x="1539" y="1496"/>
                      <a:pt x="1539" y="1496"/>
                      <a:pt x="1539" y="1496"/>
                    </a:cubicBezTo>
                    <a:cubicBezTo>
                      <a:pt x="1532" y="1490"/>
                      <a:pt x="1532" y="1481"/>
                      <a:pt x="1537" y="1474"/>
                    </a:cubicBezTo>
                    <a:cubicBezTo>
                      <a:pt x="1543" y="1468"/>
                      <a:pt x="1553" y="1467"/>
                      <a:pt x="1559" y="1473"/>
                    </a:cubicBezTo>
                    <a:cubicBezTo>
                      <a:pt x="1651" y="1554"/>
                      <a:pt x="1651" y="1554"/>
                      <a:pt x="1651" y="1554"/>
                    </a:cubicBezTo>
                    <a:cubicBezTo>
                      <a:pt x="1657" y="1560"/>
                      <a:pt x="1658" y="1570"/>
                      <a:pt x="1652" y="1576"/>
                    </a:cubicBezTo>
                    <a:close/>
                    <a:moveTo>
                      <a:pt x="1653" y="1448"/>
                    </a:moveTo>
                    <a:cubicBezTo>
                      <a:pt x="1653" y="1448"/>
                      <a:pt x="1653" y="1448"/>
                      <a:pt x="1653" y="1448"/>
                    </a:cubicBezTo>
                    <a:cubicBezTo>
                      <a:pt x="1649" y="1455"/>
                      <a:pt x="1639" y="1457"/>
                      <a:pt x="1632" y="1452"/>
                    </a:cubicBezTo>
                    <a:cubicBezTo>
                      <a:pt x="1591" y="1424"/>
                      <a:pt x="1591" y="1424"/>
                      <a:pt x="1591" y="1424"/>
                    </a:cubicBezTo>
                    <a:cubicBezTo>
                      <a:pt x="1584" y="1419"/>
                      <a:pt x="1582" y="1409"/>
                      <a:pt x="1587" y="1402"/>
                    </a:cubicBezTo>
                    <a:cubicBezTo>
                      <a:pt x="1592" y="1396"/>
                      <a:pt x="1602" y="1394"/>
                      <a:pt x="1609" y="1399"/>
                    </a:cubicBezTo>
                    <a:cubicBezTo>
                      <a:pt x="1650" y="1427"/>
                      <a:pt x="1650" y="1427"/>
                      <a:pt x="1650" y="1427"/>
                    </a:cubicBezTo>
                    <a:cubicBezTo>
                      <a:pt x="1657" y="1432"/>
                      <a:pt x="1658" y="1441"/>
                      <a:pt x="1653" y="1448"/>
                    </a:cubicBezTo>
                    <a:close/>
                    <a:moveTo>
                      <a:pt x="1773" y="1401"/>
                    </a:moveTo>
                    <a:cubicBezTo>
                      <a:pt x="1769" y="1408"/>
                      <a:pt x="1760" y="1411"/>
                      <a:pt x="1752" y="1407"/>
                    </a:cubicBezTo>
                    <a:cubicBezTo>
                      <a:pt x="1644" y="1350"/>
                      <a:pt x="1644" y="1350"/>
                      <a:pt x="1644" y="1350"/>
                    </a:cubicBezTo>
                    <a:cubicBezTo>
                      <a:pt x="1636" y="1346"/>
                      <a:pt x="1633" y="1337"/>
                      <a:pt x="1637" y="1330"/>
                    </a:cubicBezTo>
                    <a:cubicBezTo>
                      <a:pt x="1641" y="1322"/>
                      <a:pt x="1650" y="1319"/>
                      <a:pt x="1658" y="1323"/>
                    </a:cubicBezTo>
                    <a:cubicBezTo>
                      <a:pt x="1766" y="1380"/>
                      <a:pt x="1766" y="1380"/>
                      <a:pt x="1766" y="1380"/>
                    </a:cubicBezTo>
                    <a:cubicBezTo>
                      <a:pt x="1774" y="1384"/>
                      <a:pt x="1777" y="1393"/>
                      <a:pt x="1773" y="1401"/>
                    </a:cubicBezTo>
                    <a:close/>
                    <a:moveTo>
                      <a:pt x="1848" y="1202"/>
                    </a:moveTo>
                    <a:cubicBezTo>
                      <a:pt x="1848" y="1202"/>
                      <a:pt x="1848" y="1202"/>
                      <a:pt x="1848" y="1202"/>
                    </a:cubicBezTo>
                    <a:cubicBezTo>
                      <a:pt x="1846" y="1210"/>
                      <a:pt x="1838" y="1215"/>
                      <a:pt x="1830" y="1213"/>
                    </a:cubicBezTo>
                    <a:cubicBezTo>
                      <a:pt x="1711" y="1184"/>
                      <a:pt x="1711" y="1184"/>
                      <a:pt x="1711" y="1184"/>
                    </a:cubicBezTo>
                    <a:cubicBezTo>
                      <a:pt x="1702" y="1182"/>
                      <a:pt x="1697" y="1173"/>
                      <a:pt x="1699" y="1165"/>
                    </a:cubicBezTo>
                    <a:cubicBezTo>
                      <a:pt x="1701" y="1157"/>
                      <a:pt x="1710" y="1152"/>
                      <a:pt x="1718" y="1154"/>
                    </a:cubicBezTo>
                    <a:cubicBezTo>
                      <a:pt x="1837" y="1183"/>
                      <a:pt x="1837" y="1183"/>
                      <a:pt x="1837" y="1183"/>
                    </a:cubicBezTo>
                    <a:cubicBezTo>
                      <a:pt x="1845" y="1185"/>
                      <a:pt x="1850" y="1193"/>
                      <a:pt x="1848" y="1202"/>
                    </a:cubicBezTo>
                    <a:close/>
                    <a:moveTo>
                      <a:pt x="1858" y="1006"/>
                    </a:moveTo>
                    <a:cubicBezTo>
                      <a:pt x="1736" y="1006"/>
                      <a:pt x="1736" y="1006"/>
                      <a:pt x="1736" y="1006"/>
                    </a:cubicBezTo>
                    <a:cubicBezTo>
                      <a:pt x="1727" y="1006"/>
                      <a:pt x="1720" y="999"/>
                      <a:pt x="1720" y="990"/>
                    </a:cubicBezTo>
                    <a:cubicBezTo>
                      <a:pt x="1720" y="982"/>
                      <a:pt x="1727" y="975"/>
                      <a:pt x="1736" y="975"/>
                    </a:cubicBezTo>
                    <a:cubicBezTo>
                      <a:pt x="1858" y="975"/>
                      <a:pt x="1858" y="975"/>
                      <a:pt x="1858" y="975"/>
                    </a:cubicBezTo>
                    <a:cubicBezTo>
                      <a:pt x="1867" y="975"/>
                      <a:pt x="1874" y="982"/>
                      <a:pt x="1874" y="990"/>
                    </a:cubicBezTo>
                    <a:cubicBezTo>
                      <a:pt x="1874" y="999"/>
                      <a:pt x="1867" y="1006"/>
                      <a:pt x="1858" y="1006"/>
                    </a:cubicBezTo>
                    <a:close/>
                  </a:path>
                </a:pathLst>
              </a:custGeom>
              <a:solidFill>
                <a:srgbClr val="F0F7FD"/>
              </a:solidFill>
              <a:ln>
                <a:noFill/>
              </a:ln>
            </p:spPr>
            <p:txBody>
              <a:bodyPr vert="horz" wrap="square" lIns="121731" tIns="60866" rIns="121731" bIns="60866" numCol="1" anchor="t" anchorCtr="0" compatLnSpc="1"/>
              <a:lstStyle/>
              <a:p>
                <a:pPr marL="0" marR="0" lvl="0" indent="0" algn="l" defTabSz="91313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OPPOSans R" panose="00020600040101010101" pitchFamily="18" charset="-122"/>
                  <a:ea typeface="OPPOSans R" panose="00020600040101010101" pitchFamily="18" charset="-122"/>
                  <a:cs typeface="OPPOSans R"/>
                  <a:sym typeface="OPPOSans R"/>
                </a:endParaRPr>
              </a:p>
            </p:txBody>
          </p:sp>
          <p:sp>
            <p:nvSpPr>
              <p:cNvPr id="109" name="Oval 30"/>
              <p:cNvSpPr/>
              <p:nvPr/>
            </p:nvSpPr>
            <p:spPr>
              <a:xfrm>
                <a:off x="5410395" y="2138943"/>
                <a:ext cx="1553327" cy="1553327"/>
              </a:xfrm>
              <a:prstGeom prst="ellipse">
                <a:avLst/>
              </a:prstGeom>
              <a:solidFill>
                <a:srgbClr val="00CCE2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313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POSans R" panose="00020600040101010101" pitchFamily="18" charset="-122"/>
                  <a:ea typeface="OPPOSans R" panose="00020600040101010101" pitchFamily="18" charset="-122"/>
                  <a:cs typeface="OPPOSans R"/>
                  <a:sym typeface="OPPOSans R"/>
                </a:endParaRPr>
              </a:p>
            </p:txBody>
          </p:sp>
          <p:sp>
            <p:nvSpPr>
              <p:cNvPr id="110" name="Rectangle 31"/>
              <p:cNvSpPr/>
              <p:nvPr/>
            </p:nvSpPr>
            <p:spPr>
              <a:xfrm>
                <a:off x="5554796" y="2500557"/>
                <a:ext cx="1461455" cy="77291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313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OPPOSans R"/>
                    <a:sym typeface="OPPOSans R"/>
                  </a:rPr>
                  <a:t>68%</a:t>
                </a:r>
                <a:endPara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OPPOSans R"/>
                  <a:sym typeface="OPPOSans R"/>
                </a:endParaRPr>
              </a:p>
            </p:txBody>
          </p:sp>
        </p:grpSp>
      </p:grpSp>
      <p:sp>
        <p:nvSpPr>
          <p:cNvPr id="42" name="AutoShape 12"/>
          <p:cNvSpPr/>
          <p:nvPr/>
        </p:nvSpPr>
        <p:spPr>
          <a:xfrm>
            <a:off x="5384800" y="1333500"/>
            <a:ext cx="5994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chemeClr val="tx2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WA商机系统：主动触达，成本极低</a:t>
            </a:r>
            <a:endParaRPr lang="en-US" sz="1800" b="1" i="0" u="none" strike="noStrike">
              <a:solidFill>
                <a:schemeClr val="tx2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/>
            </a:endParaRPr>
          </a:p>
        </p:txBody>
      </p:sp>
      <p:sp>
        <p:nvSpPr>
          <p:cNvPr id="92" name="AutoShape 5"/>
          <p:cNvSpPr/>
          <p:nvPr/>
        </p:nvSpPr>
        <p:spPr>
          <a:xfrm>
            <a:off x="8044815" y="3253740"/>
            <a:ext cx="594995" cy="3175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1000" b="1" i="0" u="none" strike="noStrike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自有流量</a:t>
            </a:r>
            <a:endParaRPr lang="zh-CN" altLang="en-US" sz="1000" b="1" i="0" u="none" strike="noStrike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/>
            </a:endParaRPr>
          </a:p>
        </p:txBody>
      </p:sp>
      <p:sp>
        <p:nvSpPr>
          <p:cNvPr id="93" name="AutoShape 5"/>
          <p:cNvSpPr/>
          <p:nvPr/>
        </p:nvSpPr>
        <p:spPr>
          <a:xfrm>
            <a:off x="11045190" y="3255010"/>
            <a:ext cx="594995" cy="3175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1000" b="1" i="0" u="none" strike="noStrike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外</a:t>
            </a:r>
            <a:r>
              <a:rPr lang="zh-CN" altLang="en-US" sz="1000" b="1" i="0" u="none" strike="noStrike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采流量</a:t>
            </a:r>
            <a:endParaRPr lang="zh-CN" altLang="en-US" sz="1000" b="1" i="0" u="none" strike="noStrike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/>
            </a:endParaRPr>
          </a:p>
        </p:txBody>
      </p:sp>
      <p:sp>
        <p:nvSpPr>
          <p:cNvPr id="2" name="textbox 3970"/>
          <p:cNvSpPr/>
          <p:nvPr/>
        </p:nvSpPr>
        <p:spPr>
          <a:xfrm>
            <a:off x="707390" y="165735"/>
            <a:ext cx="7409815" cy="5334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lnSpc>
                <a:spcPct val="114000"/>
              </a:lnSpc>
              <a:defRPr/>
            </a:pPr>
            <a:r>
              <a:rPr lang="en-US" altLang="zh-CN" sz="27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OPPOSans R" charset="0"/>
              </a:rPr>
              <a:t>W</a:t>
            </a:r>
            <a:r>
              <a:rPr lang="en-US" altLang="en-US" sz="27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OPPOSans R" charset="0"/>
              </a:rPr>
              <a:t>À</a:t>
            </a:r>
            <a:r>
              <a:rPr lang="zh-CN" altLang="en-US" sz="27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OPPOSans R" charset="0"/>
              </a:rPr>
              <a:t>商机系统的获客成本低</a:t>
            </a:r>
            <a:r>
              <a:rPr lang="en-US" altLang="zh-CN" sz="27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OPPOSans R" charset="0"/>
              </a:rPr>
              <a:t>-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OPPOSans R" charset="0"/>
              </a:rPr>
              <a:t>全域触达，成本极低</a:t>
            </a:r>
            <a:endParaRPr lang="zh-CN" altLang="en-US" sz="20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OPPOSans R" charset="0"/>
            </a:endParaRPr>
          </a:p>
        </p:txBody>
      </p:sp>
      <p:sp>
        <p:nvSpPr>
          <p:cNvPr id="320" name="矩形 319"/>
          <p:cNvSpPr>
            <a:spLocks noChangeArrowheads="1"/>
          </p:cNvSpPr>
          <p:nvPr/>
        </p:nvSpPr>
        <p:spPr bwMode="auto">
          <a:xfrm>
            <a:off x="0" y="174625"/>
            <a:ext cx="376555" cy="5238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1905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+mn-lt"/>
            </a:endParaRPr>
          </a:p>
        </p:txBody>
      </p:sp>
      <p:sp>
        <p:nvSpPr>
          <p:cNvPr id="321" name="矩形 320"/>
          <p:cNvSpPr>
            <a:spLocks noChangeArrowheads="1"/>
          </p:cNvSpPr>
          <p:nvPr/>
        </p:nvSpPr>
        <p:spPr bwMode="auto">
          <a:xfrm>
            <a:off x="408940" y="174625"/>
            <a:ext cx="140970" cy="5238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1905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+mn-lt"/>
            </a:endParaRPr>
          </a:p>
        </p:txBody>
      </p:sp>
      <p:pic>
        <p:nvPicPr>
          <p:cNvPr id="76" name="图片 7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691130" y="1927225"/>
            <a:ext cx="2466975" cy="244602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08585" y="1932305"/>
            <a:ext cx="2512060" cy="2443480"/>
          </a:xfrm>
          <a:prstGeom prst="rect">
            <a:avLst/>
          </a:prstGeom>
        </p:spPr>
      </p:pic>
      <p:sp>
        <p:nvSpPr>
          <p:cNvPr id="17" name="矩形 16"/>
          <p:cNvSpPr/>
          <p:nvPr>
            <p:custDataLst>
              <p:tags r:id="rId6"/>
            </p:custDataLst>
          </p:nvPr>
        </p:nvSpPr>
        <p:spPr>
          <a:xfrm>
            <a:off x="1367155" y="1927225"/>
            <a:ext cx="1323975" cy="32829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Alibaba</a:t>
            </a:r>
            <a:endParaRPr lang="en-US" altLang="zh-CN" sz="12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/>
          <p:nvPr>
            <p:custDataLst>
              <p:tags r:id="rId7"/>
            </p:custDataLst>
          </p:nvPr>
        </p:nvSpPr>
        <p:spPr>
          <a:xfrm>
            <a:off x="3872230" y="1928495"/>
            <a:ext cx="1299210" cy="32829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made in china</a:t>
            </a:r>
            <a:endParaRPr lang="en-US" altLang="zh-CN" sz="12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5316220" y="1928495"/>
            <a:ext cx="2505075" cy="2447290"/>
          </a:xfrm>
          <a:prstGeom prst="rect">
            <a:avLst/>
          </a:prstGeom>
        </p:spPr>
      </p:pic>
      <p:sp>
        <p:nvSpPr>
          <p:cNvPr id="20" name="矩形 19"/>
          <p:cNvSpPr/>
          <p:nvPr>
            <p:custDataLst>
              <p:tags r:id="rId10"/>
            </p:custDataLst>
          </p:nvPr>
        </p:nvSpPr>
        <p:spPr>
          <a:xfrm>
            <a:off x="6429375" y="1928495"/>
            <a:ext cx="1308735" cy="32829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globalsources</a:t>
            </a:r>
            <a:endParaRPr lang="en-US" altLang="zh-CN" sz="12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" name="图片 7"/>
          <p:cNvPicPr/>
          <p:nvPr/>
        </p:nvPicPr>
        <p:blipFill rotWithShape="1">
          <a:blip r:embed="rId1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6" b="15226"/>
          <a:stretch>
            <a:fillRect/>
          </a:stretch>
        </p:blipFill>
        <p:spPr>
          <a:xfrm flipH="1">
            <a:off x="5080" y="-22225"/>
            <a:ext cx="12192000" cy="6858000"/>
          </a:xfrm>
          <a:prstGeom prst="rect">
            <a:avLst/>
          </a:prstGeom>
        </p:spPr>
      </p:pic>
      <p:sp>
        <p:nvSpPr>
          <p:cNvPr id="15" name="任意多边形: 形状 5"/>
          <p:cNvSpPr/>
          <p:nvPr/>
        </p:nvSpPr>
        <p:spPr>
          <a:xfrm flipH="1" flipV="1">
            <a:off x="0" y="0"/>
            <a:ext cx="507986" cy="220469"/>
          </a:xfrm>
          <a:custGeom>
            <a:avLst/>
            <a:gdLst>
              <a:gd name="connsiteX0" fmla="*/ 762268 w 762268"/>
              <a:gd name="connsiteY0" fmla="*/ 0 h 330829"/>
              <a:gd name="connsiteX1" fmla="*/ 762268 w 762268"/>
              <a:gd name="connsiteY1" fmla="*/ 330829 h 330829"/>
              <a:gd name="connsiteX2" fmla="*/ 0 w 762268"/>
              <a:gd name="connsiteY2" fmla="*/ 330829 h 330829"/>
              <a:gd name="connsiteX3" fmla="*/ 217219 w 762268"/>
              <a:gd name="connsiteY3" fmla="*/ 253107 h 330829"/>
              <a:gd name="connsiteX4" fmla="*/ 578200 w 762268"/>
              <a:gd name="connsiteY4" fmla="*/ 97578 h 3308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2268" h="330829">
                <a:moveTo>
                  <a:pt x="762268" y="0"/>
                </a:moveTo>
                <a:lnTo>
                  <a:pt x="762268" y="330829"/>
                </a:lnTo>
                <a:lnTo>
                  <a:pt x="0" y="330829"/>
                </a:lnTo>
                <a:lnTo>
                  <a:pt x="217219" y="253107"/>
                </a:lnTo>
                <a:cubicBezTo>
                  <a:pt x="340678" y="205442"/>
                  <a:pt x="461172" y="153578"/>
                  <a:pt x="578200" y="97578"/>
                </a:cubicBezTo>
                <a:close/>
              </a:path>
            </a:pathLst>
          </a:custGeom>
          <a:solidFill>
            <a:srgbClr val="00CCE2"/>
          </a:solidFill>
          <a:ln>
            <a:noFill/>
          </a:ln>
          <a:effectLst>
            <a:innerShdw blurRad="127000">
              <a:srgbClr val="FFFFFF">
                <a:alpha val="70000"/>
              </a:srgbClr>
            </a:innerShdw>
          </a:effectLst>
        </p:spPr>
        <p:style>
          <a:lnRef idx="2">
            <a:srgbClr val="006EFF">
              <a:shade val="50000"/>
            </a:srgbClr>
          </a:lnRef>
          <a:fillRef idx="1">
            <a:srgbClr val="006EFF"/>
          </a:fillRef>
          <a:effectRef idx="0">
            <a:srgbClr val="006EFF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021080" y="1560195"/>
            <a:ext cx="10159365" cy="24618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4000" dirty="0">
                <a:solidFill>
                  <a:schemeClr val="tx2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外贸获客的发展历程</a:t>
            </a:r>
            <a:br>
              <a:rPr lang="zh-CN" altLang="en-US" sz="4000" dirty="0">
                <a:solidFill>
                  <a:schemeClr val="tx2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</a:br>
            <a:r>
              <a:rPr lang="zh-CN" altLang="en-US" sz="4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发展历程</a:t>
            </a:r>
            <a:r>
              <a:rPr lang="zh-CN" altLang="en-US" sz="4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丨渠道对比</a:t>
            </a:r>
            <a:endParaRPr lang="zh-CN" altLang="en-US" sz="4000" dirty="0">
              <a:solidFill>
                <a:schemeClr val="tx2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8068164" y="4654336"/>
            <a:ext cx="4128918" cy="2201762"/>
            <a:chOff x="8259180" y="4756192"/>
            <a:chExt cx="3937902" cy="2099900"/>
          </a:xfrm>
        </p:grpSpPr>
        <p:sp>
          <p:nvSpPr>
            <p:cNvPr id="4" name="任意多边形: 形状 4"/>
            <p:cNvSpPr/>
            <p:nvPr/>
          </p:nvSpPr>
          <p:spPr>
            <a:xfrm>
              <a:off x="8259180" y="4756192"/>
              <a:ext cx="3937902" cy="2099896"/>
            </a:xfrm>
            <a:custGeom>
              <a:avLst/>
              <a:gdLst>
                <a:gd name="connsiteX0" fmla="*/ 1922330 w 1922330"/>
                <a:gd name="connsiteY0" fmla="*/ 0 h 1025088"/>
                <a:gd name="connsiteX1" fmla="*/ 1922330 w 1922330"/>
                <a:gd name="connsiteY1" fmla="*/ 500286 h 1025088"/>
                <a:gd name="connsiteX2" fmla="*/ 1622475 w 1922330"/>
                <a:gd name="connsiteY2" fmla="*/ 653457 h 1025088"/>
                <a:gd name="connsiteX3" fmla="*/ 654821 w 1922330"/>
                <a:gd name="connsiteY3" fmla="*/ 1016553 h 1025088"/>
                <a:gd name="connsiteX4" fmla="*/ 620432 w 1922330"/>
                <a:gd name="connsiteY4" fmla="*/ 1025088 h 1025088"/>
                <a:gd name="connsiteX5" fmla="*/ 0 w 1922330"/>
                <a:gd name="connsiteY5" fmla="*/ 1025088 h 1025088"/>
                <a:gd name="connsiteX6" fmla="*/ 305983 w 1922330"/>
                <a:gd name="connsiteY6" fmla="*/ 915745 h 1025088"/>
                <a:gd name="connsiteX7" fmla="*/ 1729604 w 1922330"/>
                <a:gd name="connsiteY7" fmla="*/ 147722 h 1025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22330" h="1025088">
                  <a:moveTo>
                    <a:pt x="1922330" y="0"/>
                  </a:moveTo>
                  <a:lnTo>
                    <a:pt x="1922330" y="500286"/>
                  </a:lnTo>
                  <a:lnTo>
                    <a:pt x="1622475" y="653457"/>
                  </a:lnTo>
                  <a:cubicBezTo>
                    <a:pt x="1314164" y="799776"/>
                    <a:pt x="990088" y="920872"/>
                    <a:pt x="654821" y="1016553"/>
                  </a:cubicBezTo>
                  <a:lnTo>
                    <a:pt x="620432" y="1025088"/>
                  </a:lnTo>
                  <a:lnTo>
                    <a:pt x="0" y="1025088"/>
                  </a:lnTo>
                  <a:lnTo>
                    <a:pt x="305983" y="915745"/>
                  </a:lnTo>
                  <a:cubicBezTo>
                    <a:pt x="817066" y="717297"/>
                    <a:pt x="1297300" y="460424"/>
                    <a:pt x="1729604" y="147722"/>
                  </a:cubicBezTo>
                  <a:close/>
                </a:path>
              </a:pathLst>
            </a:custGeom>
            <a:gradFill>
              <a:gsLst>
                <a:gs pos="13000">
                  <a:srgbClr val="006EFF"/>
                </a:gs>
                <a:gs pos="100000">
                  <a:srgbClr val="00CCE2"/>
                </a:gs>
              </a:gsLst>
              <a:lin ang="2700000" scaled="0"/>
            </a:gradFill>
            <a:ln>
              <a:noFill/>
            </a:ln>
            <a:effectLst>
              <a:innerShdw blurRad="127000">
                <a:srgbClr val="FFFFFF">
                  <a:alpha val="70000"/>
                </a:srgbClr>
              </a:innerShdw>
            </a:effectLst>
          </p:spPr>
          <p:style>
            <a:lnRef idx="2">
              <a:srgbClr val="006EFF">
                <a:shade val="50000"/>
              </a:srgbClr>
            </a:lnRef>
            <a:fillRef idx="1">
              <a:srgbClr val="006EFF"/>
            </a:fillRef>
            <a:effectRef idx="0">
              <a:srgbClr val="006EFF"/>
            </a:effectRef>
            <a:fontRef idx="minor">
              <a:srgbClr val="FFFFFF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" name="任意多边形: 形状 3"/>
            <p:cNvSpPr/>
            <p:nvPr/>
          </p:nvSpPr>
          <p:spPr>
            <a:xfrm>
              <a:off x="10635571" y="6178387"/>
              <a:ext cx="1561509" cy="677705"/>
            </a:xfrm>
            <a:custGeom>
              <a:avLst/>
              <a:gdLst>
                <a:gd name="connsiteX0" fmla="*/ 762268 w 762268"/>
                <a:gd name="connsiteY0" fmla="*/ 0 h 330829"/>
                <a:gd name="connsiteX1" fmla="*/ 762268 w 762268"/>
                <a:gd name="connsiteY1" fmla="*/ 330829 h 330829"/>
                <a:gd name="connsiteX2" fmla="*/ 0 w 762268"/>
                <a:gd name="connsiteY2" fmla="*/ 330829 h 330829"/>
                <a:gd name="connsiteX3" fmla="*/ 217219 w 762268"/>
                <a:gd name="connsiteY3" fmla="*/ 253107 h 330829"/>
                <a:gd name="connsiteX4" fmla="*/ 578200 w 762268"/>
                <a:gd name="connsiteY4" fmla="*/ 97578 h 330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2268" h="330829">
                  <a:moveTo>
                    <a:pt x="762268" y="0"/>
                  </a:moveTo>
                  <a:lnTo>
                    <a:pt x="762268" y="330829"/>
                  </a:lnTo>
                  <a:lnTo>
                    <a:pt x="0" y="330829"/>
                  </a:lnTo>
                  <a:lnTo>
                    <a:pt x="217219" y="253107"/>
                  </a:lnTo>
                  <a:cubicBezTo>
                    <a:pt x="340678" y="205442"/>
                    <a:pt x="461172" y="153578"/>
                    <a:pt x="578200" y="97578"/>
                  </a:cubicBezTo>
                  <a:close/>
                </a:path>
              </a:pathLst>
            </a:custGeom>
            <a:solidFill>
              <a:srgbClr val="00CCE2"/>
            </a:solidFill>
            <a:ln>
              <a:noFill/>
            </a:ln>
            <a:effectLst>
              <a:innerShdw blurRad="127000">
                <a:srgbClr val="FFFFFF">
                  <a:alpha val="70000"/>
                </a:srgbClr>
              </a:innerShdw>
            </a:effectLst>
          </p:spPr>
          <p:style>
            <a:lnRef idx="2">
              <a:srgbClr val="006EFF">
                <a:shade val="50000"/>
              </a:srgbClr>
            </a:lnRef>
            <a:fillRef idx="1">
              <a:srgbClr val="006EFF"/>
            </a:fillRef>
            <a:effectRef idx="0">
              <a:srgbClr val="006EFF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42" name="Picture 4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3783" y="98425"/>
            <a:ext cx="775970" cy="83693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7" name="Picture 4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13783" y="98425"/>
            <a:ext cx="775970" cy="836930"/>
          </a:xfrm>
          <a:prstGeom prst="rect">
            <a:avLst/>
          </a:prstGeom>
        </p:spPr>
      </p:pic>
      <p:sp>
        <p:nvSpPr>
          <p:cNvPr id="4" name="AutoShape 3"/>
          <p:cNvSpPr/>
          <p:nvPr/>
        </p:nvSpPr>
        <p:spPr>
          <a:xfrm>
            <a:off x="812800" y="1168400"/>
            <a:ext cx="105664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en-US" sz="1400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外贸获客已从依赖线下展会的1.0时代，历经B2B平台的2.0时代、独立站的3.0时代，</a:t>
            </a:r>
            <a:r>
              <a:rPr lang="en-US" sz="14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迈入以社交媒体为核心的4.0智能获客时代</a:t>
            </a:r>
            <a:r>
              <a:rPr lang="en-US" sz="1400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。</a:t>
            </a:r>
            <a:endParaRPr lang="en-US" sz="1400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/>
            </a:endParaRPr>
          </a:p>
          <a:p>
            <a:pPr indent="0" algn="l">
              <a:lnSpc>
                <a:spcPct val="150000"/>
              </a:lnSpc>
              <a:defRPr/>
            </a:pPr>
            <a:r>
              <a:rPr lang="en-US" sz="1400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社媒获客凭借精准触达、信任构建和内容驱动的优势，已成为连接全球客户、实现可持续增长的必然选择</a:t>
            </a:r>
            <a:r>
              <a:rPr lang="zh-CN" altLang="en-US" sz="1400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！</a:t>
            </a:r>
            <a:endParaRPr lang="zh-CN" altLang="en-US" sz="1400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/>
            </a:endParaRPr>
          </a:p>
        </p:txBody>
      </p:sp>
      <p:sp>
        <p:nvSpPr>
          <p:cNvPr id="5" name="AutoShape 4"/>
          <p:cNvSpPr/>
          <p:nvPr/>
        </p:nvSpPr>
        <p:spPr>
          <a:xfrm>
            <a:off x="812800" y="2222500"/>
            <a:ext cx="1737995" cy="3956685"/>
          </a:xfrm>
          <a:prstGeom prst="roundRect">
            <a:avLst>
              <a:gd name="adj" fmla="val 615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AutoShape 6"/>
          <p:cNvSpPr/>
          <p:nvPr/>
        </p:nvSpPr>
        <p:spPr>
          <a:xfrm>
            <a:off x="939800" y="2984500"/>
            <a:ext cx="139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chemeClr val="tx2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Noto Sans SC"/>
                <a:sym typeface="Noto Sans SC"/>
              </a:rPr>
              <a:t>展会出口</a:t>
            </a:r>
            <a:endParaRPr lang="en-US" sz="1500" b="1" i="0" u="none" strike="noStrike">
              <a:solidFill>
                <a:schemeClr val="tx2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Noto Sans SC"/>
              <a:sym typeface="Noto Sans SC"/>
            </a:endParaRPr>
          </a:p>
        </p:txBody>
      </p:sp>
      <p:sp>
        <p:nvSpPr>
          <p:cNvPr id="8" name="AutoShape 7"/>
          <p:cNvSpPr/>
          <p:nvPr/>
        </p:nvSpPr>
        <p:spPr>
          <a:xfrm>
            <a:off x="939800" y="3340100"/>
            <a:ext cx="1397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1.0 传统时代</a:t>
            </a:r>
            <a:endParaRPr lang="en-US" sz="1100" b="1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/>
            </a:endParaRPr>
          </a:p>
        </p:txBody>
      </p:sp>
      <p:sp>
        <p:nvSpPr>
          <p:cNvPr id="9" name="AutoShape 8"/>
          <p:cNvSpPr/>
          <p:nvPr/>
        </p:nvSpPr>
        <p:spPr>
          <a:xfrm>
            <a:off x="965200" y="3759200"/>
            <a:ext cx="1346200" cy="457200"/>
          </a:xfrm>
          <a:prstGeom prst="roundRect">
            <a:avLst>
              <a:gd name="adj" fmla="val 11111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AutoShape 9"/>
          <p:cNvSpPr/>
          <p:nvPr/>
        </p:nvSpPr>
        <p:spPr>
          <a:xfrm>
            <a:off x="1028700" y="3835400"/>
            <a:ext cx="12192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Noto Sans SC"/>
                <a:sym typeface="Noto Sans SC"/>
              </a:rPr>
              <a:t>信任基石与高成本</a:t>
            </a:r>
            <a:endParaRPr lang="en-US" sz="1000" b="1" i="0" u="none" strike="noStrike">
              <a:solidFill>
                <a:srgbClr val="374151"/>
              </a:solidFill>
              <a:latin typeface="微软雅黑" panose="020B0503020204020204" charset="-122"/>
              <a:ea typeface="微软雅黑" panose="020B0503020204020204" charset="-122"/>
              <a:cs typeface="Noto Sans SC"/>
              <a:sym typeface="Noto Sans SC"/>
            </a:endParaRPr>
          </a:p>
        </p:txBody>
      </p:sp>
      <p:sp>
        <p:nvSpPr>
          <p:cNvPr id="11" name="AutoShape 10"/>
          <p:cNvSpPr/>
          <p:nvPr/>
        </p:nvSpPr>
        <p:spPr>
          <a:xfrm>
            <a:off x="965200" y="4413250"/>
            <a:ext cx="1346200" cy="635000"/>
          </a:xfrm>
          <a:prstGeom prst="roundRect">
            <a:avLst>
              <a:gd name="adj" fmla="val 8000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lnSpc>
                <a:spcPct val="150000"/>
              </a:lnSpc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AutoShape 11"/>
          <p:cNvSpPr/>
          <p:nvPr/>
        </p:nvSpPr>
        <p:spPr>
          <a:xfrm>
            <a:off x="1028700" y="4451350"/>
            <a:ext cx="1219200" cy="5588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en-US" sz="900" b="1" i="0" u="none" strike="noStrike">
                <a:solidFill>
                  <a:srgbClr val="00A36C"/>
                </a:solidFill>
                <a:latin typeface="微软雅黑" panose="020B0503020204020204" charset="-122"/>
                <a:ea typeface="微软雅黑" panose="020B0503020204020204" charset="-122"/>
                <a:cs typeface="Noto Sans SC"/>
                <a:sym typeface="Noto Sans SC"/>
              </a:rPr>
              <a:t>优势：</a:t>
            </a:r>
            <a:r>
              <a:rPr lang="en-US" sz="9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Noto Sans SC"/>
                <a:sym typeface="Noto Sans SC"/>
              </a:rPr>
              <a:t>高信任度、现场成交、客户精准</a:t>
            </a:r>
            <a:endParaRPr lang="en-US" sz="11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AutoShape 12"/>
          <p:cNvSpPr/>
          <p:nvPr/>
        </p:nvSpPr>
        <p:spPr>
          <a:xfrm>
            <a:off x="965200" y="5260975"/>
            <a:ext cx="1346200" cy="762000"/>
          </a:xfrm>
          <a:prstGeom prst="roundRect">
            <a:avLst>
              <a:gd name="adj" fmla="val 6666"/>
            </a:avLst>
          </a:prstGeom>
          <a:solidFill>
            <a:srgbClr val="FEF2F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AutoShape 13"/>
          <p:cNvSpPr/>
          <p:nvPr/>
        </p:nvSpPr>
        <p:spPr>
          <a:xfrm>
            <a:off x="1028700" y="5299075"/>
            <a:ext cx="1219200" cy="685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en-US" sz="900" b="1" i="0" u="none" strike="noStrike">
                <a:solidFill>
                  <a:srgbClr val="EF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挑战：</a:t>
            </a:r>
            <a:r>
              <a:rPr lang="en-US" sz="9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CAC&gt;2000$、效率低、不确定性高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AutoShape 14"/>
          <p:cNvSpPr/>
          <p:nvPr/>
        </p:nvSpPr>
        <p:spPr>
          <a:xfrm>
            <a:off x="2654300" y="2222500"/>
            <a:ext cx="1737995" cy="3956685"/>
          </a:xfrm>
          <a:prstGeom prst="roundRect">
            <a:avLst>
              <a:gd name="adj" fmla="val 615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AutoShape 16"/>
          <p:cNvSpPr/>
          <p:nvPr/>
        </p:nvSpPr>
        <p:spPr>
          <a:xfrm>
            <a:off x="2781300" y="2984500"/>
            <a:ext cx="139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chemeClr val="tx2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B2B平台</a:t>
            </a:r>
            <a:endParaRPr lang="en-US" sz="1500" b="1" i="0" u="none" strike="noStrike">
              <a:solidFill>
                <a:schemeClr val="tx2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/>
            </a:endParaRPr>
          </a:p>
        </p:txBody>
      </p:sp>
      <p:sp>
        <p:nvSpPr>
          <p:cNvPr id="18" name="AutoShape 17"/>
          <p:cNvSpPr/>
          <p:nvPr/>
        </p:nvSpPr>
        <p:spPr>
          <a:xfrm>
            <a:off x="2781300" y="3340100"/>
            <a:ext cx="1397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2.0 流量红利时代</a:t>
            </a:r>
            <a:endParaRPr lang="en-US" sz="1100" b="1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/>
            </a:endParaRPr>
          </a:p>
        </p:txBody>
      </p:sp>
      <p:sp>
        <p:nvSpPr>
          <p:cNvPr id="19" name="AutoShape 18"/>
          <p:cNvSpPr/>
          <p:nvPr/>
        </p:nvSpPr>
        <p:spPr>
          <a:xfrm>
            <a:off x="2806700" y="3759200"/>
            <a:ext cx="1346200" cy="457200"/>
          </a:xfrm>
          <a:prstGeom prst="roundRect">
            <a:avLst>
              <a:gd name="adj" fmla="val 11111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AutoShape 19"/>
          <p:cNvSpPr/>
          <p:nvPr/>
        </p:nvSpPr>
        <p:spPr>
          <a:xfrm>
            <a:off x="2870200" y="3835400"/>
            <a:ext cx="12192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Noto Sans SC"/>
                <a:sym typeface="Noto Sans SC"/>
              </a:rPr>
              <a:t>流量红利与内卷陷阱</a:t>
            </a:r>
            <a:endParaRPr lang="en-US" sz="1000" b="1" i="0" u="none" strike="noStrike">
              <a:solidFill>
                <a:srgbClr val="374151"/>
              </a:solidFill>
              <a:latin typeface="微软雅黑" panose="020B0503020204020204" charset="-122"/>
              <a:ea typeface="微软雅黑" panose="020B0503020204020204" charset="-122"/>
              <a:cs typeface="Noto Sans SC"/>
              <a:sym typeface="Noto Sans SC"/>
            </a:endParaRPr>
          </a:p>
        </p:txBody>
      </p:sp>
      <p:sp>
        <p:nvSpPr>
          <p:cNvPr id="21" name="AutoShape 20"/>
          <p:cNvSpPr/>
          <p:nvPr/>
        </p:nvSpPr>
        <p:spPr>
          <a:xfrm>
            <a:off x="2806700" y="4413250"/>
            <a:ext cx="1346200" cy="635000"/>
          </a:xfrm>
          <a:prstGeom prst="roundRect">
            <a:avLst>
              <a:gd name="adj" fmla="val 8000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lnSpc>
                <a:spcPct val="150000"/>
              </a:lnSpc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AutoShape 21"/>
          <p:cNvSpPr/>
          <p:nvPr/>
        </p:nvSpPr>
        <p:spPr>
          <a:xfrm>
            <a:off x="2870200" y="4451350"/>
            <a:ext cx="1219200" cy="5588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en-US" sz="900" b="1" i="0" u="none" strike="noStrike">
                <a:solidFill>
                  <a:srgbClr val="00A36C"/>
                </a:solidFill>
                <a:latin typeface="微软雅黑" panose="020B0503020204020204" charset="-122"/>
                <a:ea typeface="微软雅黑" panose="020B0503020204020204" charset="-122"/>
                <a:cs typeface="Noto Sans SC"/>
                <a:sym typeface="Noto Sans SC"/>
              </a:rPr>
              <a:t>优势：</a:t>
            </a:r>
            <a:r>
              <a:rPr lang="en-US" sz="9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Noto Sans SC"/>
                <a:sym typeface="Noto Sans SC"/>
              </a:rPr>
              <a:t>流量集中、操作便捷、门槛较低</a:t>
            </a:r>
            <a:endParaRPr lang="en-US" sz="11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AutoShape 22"/>
          <p:cNvSpPr/>
          <p:nvPr/>
        </p:nvSpPr>
        <p:spPr>
          <a:xfrm>
            <a:off x="2806700" y="5260975"/>
            <a:ext cx="1346200" cy="762000"/>
          </a:xfrm>
          <a:prstGeom prst="roundRect">
            <a:avLst>
              <a:gd name="adj" fmla="val 6666"/>
            </a:avLst>
          </a:prstGeom>
          <a:solidFill>
            <a:srgbClr val="FEF2F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AutoShape 23"/>
          <p:cNvSpPr/>
          <p:nvPr/>
        </p:nvSpPr>
        <p:spPr>
          <a:xfrm>
            <a:off x="2870200" y="5299075"/>
            <a:ext cx="1219200" cy="685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en-US" sz="900" b="1" i="0" u="none" strike="noStrike">
                <a:solidFill>
                  <a:srgbClr val="EF4444"/>
                </a:solidFill>
                <a:latin typeface="微软雅黑" panose="020B0503020204020204" charset="-122"/>
                <a:ea typeface="微软雅黑" panose="020B0503020204020204" charset="-122"/>
                <a:cs typeface="Noto Sans SC"/>
                <a:sym typeface="Noto Sans SC"/>
              </a:rPr>
              <a:t>挑战：</a:t>
            </a:r>
            <a:r>
              <a:rPr lang="en-US" sz="9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Noto Sans SC"/>
                <a:sym typeface="Noto Sans SC"/>
              </a:rPr>
              <a:t>竞争白热化、成本攀升、客户非自有</a:t>
            </a:r>
            <a:endParaRPr lang="en-US" sz="11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AutoShape 24"/>
          <p:cNvSpPr/>
          <p:nvPr/>
        </p:nvSpPr>
        <p:spPr>
          <a:xfrm>
            <a:off x="4495800" y="2222500"/>
            <a:ext cx="1766570" cy="3956685"/>
          </a:xfrm>
          <a:prstGeom prst="roundRect">
            <a:avLst>
              <a:gd name="adj" fmla="val 615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AutoShape 26"/>
          <p:cNvSpPr/>
          <p:nvPr/>
        </p:nvSpPr>
        <p:spPr>
          <a:xfrm>
            <a:off x="4622800" y="2984500"/>
            <a:ext cx="139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chemeClr val="tx2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Noto Sans SC"/>
                <a:sym typeface="Noto Sans SC"/>
              </a:rPr>
              <a:t>独立站</a:t>
            </a:r>
            <a:endParaRPr lang="en-US" sz="1500" b="1" i="0" u="none" strike="noStrike">
              <a:solidFill>
                <a:schemeClr val="tx2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Noto Sans SC"/>
              <a:sym typeface="Noto Sans SC"/>
            </a:endParaRPr>
          </a:p>
        </p:txBody>
      </p:sp>
      <p:sp>
        <p:nvSpPr>
          <p:cNvPr id="28" name="AutoShape 27"/>
          <p:cNvSpPr/>
          <p:nvPr/>
        </p:nvSpPr>
        <p:spPr>
          <a:xfrm>
            <a:off x="4622800" y="3340100"/>
            <a:ext cx="1397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3.0 品牌私域时代</a:t>
            </a:r>
            <a:endParaRPr lang="en-US" sz="1100" b="1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/>
            </a:endParaRPr>
          </a:p>
        </p:txBody>
      </p:sp>
      <p:sp>
        <p:nvSpPr>
          <p:cNvPr id="29" name="AutoShape 28"/>
          <p:cNvSpPr/>
          <p:nvPr/>
        </p:nvSpPr>
        <p:spPr>
          <a:xfrm>
            <a:off x="4648200" y="3759200"/>
            <a:ext cx="1346200" cy="457200"/>
          </a:xfrm>
          <a:prstGeom prst="roundRect">
            <a:avLst>
              <a:gd name="adj" fmla="val 11111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AutoShape 29"/>
          <p:cNvSpPr/>
          <p:nvPr/>
        </p:nvSpPr>
        <p:spPr>
          <a:xfrm>
            <a:off x="4711700" y="3835400"/>
            <a:ext cx="12192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Noto Sans SC"/>
                <a:sym typeface="Noto Sans SC"/>
              </a:rPr>
              <a:t>品牌阵地与私域萌芽</a:t>
            </a:r>
            <a:endParaRPr lang="en-US" sz="1000" b="1" i="0" u="none" strike="noStrike">
              <a:solidFill>
                <a:srgbClr val="374151"/>
              </a:solidFill>
              <a:latin typeface="微软雅黑" panose="020B0503020204020204" charset="-122"/>
              <a:ea typeface="微软雅黑" panose="020B0503020204020204" charset="-122"/>
              <a:cs typeface="Noto Sans SC"/>
              <a:sym typeface="Noto Sans SC"/>
            </a:endParaRPr>
          </a:p>
        </p:txBody>
      </p:sp>
      <p:sp>
        <p:nvSpPr>
          <p:cNvPr id="31" name="AutoShape 30"/>
          <p:cNvSpPr/>
          <p:nvPr/>
        </p:nvSpPr>
        <p:spPr>
          <a:xfrm>
            <a:off x="4648200" y="4413250"/>
            <a:ext cx="1346200" cy="635000"/>
          </a:xfrm>
          <a:prstGeom prst="roundRect">
            <a:avLst>
              <a:gd name="adj" fmla="val 8000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lnSpc>
                <a:spcPct val="150000"/>
              </a:lnSpc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AutoShape 31"/>
          <p:cNvSpPr/>
          <p:nvPr/>
        </p:nvSpPr>
        <p:spPr>
          <a:xfrm>
            <a:off x="4711700" y="4451350"/>
            <a:ext cx="1219200" cy="5588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en-US" sz="900" b="1" i="0" u="none" strike="noStrike">
                <a:solidFill>
                  <a:srgbClr val="00A36C"/>
                </a:solidFill>
                <a:latin typeface="微软雅黑" panose="020B0503020204020204" charset="-122"/>
                <a:ea typeface="微软雅黑" panose="020B0503020204020204" charset="-122"/>
                <a:cs typeface="Noto Sans SC"/>
                <a:sym typeface="Noto Sans SC"/>
              </a:rPr>
              <a:t>优势：</a:t>
            </a:r>
            <a:r>
              <a:rPr lang="en-US" sz="9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Noto Sans SC"/>
                <a:sym typeface="Noto Sans SC"/>
              </a:rPr>
              <a:t>品牌独立、数据自有、沉淀私域</a:t>
            </a:r>
            <a:endParaRPr lang="en-US" sz="11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AutoShape 32"/>
          <p:cNvSpPr/>
          <p:nvPr/>
        </p:nvSpPr>
        <p:spPr>
          <a:xfrm>
            <a:off x="4648200" y="5260975"/>
            <a:ext cx="1346200" cy="762000"/>
          </a:xfrm>
          <a:prstGeom prst="roundRect">
            <a:avLst>
              <a:gd name="adj" fmla="val 6666"/>
            </a:avLst>
          </a:prstGeom>
          <a:solidFill>
            <a:srgbClr val="FEF2F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AutoShape 33"/>
          <p:cNvSpPr/>
          <p:nvPr/>
        </p:nvSpPr>
        <p:spPr>
          <a:xfrm>
            <a:off x="4711700" y="5299075"/>
            <a:ext cx="1219200" cy="685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en-US" sz="900" b="1" i="0" u="none" strike="noStrike">
                <a:solidFill>
                  <a:srgbClr val="EF4444"/>
                </a:solidFill>
                <a:latin typeface="微软雅黑" panose="020B0503020204020204" charset="-122"/>
                <a:ea typeface="微软雅黑" panose="020B0503020204020204" charset="-122"/>
                <a:cs typeface="Noto Sans SC"/>
                <a:sym typeface="Noto Sans SC"/>
              </a:rPr>
              <a:t>挑战：</a:t>
            </a:r>
            <a:r>
              <a:rPr lang="en-US" sz="9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Noto Sans SC"/>
                <a:sym typeface="Noto Sans SC"/>
              </a:rPr>
              <a:t>引流困难、运营成本高、见效周期长</a:t>
            </a:r>
            <a:endParaRPr lang="en-US" sz="11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AutoShape 34"/>
          <p:cNvSpPr/>
          <p:nvPr/>
        </p:nvSpPr>
        <p:spPr>
          <a:xfrm>
            <a:off x="6337300" y="2222500"/>
            <a:ext cx="1805940" cy="3956685"/>
          </a:xfrm>
          <a:prstGeom prst="roundRect">
            <a:avLst>
              <a:gd name="adj" fmla="val 615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AutoShape 36"/>
          <p:cNvSpPr/>
          <p:nvPr/>
        </p:nvSpPr>
        <p:spPr>
          <a:xfrm>
            <a:off x="6464300" y="2984500"/>
            <a:ext cx="139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chemeClr val="tx2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Noto Sans SC"/>
                <a:sym typeface="Noto Sans SC"/>
              </a:rPr>
              <a:t>社媒获客</a:t>
            </a:r>
            <a:endParaRPr lang="en-US" sz="1500" b="1" i="0" u="none" strike="noStrike">
              <a:solidFill>
                <a:schemeClr val="tx2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Noto Sans SC"/>
              <a:sym typeface="Noto Sans SC"/>
            </a:endParaRPr>
          </a:p>
        </p:txBody>
      </p:sp>
      <p:sp>
        <p:nvSpPr>
          <p:cNvPr id="38" name="AutoShape 37"/>
          <p:cNvSpPr/>
          <p:nvPr/>
        </p:nvSpPr>
        <p:spPr>
          <a:xfrm>
            <a:off x="6464300" y="3340100"/>
            <a:ext cx="1397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4.0 智能获客时代</a:t>
            </a:r>
            <a:endParaRPr lang="en-US" sz="1100" b="1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/>
            </a:endParaRPr>
          </a:p>
        </p:txBody>
      </p:sp>
      <p:sp>
        <p:nvSpPr>
          <p:cNvPr id="39" name="AutoShape 38"/>
          <p:cNvSpPr/>
          <p:nvPr/>
        </p:nvSpPr>
        <p:spPr>
          <a:xfrm>
            <a:off x="6489700" y="3759200"/>
            <a:ext cx="1346200" cy="457200"/>
          </a:xfrm>
          <a:prstGeom prst="roundRect">
            <a:avLst>
              <a:gd name="adj" fmla="val 11111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AutoShape 39"/>
          <p:cNvSpPr/>
          <p:nvPr/>
        </p:nvSpPr>
        <p:spPr>
          <a:xfrm>
            <a:off x="6553200" y="3835400"/>
            <a:ext cx="12192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Noto Sans SC"/>
                <a:sym typeface="Noto Sans SC"/>
              </a:rPr>
              <a:t>精准触达与信任构建</a:t>
            </a:r>
            <a:endParaRPr lang="en-US" sz="1000" b="1" i="0" u="none" strike="noStrike">
              <a:solidFill>
                <a:srgbClr val="374151"/>
              </a:solidFill>
              <a:latin typeface="微软雅黑" panose="020B0503020204020204" charset="-122"/>
              <a:ea typeface="微软雅黑" panose="020B0503020204020204" charset="-122"/>
              <a:cs typeface="Noto Sans SC"/>
              <a:sym typeface="Noto Sans SC"/>
            </a:endParaRPr>
          </a:p>
        </p:txBody>
      </p:sp>
      <p:sp>
        <p:nvSpPr>
          <p:cNvPr id="41" name="AutoShape 40"/>
          <p:cNvSpPr/>
          <p:nvPr/>
        </p:nvSpPr>
        <p:spPr>
          <a:xfrm>
            <a:off x="6489700" y="4413250"/>
            <a:ext cx="1346200" cy="635000"/>
          </a:xfrm>
          <a:prstGeom prst="roundRect">
            <a:avLst>
              <a:gd name="adj" fmla="val 8000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lnSpc>
                <a:spcPct val="150000"/>
              </a:lnSpc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AutoShape 41"/>
          <p:cNvSpPr/>
          <p:nvPr/>
        </p:nvSpPr>
        <p:spPr>
          <a:xfrm>
            <a:off x="6553200" y="4451350"/>
            <a:ext cx="1219200" cy="5588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en-US" sz="900" b="1" i="0" u="none" strike="noStrike">
                <a:solidFill>
                  <a:srgbClr val="00A3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优势：</a:t>
            </a:r>
            <a:r>
              <a:rPr lang="en-US" sz="9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触达决策人、内容驱动、极高ROI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AutoShape 42"/>
          <p:cNvSpPr/>
          <p:nvPr/>
        </p:nvSpPr>
        <p:spPr>
          <a:xfrm>
            <a:off x="6489700" y="5260975"/>
            <a:ext cx="1346200" cy="762000"/>
          </a:xfrm>
          <a:prstGeom prst="roundRect">
            <a:avLst>
              <a:gd name="adj" fmla="val 6666"/>
            </a:avLst>
          </a:prstGeom>
          <a:solidFill>
            <a:srgbClr val="FEF2F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AutoShape 43"/>
          <p:cNvSpPr/>
          <p:nvPr/>
        </p:nvSpPr>
        <p:spPr>
          <a:xfrm>
            <a:off x="6553200" y="5299075"/>
            <a:ext cx="1219200" cy="685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en-US" sz="900" b="1" i="0" u="none" strike="noStrike">
                <a:solidFill>
                  <a:srgbClr val="EF4444"/>
                </a:solidFill>
                <a:latin typeface="微软雅黑" panose="020B0503020204020204" charset="-122"/>
                <a:ea typeface="微软雅黑" panose="020B0503020204020204" charset="-122"/>
                <a:cs typeface="Noto Sans SC"/>
                <a:sym typeface="Noto Sans SC"/>
              </a:rPr>
              <a:t>挑战：</a:t>
            </a:r>
            <a:r>
              <a:rPr lang="en-US" sz="9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Noto Sans SC"/>
                <a:sym typeface="Noto Sans SC"/>
              </a:rPr>
              <a:t>对内容运营与策略能力要求较高</a:t>
            </a:r>
            <a:endParaRPr lang="en-US" sz="11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AutoShape 44"/>
          <p:cNvSpPr/>
          <p:nvPr/>
        </p:nvSpPr>
        <p:spPr>
          <a:xfrm>
            <a:off x="8255000" y="2222500"/>
            <a:ext cx="3124200" cy="3956685"/>
          </a:xfrm>
          <a:prstGeom prst="roundRect">
            <a:avLst>
              <a:gd name="adj" fmla="val 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76200" dir="2700000" algn="tl" rotWithShape="0">
              <a:srgbClr val="00000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AutoShape 45"/>
          <p:cNvSpPr/>
          <p:nvPr/>
        </p:nvSpPr>
        <p:spPr>
          <a:xfrm>
            <a:off x="8255000" y="2222500"/>
            <a:ext cx="3048000" cy="76200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lumOff val="25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AutoShape 46"/>
          <p:cNvSpPr/>
          <p:nvPr/>
        </p:nvSpPr>
        <p:spPr>
          <a:xfrm>
            <a:off x="8458200" y="2476500"/>
            <a:ext cx="2641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chemeClr val="tx2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Noto Sans SC"/>
                <a:sym typeface="Noto Sans SC"/>
              </a:rPr>
              <a:t>社媒获客：为何是必然选择？</a:t>
            </a:r>
            <a:endParaRPr lang="en-US" sz="1600" b="1" i="0" u="none" strike="noStrike">
              <a:solidFill>
                <a:schemeClr val="tx2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Noto Sans SC"/>
              <a:sym typeface="Noto Sans SC"/>
            </a:endParaRPr>
          </a:p>
        </p:txBody>
      </p:sp>
      <p:sp>
        <p:nvSpPr>
          <p:cNvPr id="48" name="AutoShape 47"/>
          <p:cNvSpPr/>
          <p:nvPr/>
        </p:nvSpPr>
        <p:spPr>
          <a:xfrm>
            <a:off x="8458200" y="3048000"/>
            <a:ext cx="2641600" cy="635000"/>
          </a:xfrm>
          <a:prstGeom prst="roundRect">
            <a:avLst>
              <a:gd name="adj" fmla="val 800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9" name="Picture 4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59800" y="3187700"/>
            <a:ext cx="304800" cy="304800"/>
          </a:xfrm>
          <a:prstGeom prst="rect">
            <a:avLst/>
          </a:prstGeom>
        </p:spPr>
      </p:pic>
      <p:sp>
        <p:nvSpPr>
          <p:cNvPr id="50" name="AutoShape 49"/>
          <p:cNvSpPr/>
          <p:nvPr/>
        </p:nvSpPr>
        <p:spPr>
          <a:xfrm>
            <a:off x="8940800" y="3111500"/>
            <a:ext cx="203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en-US" sz="1200" b="1" i="0" u="none" strike="noStrike">
                <a:solidFill>
                  <a:schemeClr val="tx2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行为变迁：</a:t>
            </a:r>
            <a:r>
              <a:rPr lang="en-US" sz="1000" b="1" i="0" u="none" strike="noStrike">
                <a:solidFill>
                  <a:srgbClr val="5252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65%的B2B买家在联系前会先研究社媒。</a:t>
            </a:r>
            <a:endParaRPr lang="en-US" sz="1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AutoShape 50"/>
          <p:cNvSpPr/>
          <p:nvPr/>
        </p:nvSpPr>
        <p:spPr>
          <a:xfrm>
            <a:off x="8458200" y="3810000"/>
            <a:ext cx="2641600" cy="635000"/>
          </a:xfrm>
          <a:prstGeom prst="roundRect">
            <a:avLst>
              <a:gd name="adj" fmla="val 800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lnSpc>
                <a:spcPct val="150000"/>
              </a:lnSpc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2" name="Picture 5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59800" y="3949700"/>
            <a:ext cx="304800" cy="304800"/>
          </a:xfrm>
          <a:prstGeom prst="rect">
            <a:avLst/>
          </a:prstGeom>
        </p:spPr>
      </p:pic>
      <p:sp>
        <p:nvSpPr>
          <p:cNvPr id="53" name="AutoShape 52"/>
          <p:cNvSpPr/>
          <p:nvPr/>
        </p:nvSpPr>
        <p:spPr>
          <a:xfrm>
            <a:off x="8940800" y="3873500"/>
            <a:ext cx="203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en-US" sz="1200" b="1" i="0" u="none" strike="noStrike">
                <a:solidFill>
                  <a:schemeClr val="tx2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精准触达：</a:t>
            </a:r>
            <a:r>
              <a:rPr lang="en-US" sz="1000" b="1" i="0" u="none" strike="noStrike">
                <a:solidFill>
                  <a:srgbClr val="5252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直接定位CEO/采购经理，绕过低效层级。</a:t>
            </a:r>
            <a:endParaRPr lang="en-US" sz="1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AutoShape 53"/>
          <p:cNvSpPr/>
          <p:nvPr/>
        </p:nvSpPr>
        <p:spPr>
          <a:xfrm>
            <a:off x="8458200" y="4572000"/>
            <a:ext cx="2641600" cy="635000"/>
          </a:xfrm>
          <a:prstGeom prst="roundRect">
            <a:avLst>
              <a:gd name="adj" fmla="val 800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5" name="Picture 5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559800" y="4711700"/>
            <a:ext cx="304800" cy="304800"/>
          </a:xfrm>
          <a:prstGeom prst="rect">
            <a:avLst/>
          </a:prstGeom>
        </p:spPr>
      </p:pic>
      <p:sp>
        <p:nvSpPr>
          <p:cNvPr id="56" name="AutoShape 55"/>
          <p:cNvSpPr/>
          <p:nvPr/>
        </p:nvSpPr>
        <p:spPr>
          <a:xfrm>
            <a:off x="8940800" y="4635500"/>
            <a:ext cx="203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en-US" sz="1200" b="1" i="0" u="none" strike="noStrike">
                <a:solidFill>
                  <a:schemeClr val="tx2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成本优势：</a:t>
            </a:r>
            <a:r>
              <a:rPr lang="en-US" sz="1000" b="1" i="0" u="none" strike="noStrike">
                <a:solidFill>
                  <a:srgbClr val="5252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内容营销获客成本比传统广告低62%。</a:t>
            </a:r>
            <a:endParaRPr lang="en-US" sz="1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AutoShape 56"/>
          <p:cNvSpPr/>
          <p:nvPr/>
        </p:nvSpPr>
        <p:spPr>
          <a:xfrm>
            <a:off x="8458200" y="5334000"/>
            <a:ext cx="2641600" cy="571500"/>
          </a:xfrm>
          <a:prstGeom prst="roundRect">
            <a:avLst>
              <a:gd name="adj" fmla="val 8888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8" name="Picture 5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559800" y="5461000"/>
            <a:ext cx="304800" cy="304800"/>
          </a:xfrm>
          <a:prstGeom prst="rect">
            <a:avLst/>
          </a:prstGeom>
        </p:spPr>
      </p:pic>
      <p:sp>
        <p:nvSpPr>
          <p:cNvPr id="59" name="AutoShape 58"/>
          <p:cNvSpPr/>
          <p:nvPr/>
        </p:nvSpPr>
        <p:spPr>
          <a:xfrm>
            <a:off x="8940800" y="5397500"/>
            <a:ext cx="2032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en-US" sz="1200" b="1" i="0" u="none" strike="noStrike">
                <a:solidFill>
                  <a:schemeClr val="tx2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AI新战场：</a:t>
            </a:r>
            <a:r>
              <a:rPr lang="en-US" sz="1000" b="1" i="0" u="none" strike="noStrike">
                <a:solidFill>
                  <a:srgbClr val="5252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优质内容助力AI推荐，获全球关注。</a:t>
            </a:r>
            <a:endParaRPr lang="en-US" sz="1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3" name="图片 62" descr="电商-阿里巴巴国际站-图文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42565" y="2415540"/>
            <a:ext cx="1435735" cy="414655"/>
          </a:xfrm>
          <a:prstGeom prst="rect">
            <a:avLst/>
          </a:prstGeom>
        </p:spPr>
      </p:pic>
      <p:pic>
        <p:nvPicPr>
          <p:cNvPr id="64" name="图片 63" descr="templates\picture_hover\&amp;pky210_sjzg_VCG41N547413338&amp;"/>
          <p:cNvPicPr/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1188720" y="2336800"/>
            <a:ext cx="900000" cy="648000"/>
          </a:xfrm>
          <a:prstGeom prst="rect">
            <a:avLst/>
          </a:prstGeom>
        </p:spPr>
      </p:pic>
      <p:pic>
        <p:nvPicPr>
          <p:cNvPr id="66" name="图片 65" descr="templates\picture_hover\&amp;pky270_sjzg_VCG41N663421156&amp;"/>
          <p:cNvPicPr/>
          <p:nvPr>
            <p:custDataLst>
              <p:tags r:id="rId13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4874895" y="2328545"/>
            <a:ext cx="900000" cy="648000"/>
          </a:xfrm>
          <a:prstGeom prst="rect">
            <a:avLst/>
          </a:prstGeom>
        </p:spPr>
      </p:pic>
      <p:pic>
        <p:nvPicPr>
          <p:cNvPr id="67" name="图片 66" descr="templates\picture_hover\&amp;pky380_sjzg_VCG41N1247163542&amp;"/>
          <p:cNvPicPr/>
          <p:nvPr>
            <p:custDataLst>
              <p:tags r:id="rId15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6783705" y="2336800"/>
            <a:ext cx="900000" cy="648000"/>
          </a:xfrm>
          <a:prstGeom prst="rect">
            <a:avLst/>
          </a:prstGeom>
        </p:spPr>
      </p:pic>
      <p:sp>
        <p:nvSpPr>
          <p:cNvPr id="2" name="textbox 3970"/>
          <p:cNvSpPr/>
          <p:nvPr/>
        </p:nvSpPr>
        <p:spPr>
          <a:xfrm>
            <a:off x="707390" y="165735"/>
            <a:ext cx="9269095" cy="5334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lnSpc>
                <a:spcPct val="110000"/>
              </a:lnSpc>
              <a:defRPr/>
            </a:pPr>
            <a:r>
              <a:rPr lang="zh-CN" sz="27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OPPOSans R" charset="0"/>
              </a:rPr>
              <a:t>外贸获客渠道的</a:t>
            </a:r>
            <a:r>
              <a:rPr lang="zh-CN" altLang="en-US" sz="27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发展历程</a:t>
            </a:r>
            <a:r>
              <a:rPr lang="en-US" altLang="zh-CN" sz="27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社媒获客，精准触达，高效获客</a:t>
            </a:r>
            <a:endParaRPr lang="zh-CN" altLang="en-US" sz="20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20" name="矩形 319"/>
          <p:cNvSpPr>
            <a:spLocks noChangeArrowheads="1"/>
          </p:cNvSpPr>
          <p:nvPr/>
        </p:nvSpPr>
        <p:spPr bwMode="auto">
          <a:xfrm>
            <a:off x="0" y="174625"/>
            <a:ext cx="376555" cy="5238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1905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+mn-lt"/>
            </a:endParaRPr>
          </a:p>
        </p:txBody>
      </p:sp>
      <p:sp>
        <p:nvSpPr>
          <p:cNvPr id="321" name="矩形 320"/>
          <p:cNvSpPr>
            <a:spLocks noChangeArrowheads="1"/>
          </p:cNvSpPr>
          <p:nvPr/>
        </p:nvSpPr>
        <p:spPr bwMode="auto">
          <a:xfrm>
            <a:off x="408940" y="174625"/>
            <a:ext cx="140970" cy="5238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1905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+mn-l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Picture 4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13783" y="98425"/>
            <a:ext cx="775970" cy="836930"/>
          </a:xfrm>
          <a:prstGeom prst="rect">
            <a:avLst/>
          </a:prstGeom>
        </p:spPr>
      </p:pic>
      <p:sp>
        <p:nvSpPr>
          <p:cNvPr id="71" name="AutoShape 26"/>
          <p:cNvSpPr/>
          <p:nvPr/>
        </p:nvSpPr>
        <p:spPr>
          <a:xfrm>
            <a:off x="1272540" y="1870075"/>
            <a:ext cx="4292600" cy="482600"/>
          </a:xfrm>
          <a:prstGeom prst="roundRect">
            <a:avLst>
              <a:gd name="adj" fmla="val 15789"/>
            </a:avLst>
          </a:prstGeom>
          <a:solidFill>
            <a:schemeClr val="tx2">
              <a:lumMod val="10000"/>
              <a:lumOff val="9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" name="AutoShape 27"/>
          <p:cNvSpPr/>
          <p:nvPr/>
        </p:nvSpPr>
        <p:spPr>
          <a:xfrm>
            <a:off x="1399540" y="1946275"/>
            <a:ext cx="1621155" cy="3048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询盘成本/个</a:t>
            </a:r>
            <a:endParaRPr lang="en-US" sz="1200" b="0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/>
            </a:endParaRPr>
          </a:p>
        </p:txBody>
      </p:sp>
      <p:sp>
        <p:nvSpPr>
          <p:cNvPr id="73" name="AutoShape 28"/>
          <p:cNvSpPr/>
          <p:nvPr/>
        </p:nvSpPr>
        <p:spPr>
          <a:xfrm>
            <a:off x="2669540" y="1946275"/>
            <a:ext cx="2710815" cy="3048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Noto Sans SC"/>
                <a:sym typeface="Noto Sans SC"/>
              </a:rPr>
              <a:t>¥70 - 400</a:t>
            </a:r>
            <a:endParaRPr lang="en-US" sz="1300" b="1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Noto Sans SC"/>
              <a:sym typeface="Noto Sans SC"/>
            </a:endParaRPr>
          </a:p>
        </p:txBody>
      </p:sp>
      <p:sp>
        <p:nvSpPr>
          <p:cNvPr id="74" name="AutoShape 29"/>
          <p:cNvSpPr/>
          <p:nvPr/>
        </p:nvSpPr>
        <p:spPr>
          <a:xfrm>
            <a:off x="1272540" y="2384425"/>
            <a:ext cx="4292600" cy="482600"/>
          </a:xfrm>
          <a:prstGeom prst="roundRect">
            <a:avLst>
              <a:gd name="adj" fmla="val 15789"/>
            </a:avLst>
          </a:prstGeom>
          <a:solidFill>
            <a:schemeClr val="tx2">
              <a:lumMod val="10000"/>
              <a:lumOff val="9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5" name="AutoShape 30"/>
          <p:cNvSpPr/>
          <p:nvPr/>
        </p:nvSpPr>
        <p:spPr>
          <a:xfrm>
            <a:off x="1399540" y="2460625"/>
            <a:ext cx="1621155" cy="3048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Noto Sans SC"/>
                <a:sym typeface="Noto Sans SC"/>
              </a:rPr>
              <a:t>月均询盘量</a:t>
            </a:r>
            <a:endParaRPr lang="en-US" sz="1200" b="0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Noto Sans SC"/>
              <a:sym typeface="Noto Sans SC"/>
            </a:endParaRPr>
          </a:p>
        </p:txBody>
      </p:sp>
      <p:sp>
        <p:nvSpPr>
          <p:cNvPr id="76" name="AutoShape 31"/>
          <p:cNvSpPr/>
          <p:nvPr/>
        </p:nvSpPr>
        <p:spPr>
          <a:xfrm>
            <a:off x="2688590" y="2403475"/>
            <a:ext cx="2710815" cy="4572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5 - 50 个 (</a:t>
            </a:r>
            <a:r>
              <a:rPr lang="zh-CN" altLang="en-US" sz="13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普遍</a:t>
            </a:r>
            <a:r>
              <a:rPr lang="en-US" sz="13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)</a:t>
            </a:r>
            <a:endParaRPr lang="en-US" sz="1300" b="1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/>
            </a:endParaRPr>
          </a:p>
          <a:p>
            <a:pPr indent="0" algn="r">
              <a:lnSpc>
                <a:spcPct val="125000"/>
              </a:lnSpc>
              <a:defRPr/>
            </a:pPr>
            <a:r>
              <a:rPr lang="zh-CN" altLang="en-US" sz="10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受限于同行竞争</a:t>
            </a:r>
            <a:endParaRPr lang="zh-CN" altLang="en-US" sz="1000" b="1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/>
            </a:endParaRPr>
          </a:p>
        </p:txBody>
      </p:sp>
      <p:sp>
        <p:nvSpPr>
          <p:cNvPr id="77" name="AutoShape 32"/>
          <p:cNvSpPr/>
          <p:nvPr/>
        </p:nvSpPr>
        <p:spPr>
          <a:xfrm>
            <a:off x="1272540" y="2917825"/>
            <a:ext cx="4292600" cy="482600"/>
          </a:xfrm>
          <a:prstGeom prst="roundRect">
            <a:avLst>
              <a:gd name="adj" fmla="val 15789"/>
            </a:avLst>
          </a:prstGeom>
          <a:solidFill>
            <a:schemeClr val="tx2">
              <a:lumMod val="10000"/>
              <a:lumOff val="9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" name="AutoShape 33"/>
          <p:cNvSpPr/>
          <p:nvPr/>
        </p:nvSpPr>
        <p:spPr>
          <a:xfrm>
            <a:off x="1399540" y="2994025"/>
            <a:ext cx="1621155" cy="3048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Noto Sans SC"/>
                <a:sym typeface="Noto Sans SC"/>
              </a:rPr>
              <a:t>客户</a:t>
            </a:r>
            <a:r>
              <a:rPr lang="zh-CN" altLang="en-US" sz="1200" b="0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Noto Sans SC"/>
                <a:sym typeface="Noto Sans SC"/>
              </a:rPr>
              <a:t>信息</a:t>
            </a:r>
            <a:endParaRPr lang="zh-CN" altLang="en-US" sz="1200" b="0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Noto Sans SC"/>
              <a:sym typeface="Noto Sans SC"/>
            </a:endParaRPr>
          </a:p>
        </p:txBody>
      </p:sp>
      <p:sp>
        <p:nvSpPr>
          <p:cNvPr id="79" name="AutoShape 34"/>
          <p:cNvSpPr/>
          <p:nvPr/>
        </p:nvSpPr>
        <p:spPr>
          <a:xfrm>
            <a:off x="2669540" y="2994025"/>
            <a:ext cx="2710815" cy="3048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zh-CN" altLang="en-US" sz="13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单一</a:t>
            </a:r>
            <a:r>
              <a:rPr lang="zh-CN" altLang="en-US" sz="10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（仅公司名、邮箱）</a:t>
            </a:r>
            <a:endParaRPr lang="zh-CN" altLang="en-US" sz="1000" b="1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/>
            </a:endParaRPr>
          </a:p>
        </p:txBody>
      </p:sp>
      <p:sp>
        <p:nvSpPr>
          <p:cNvPr id="80" name="AutoShape 35"/>
          <p:cNvSpPr/>
          <p:nvPr/>
        </p:nvSpPr>
        <p:spPr>
          <a:xfrm>
            <a:off x="1272540" y="3441700"/>
            <a:ext cx="4291330" cy="482600"/>
          </a:xfrm>
          <a:prstGeom prst="roundRect">
            <a:avLst>
              <a:gd name="adj" fmla="val 15789"/>
            </a:avLst>
          </a:prstGeom>
          <a:solidFill>
            <a:schemeClr val="tx2">
              <a:lumMod val="10000"/>
              <a:lumOff val="9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1" name="AutoShape 36"/>
          <p:cNvSpPr/>
          <p:nvPr/>
        </p:nvSpPr>
        <p:spPr>
          <a:xfrm>
            <a:off x="1399540" y="3517900"/>
            <a:ext cx="1621155" cy="3048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Noto Sans SC"/>
                <a:sym typeface="Noto Sans SC"/>
              </a:rPr>
              <a:t>获客见效周期</a:t>
            </a:r>
            <a:endParaRPr lang="en-US" sz="1200" b="0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Noto Sans SC"/>
              <a:sym typeface="Noto Sans SC"/>
            </a:endParaRPr>
          </a:p>
        </p:txBody>
      </p:sp>
      <p:sp>
        <p:nvSpPr>
          <p:cNvPr id="82" name="AutoShape 37"/>
          <p:cNvSpPr/>
          <p:nvPr/>
        </p:nvSpPr>
        <p:spPr>
          <a:xfrm>
            <a:off x="2669540" y="3517900"/>
            <a:ext cx="2710815" cy="3048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zh-CN" altLang="en-US" sz="13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略</a:t>
            </a:r>
            <a:r>
              <a:rPr lang="en-US" sz="13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慢 </a:t>
            </a:r>
            <a:r>
              <a:rPr lang="en-US" sz="10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(建站/测试跑数)</a:t>
            </a:r>
            <a:endParaRPr lang="en-US" sz="1000" b="1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/>
            </a:endParaRPr>
          </a:p>
        </p:txBody>
      </p:sp>
      <p:sp>
        <p:nvSpPr>
          <p:cNvPr id="83" name="AutoShape 38"/>
          <p:cNvSpPr/>
          <p:nvPr/>
        </p:nvSpPr>
        <p:spPr>
          <a:xfrm>
            <a:off x="1272540" y="3994150"/>
            <a:ext cx="4291330" cy="482600"/>
          </a:xfrm>
          <a:prstGeom prst="roundRect">
            <a:avLst>
              <a:gd name="adj" fmla="val 15789"/>
            </a:avLst>
          </a:prstGeom>
          <a:solidFill>
            <a:schemeClr val="tx2">
              <a:lumMod val="10000"/>
              <a:lumOff val="9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4" name="AutoShape 39"/>
          <p:cNvSpPr/>
          <p:nvPr/>
        </p:nvSpPr>
        <p:spPr>
          <a:xfrm>
            <a:off x="1399540" y="4070350"/>
            <a:ext cx="1621155" cy="3048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Noto Sans SC"/>
                <a:sym typeface="Noto Sans SC"/>
              </a:rPr>
              <a:t>日常运营难度</a:t>
            </a:r>
            <a:endParaRPr lang="en-US" sz="1200" b="0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Noto Sans SC"/>
              <a:sym typeface="Noto Sans SC"/>
            </a:endParaRPr>
          </a:p>
        </p:txBody>
      </p:sp>
      <p:sp>
        <p:nvSpPr>
          <p:cNvPr id="85" name="AutoShape 40"/>
          <p:cNvSpPr/>
          <p:nvPr/>
        </p:nvSpPr>
        <p:spPr>
          <a:xfrm>
            <a:off x="2669540" y="4070350"/>
            <a:ext cx="2710815" cy="3048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极高 </a:t>
            </a:r>
            <a:r>
              <a:rPr lang="en-US" sz="10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(SEO/投放专员)</a:t>
            </a:r>
            <a:endParaRPr lang="en-US" sz="1000" b="1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/>
            </a:endParaRPr>
          </a:p>
        </p:txBody>
      </p:sp>
      <p:sp>
        <p:nvSpPr>
          <p:cNvPr id="114" name="AutoShape 18"/>
          <p:cNvSpPr/>
          <p:nvPr/>
        </p:nvSpPr>
        <p:spPr>
          <a:xfrm>
            <a:off x="1272540" y="4527550"/>
            <a:ext cx="4291330" cy="482600"/>
          </a:xfrm>
          <a:prstGeom prst="roundRect">
            <a:avLst>
              <a:gd name="adj" fmla="val 15789"/>
            </a:avLst>
          </a:prstGeom>
          <a:solidFill>
            <a:schemeClr val="tx2">
              <a:lumMod val="10000"/>
              <a:lumOff val="9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5" name="AutoShape 19"/>
          <p:cNvSpPr/>
          <p:nvPr/>
        </p:nvSpPr>
        <p:spPr>
          <a:xfrm>
            <a:off x="1399540" y="4603750"/>
            <a:ext cx="1621155" cy="3048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200" b="0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Noto Sans SC"/>
                <a:sym typeface="Noto Sans SC"/>
              </a:rPr>
              <a:t>获客逻辑</a:t>
            </a:r>
            <a:endParaRPr lang="zh-CN" altLang="en-US" sz="1200" b="0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Noto Sans SC"/>
              <a:sym typeface="Noto Sans SC"/>
            </a:endParaRPr>
          </a:p>
        </p:txBody>
      </p:sp>
      <p:sp>
        <p:nvSpPr>
          <p:cNvPr id="116" name="AutoShape 20"/>
          <p:cNvSpPr/>
          <p:nvPr/>
        </p:nvSpPr>
        <p:spPr>
          <a:xfrm>
            <a:off x="2914650" y="4594225"/>
            <a:ext cx="2485390" cy="3048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zh-CN" altLang="en-US" sz="13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客户主动询盘</a:t>
            </a:r>
            <a:endParaRPr lang="zh-CN" altLang="en-US" sz="1300" b="1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/>
            </a:endParaRPr>
          </a:p>
        </p:txBody>
      </p:sp>
      <p:sp>
        <p:nvSpPr>
          <p:cNvPr id="117" name="AutoShape 18"/>
          <p:cNvSpPr/>
          <p:nvPr/>
        </p:nvSpPr>
        <p:spPr>
          <a:xfrm>
            <a:off x="1272540" y="5070475"/>
            <a:ext cx="4292600" cy="482600"/>
          </a:xfrm>
          <a:prstGeom prst="roundRect">
            <a:avLst>
              <a:gd name="adj" fmla="val 15789"/>
            </a:avLst>
          </a:prstGeom>
          <a:solidFill>
            <a:schemeClr val="tx2">
              <a:lumMod val="10000"/>
              <a:lumOff val="9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8" name="AutoShape 19"/>
          <p:cNvSpPr/>
          <p:nvPr/>
        </p:nvSpPr>
        <p:spPr>
          <a:xfrm>
            <a:off x="1399540" y="5146675"/>
            <a:ext cx="1621155" cy="3048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200" b="0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Noto Sans SC"/>
                <a:sym typeface="Noto Sans SC"/>
              </a:rPr>
              <a:t>询盘质量</a:t>
            </a:r>
            <a:endParaRPr lang="zh-CN" altLang="en-US" sz="1200" b="0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Noto Sans SC"/>
              <a:sym typeface="Noto Sans SC"/>
            </a:endParaRPr>
          </a:p>
        </p:txBody>
      </p:sp>
      <p:sp>
        <p:nvSpPr>
          <p:cNvPr id="119" name="AutoShape 20"/>
          <p:cNvSpPr/>
          <p:nvPr/>
        </p:nvSpPr>
        <p:spPr>
          <a:xfrm>
            <a:off x="2914650" y="5137150"/>
            <a:ext cx="2485390" cy="3048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zh-CN" altLang="en-US" sz="13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较高</a:t>
            </a:r>
            <a:r>
              <a:rPr lang="zh-CN" altLang="en-US" sz="10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（</a:t>
            </a:r>
            <a:r>
              <a:rPr lang="en-US" altLang="zh-CN" sz="10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B2B</a:t>
            </a:r>
            <a:r>
              <a:rPr lang="zh-CN" altLang="en-US" sz="10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行业买家）</a:t>
            </a:r>
            <a:endParaRPr lang="zh-CN" altLang="en-US" sz="1000" b="1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/>
            </a:endParaRPr>
          </a:p>
        </p:txBody>
      </p:sp>
      <p:sp>
        <p:nvSpPr>
          <p:cNvPr id="123" name="AutoShape 18"/>
          <p:cNvSpPr/>
          <p:nvPr/>
        </p:nvSpPr>
        <p:spPr>
          <a:xfrm>
            <a:off x="1272540" y="5616575"/>
            <a:ext cx="4290695" cy="482600"/>
          </a:xfrm>
          <a:prstGeom prst="roundRect">
            <a:avLst>
              <a:gd name="adj" fmla="val 15789"/>
            </a:avLst>
          </a:prstGeom>
          <a:solidFill>
            <a:schemeClr val="tx2">
              <a:lumMod val="10000"/>
              <a:lumOff val="9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4" name="AutoShape 19"/>
          <p:cNvSpPr/>
          <p:nvPr/>
        </p:nvSpPr>
        <p:spPr>
          <a:xfrm>
            <a:off x="1399540" y="5718175"/>
            <a:ext cx="1621155" cy="3048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200" b="0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Noto Sans SC"/>
                <a:sym typeface="Noto Sans SC"/>
              </a:rPr>
              <a:t>客户覆盖范围</a:t>
            </a:r>
            <a:endParaRPr lang="zh-CN" altLang="en-US" sz="1200" b="0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zh-CN" altLang="en-US" sz="1000" b="0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Noto Sans SC"/>
                <a:sym typeface="Noto Sans SC"/>
              </a:rPr>
              <a:t>（客户来源）</a:t>
            </a:r>
            <a:endParaRPr lang="zh-CN" altLang="en-US" sz="1000" b="0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Noto Sans SC"/>
              <a:sym typeface="Noto Sans SC"/>
            </a:endParaRPr>
          </a:p>
        </p:txBody>
      </p:sp>
      <p:sp>
        <p:nvSpPr>
          <p:cNvPr id="125" name="AutoShape 20"/>
          <p:cNvSpPr/>
          <p:nvPr/>
        </p:nvSpPr>
        <p:spPr>
          <a:xfrm>
            <a:off x="2914650" y="5699125"/>
            <a:ext cx="2485390" cy="3048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zh-CN" sz="13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仅</a:t>
            </a:r>
            <a:r>
              <a:rPr lang="en-US" altLang="zh-CN" sz="13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Google</a:t>
            </a:r>
            <a:r>
              <a:rPr lang="zh-CN" altLang="en-US" sz="13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搜索</a:t>
            </a:r>
            <a:endParaRPr lang="zh-CN" altLang="en-US" sz="1300" b="1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/>
            </a:endParaRPr>
          </a:p>
        </p:txBody>
      </p:sp>
      <p:sp>
        <p:nvSpPr>
          <p:cNvPr id="152" name="AutoShape 26"/>
          <p:cNvSpPr/>
          <p:nvPr/>
        </p:nvSpPr>
        <p:spPr>
          <a:xfrm>
            <a:off x="6435090" y="1870075"/>
            <a:ext cx="4378325" cy="482600"/>
          </a:xfrm>
          <a:prstGeom prst="roundRect">
            <a:avLst>
              <a:gd name="adj" fmla="val 15789"/>
            </a:avLst>
          </a:prstGeom>
          <a:solidFill>
            <a:schemeClr val="accent1">
              <a:lumMod val="75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defRPr/>
            </a:pPr>
            <a:endParaRPr sz="1400" kern="0">
              <a:solidFill>
                <a:schemeClr val="bg1"/>
              </a:solidFill>
              <a:latin typeface="Arial" panose="020B0604020202020204"/>
              <a:ea typeface="Arial" panose="020B0604020202020204"/>
              <a:cs typeface="Arial" panose="020B0604020202020204"/>
              <a:sym typeface="+mn-ea"/>
            </a:endParaRPr>
          </a:p>
        </p:txBody>
      </p:sp>
      <p:sp>
        <p:nvSpPr>
          <p:cNvPr id="153" name="AutoShape 27"/>
          <p:cNvSpPr/>
          <p:nvPr/>
        </p:nvSpPr>
        <p:spPr>
          <a:xfrm>
            <a:off x="6866890" y="1946275"/>
            <a:ext cx="1270000" cy="3048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询盘成本/个</a:t>
            </a:r>
            <a:endParaRPr lang="en-US" sz="1200" b="0" i="0" u="none" strike="noStrike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/>
            </a:endParaRPr>
          </a:p>
        </p:txBody>
      </p:sp>
      <p:sp>
        <p:nvSpPr>
          <p:cNvPr id="155" name="AutoShape 29"/>
          <p:cNvSpPr/>
          <p:nvPr/>
        </p:nvSpPr>
        <p:spPr>
          <a:xfrm>
            <a:off x="6435090" y="2384425"/>
            <a:ext cx="4378325" cy="482600"/>
          </a:xfrm>
          <a:prstGeom prst="roundRect">
            <a:avLst>
              <a:gd name="adj" fmla="val 15789"/>
            </a:avLst>
          </a:prstGeom>
          <a:solidFill>
            <a:schemeClr val="accent1">
              <a:lumMod val="75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defRPr/>
            </a:pPr>
            <a:endParaRPr sz="1400" kern="0">
              <a:solidFill>
                <a:schemeClr val="bg1"/>
              </a:solidFill>
              <a:latin typeface="Arial" panose="020B0604020202020204"/>
              <a:ea typeface="Arial" panose="020B0604020202020204"/>
              <a:cs typeface="Arial" panose="020B0604020202020204"/>
              <a:sym typeface="+mn-ea"/>
            </a:endParaRPr>
          </a:p>
        </p:txBody>
      </p:sp>
      <p:sp>
        <p:nvSpPr>
          <p:cNvPr id="156" name="AutoShape 30"/>
          <p:cNvSpPr/>
          <p:nvPr/>
        </p:nvSpPr>
        <p:spPr>
          <a:xfrm>
            <a:off x="6866890" y="2460625"/>
            <a:ext cx="1270000" cy="3048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lvl="0" algn="l">
              <a:lnSpc>
                <a:spcPct val="125000"/>
              </a:lnSpc>
              <a:buClrTx/>
              <a:buSzTx/>
              <a:buFontTx/>
              <a:defRPr/>
            </a:pPr>
            <a:r>
              <a:rPr lang="en-US"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月均询盘量</a:t>
            </a:r>
            <a:endParaRPr lang="en-US" sz="12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/>
            </a:endParaRPr>
          </a:p>
        </p:txBody>
      </p:sp>
      <p:sp>
        <p:nvSpPr>
          <p:cNvPr id="158" name="AutoShape 32"/>
          <p:cNvSpPr/>
          <p:nvPr/>
        </p:nvSpPr>
        <p:spPr>
          <a:xfrm>
            <a:off x="6435090" y="2917825"/>
            <a:ext cx="4378325" cy="482600"/>
          </a:xfrm>
          <a:prstGeom prst="roundRect">
            <a:avLst>
              <a:gd name="adj" fmla="val 15789"/>
            </a:avLst>
          </a:prstGeom>
          <a:solidFill>
            <a:schemeClr val="accent1">
              <a:lumMod val="75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defRPr/>
            </a:pPr>
            <a:endParaRPr sz="1400" kern="0">
              <a:solidFill>
                <a:schemeClr val="bg1"/>
              </a:solidFill>
              <a:latin typeface="Arial" panose="020B0604020202020204"/>
              <a:ea typeface="Arial" panose="020B0604020202020204"/>
              <a:cs typeface="Arial" panose="020B0604020202020204"/>
              <a:sym typeface="+mn-ea"/>
            </a:endParaRPr>
          </a:p>
        </p:txBody>
      </p:sp>
      <p:sp>
        <p:nvSpPr>
          <p:cNvPr id="159" name="AutoShape 33"/>
          <p:cNvSpPr/>
          <p:nvPr/>
        </p:nvSpPr>
        <p:spPr>
          <a:xfrm>
            <a:off x="6866890" y="2994025"/>
            <a:ext cx="1270000" cy="3048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Noto Sans SC"/>
                <a:sym typeface="Noto Sans SC"/>
              </a:rPr>
              <a:t>客户</a:t>
            </a:r>
            <a:r>
              <a:rPr lang="zh-CN" altLang="en-US" sz="1200" b="0" i="0" u="none" strike="noStrike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Noto Sans SC"/>
                <a:sym typeface="Noto Sans SC"/>
              </a:rPr>
              <a:t>信息</a:t>
            </a:r>
            <a:endParaRPr lang="zh-CN" altLang="en-US" sz="1200" b="0" i="0" u="none" strike="noStrike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Noto Sans SC"/>
              <a:sym typeface="Noto Sans SC"/>
            </a:endParaRPr>
          </a:p>
        </p:txBody>
      </p:sp>
      <p:sp>
        <p:nvSpPr>
          <p:cNvPr id="161" name="AutoShape 35"/>
          <p:cNvSpPr/>
          <p:nvPr/>
        </p:nvSpPr>
        <p:spPr>
          <a:xfrm>
            <a:off x="6435090" y="3441700"/>
            <a:ext cx="4378325" cy="482600"/>
          </a:xfrm>
          <a:prstGeom prst="roundRect">
            <a:avLst>
              <a:gd name="adj" fmla="val 15789"/>
            </a:avLst>
          </a:prstGeom>
          <a:solidFill>
            <a:schemeClr val="accent1">
              <a:lumMod val="75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defRPr/>
            </a:pPr>
            <a:endParaRPr sz="1400" kern="0">
              <a:solidFill>
                <a:schemeClr val="bg1"/>
              </a:solidFill>
              <a:latin typeface="Arial" panose="020B0604020202020204"/>
              <a:ea typeface="Arial" panose="020B0604020202020204"/>
              <a:cs typeface="Arial" panose="020B0604020202020204"/>
              <a:sym typeface="+mn-ea"/>
            </a:endParaRPr>
          </a:p>
        </p:txBody>
      </p:sp>
      <p:sp>
        <p:nvSpPr>
          <p:cNvPr id="162" name="AutoShape 36"/>
          <p:cNvSpPr/>
          <p:nvPr/>
        </p:nvSpPr>
        <p:spPr>
          <a:xfrm>
            <a:off x="6866890" y="3517900"/>
            <a:ext cx="1270000" cy="3048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Noto Sans SC"/>
                <a:sym typeface="Noto Sans SC"/>
              </a:rPr>
              <a:t>获客见效周期</a:t>
            </a:r>
            <a:endParaRPr lang="en-US" sz="1200" b="0" i="0" u="none" strike="noStrike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Noto Sans SC"/>
              <a:sym typeface="Noto Sans SC"/>
            </a:endParaRPr>
          </a:p>
        </p:txBody>
      </p:sp>
      <p:sp>
        <p:nvSpPr>
          <p:cNvPr id="164" name="AutoShape 38"/>
          <p:cNvSpPr/>
          <p:nvPr/>
        </p:nvSpPr>
        <p:spPr>
          <a:xfrm>
            <a:off x="6435090" y="3994150"/>
            <a:ext cx="4378325" cy="482600"/>
          </a:xfrm>
          <a:prstGeom prst="roundRect">
            <a:avLst>
              <a:gd name="adj" fmla="val 15789"/>
            </a:avLst>
          </a:prstGeom>
          <a:solidFill>
            <a:schemeClr val="accent1">
              <a:lumMod val="75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defRPr/>
            </a:pPr>
            <a:endParaRPr sz="1400" kern="0">
              <a:solidFill>
                <a:schemeClr val="bg1"/>
              </a:solidFill>
              <a:latin typeface="Arial" panose="020B0604020202020204"/>
              <a:ea typeface="Arial" panose="020B0604020202020204"/>
              <a:cs typeface="Arial" panose="020B0604020202020204"/>
              <a:sym typeface="+mn-ea"/>
            </a:endParaRPr>
          </a:p>
        </p:txBody>
      </p:sp>
      <p:sp>
        <p:nvSpPr>
          <p:cNvPr id="165" name="AutoShape 39"/>
          <p:cNvSpPr/>
          <p:nvPr/>
        </p:nvSpPr>
        <p:spPr>
          <a:xfrm>
            <a:off x="6866890" y="4070350"/>
            <a:ext cx="1270000" cy="3048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Noto Sans SC"/>
                <a:sym typeface="Noto Sans SC"/>
              </a:rPr>
              <a:t>日常运营难度</a:t>
            </a:r>
            <a:endParaRPr lang="en-US" sz="1200" b="0" i="0" u="none" strike="noStrike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Noto Sans SC"/>
              <a:sym typeface="Noto Sans SC"/>
            </a:endParaRPr>
          </a:p>
        </p:txBody>
      </p:sp>
      <p:sp>
        <p:nvSpPr>
          <p:cNvPr id="167" name="AutoShape 18"/>
          <p:cNvSpPr/>
          <p:nvPr/>
        </p:nvSpPr>
        <p:spPr>
          <a:xfrm>
            <a:off x="6435090" y="4527550"/>
            <a:ext cx="4378325" cy="482600"/>
          </a:xfrm>
          <a:prstGeom prst="roundRect">
            <a:avLst>
              <a:gd name="adj" fmla="val 15789"/>
            </a:avLst>
          </a:prstGeom>
          <a:solidFill>
            <a:schemeClr val="accent1">
              <a:lumMod val="75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defRPr/>
            </a:pPr>
            <a:endParaRPr sz="1400" kern="0">
              <a:solidFill>
                <a:schemeClr val="bg1"/>
              </a:solidFill>
              <a:latin typeface="Arial" panose="020B0604020202020204"/>
              <a:ea typeface="Arial" panose="020B0604020202020204"/>
              <a:cs typeface="Arial" panose="020B0604020202020204"/>
              <a:sym typeface="+mn-ea"/>
            </a:endParaRPr>
          </a:p>
        </p:txBody>
      </p:sp>
      <p:sp>
        <p:nvSpPr>
          <p:cNvPr id="168" name="AutoShape 19"/>
          <p:cNvSpPr/>
          <p:nvPr/>
        </p:nvSpPr>
        <p:spPr>
          <a:xfrm>
            <a:off x="6866890" y="4603750"/>
            <a:ext cx="1270000" cy="3048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200" b="0" i="0" u="none" strike="noStrike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Noto Sans SC"/>
                <a:sym typeface="Noto Sans SC"/>
              </a:rPr>
              <a:t>获客逻辑</a:t>
            </a:r>
            <a:endParaRPr lang="zh-CN" altLang="en-US" sz="1200" b="0" i="0" u="none" strike="noStrike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Noto Sans SC"/>
              <a:sym typeface="Noto Sans SC"/>
            </a:endParaRPr>
          </a:p>
        </p:txBody>
      </p:sp>
      <p:sp>
        <p:nvSpPr>
          <p:cNvPr id="170" name="AutoShape 18"/>
          <p:cNvSpPr/>
          <p:nvPr/>
        </p:nvSpPr>
        <p:spPr>
          <a:xfrm>
            <a:off x="6435090" y="5070475"/>
            <a:ext cx="4378325" cy="482600"/>
          </a:xfrm>
          <a:prstGeom prst="roundRect">
            <a:avLst>
              <a:gd name="adj" fmla="val 15789"/>
            </a:avLst>
          </a:prstGeom>
          <a:solidFill>
            <a:schemeClr val="accent1">
              <a:lumMod val="75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defRPr/>
            </a:pPr>
            <a:endParaRPr sz="1400" kern="0">
              <a:solidFill>
                <a:schemeClr val="bg1"/>
              </a:solidFill>
              <a:latin typeface="Arial" panose="020B0604020202020204"/>
              <a:ea typeface="Arial" panose="020B0604020202020204"/>
              <a:cs typeface="Arial" panose="020B0604020202020204"/>
              <a:sym typeface="+mn-ea"/>
            </a:endParaRPr>
          </a:p>
        </p:txBody>
      </p:sp>
      <p:sp>
        <p:nvSpPr>
          <p:cNvPr id="171" name="AutoShape 19"/>
          <p:cNvSpPr/>
          <p:nvPr/>
        </p:nvSpPr>
        <p:spPr>
          <a:xfrm>
            <a:off x="6866890" y="5146675"/>
            <a:ext cx="1270000" cy="3048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200" b="0" i="0" u="none" strike="noStrike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Noto Sans SC"/>
                <a:sym typeface="Noto Sans SC"/>
              </a:rPr>
              <a:t>询盘质量</a:t>
            </a:r>
            <a:endParaRPr lang="zh-CN" altLang="en-US" sz="1200" b="0" i="0" u="none" strike="noStrike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Noto Sans SC"/>
              <a:sym typeface="Noto Sans SC"/>
            </a:endParaRPr>
          </a:p>
        </p:txBody>
      </p:sp>
      <p:sp>
        <p:nvSpPr>
          <p:cNvPr id="173" name="AutoShape 18"/>
          <p:cNvSpPr/>
          <p:nvPr/>
        </p:nvSpPr>
        <p:spPr>
          <a:xfrm>
            <a:off x="6435090" y="5616575"/>
            <a:ext cx="4378325" cy="482600"/>
          </a:xfrm>
          <a:prstGeom prst="roundRect">
            <a:avLst>
              <a:gd name="adj" fmla="val 15789"/>
            </a:avLst>
          </a:prstGeom>
          <a:solidFill>
            <a:schemeClr val="accent1">
              <a:lumMod val="75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defRPr/>
            </a:pPr>
            <a:endParaRPr sz="1400" kern="0">
              <a:solidFill>
                <a:schemeClr val="bg1"/>
              </a:solidFill>
              <a:latin typeface="Arial" panose="020B0604020202020204"/>
              <a:ea typeface="Arial" panose="020B0604020202020204"/>
              <a:cs typeface="Arial" panose="020B0604020202020204"/>
              <a:sym typeface="+mn-ea"/>
            </a:endParaRPr>
          </a:p>
        </p:txBody>
      </p:sp>
      <p:sp>
        <p:nvSpPr>
          <p:cNvPr id="174" name="AutoShape 19"/>
          <p:cNvSpPr/>
          <p:nvPr/>
        </p:nvSpPr>
        <p:spPr>
          <a:xfrm>
            <a:off x="6866890" y="5718175"/>
            <a:ext cx="1270000" cy="3048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200" b="0" i="0" u="none" strike="noStrike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Noto Sans SC"/>
                <a:sym typeface="Noto Sans SC"/>
              </a:rPr>
              <a:t>客户覆盖范围</a:t>
            </a:r>
            <a:endParaRPr lang="zh-CN" altLang="en-US" sz="1200" b="0" i="0" u="none" strike="noStrike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zh-CN" altLang="en-US" sz="1000" b="0" i="0" u="none" strike="noStrike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Noto Sans SC"/>
                <a:sym typeface="Noto Sans SC"/>
              </a:rPr>
              <a:t>（客户来源）</a:t>
            </a:r>
            <a:endParaRPr lang="zh-CN" altLang="en-US" sz="1000" b="0" i="0" u="none" strike="noStrike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Noto Sans SC"/>
              <a:sym typeface="Noto Sans SC"/>
            </a:endParaRPr>
          </a:p>
        </p:txBody>
      </p:sp>
      <p:sp>
        <p:nvSpPr>
          <p:cNvPr id="176" name="AutoShape 49"/>
          <p:cNvSpPr/>
          <p:nvPr/>
        </p:nvSpPr>
        <p:spPr>
          <a:xfrm>
            <a:off x="8981440" y="1946275"/>
            <a:ext cx="1715135" cy="3048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Noto Sans SC"/>
                <a:sym typeface="Noto Sans SC"/>
              </a:rPr>
              <a:t>¥3 - 50</a:t>
            </a:r>
            <a:endParaRPr lang="en-US" sz="1300" b="1" i="0" u="none" strike="noStrike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Noto Sans SC"/>
              <a:sym typeface="Noto Sans SC"/>
            </a:endParaRPr>
          </a:p>
        </p:txBody>
      </p:sp>
      <p:sp>
        <p:nvSpPr>
          <p:cNvPr id="177" name="AutoShape 49"/>
          <p:cNvSpPr/>
          <p:nvPr/>
        </p:nvSpPr>
        <p:spPr>
          <a:xfrm>
            <a:off x="8527415" y="2479675"/>
            <a:ext cx="2099310" cy="3048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altLang="zh-CN" sz="1300" b="1" i="0" u="none" strike="noStrike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300-2000</a:t>
            </a:r>
            <a:r>
              <a:rPr lang="zh-CN" altLang="en-US" sz="1300" b="1" i="0" u="none" strike="noStrike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个</a:t>
            </a:r>
            <a:r>
              <a:rPr lang="en-US" altLang="zh-CN" sz="1300" b="1" i="0" u="none" strike="noStrike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(</a:t>
            </a:r>
            <a:r>
              <a:rPr lang="zh-CN" altLang="en-US" sz="1300" b="1" i="0" u="none" strike="noStrike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普遍）</a:t>
            </a:r>
            <a:endParaRPr lang="zh-CN" altLang="en-US" sz="1300" b="1" i="0" u="none" strike="noStrike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/>
            </a:endParaRPr>
          </a:p>
          <a:p>
            <a:pPr indent="0" algn="r">
              <a:lnSpc>
                <a:spcPct val="125000"/>
              </a:lnSpc>
              <a:defRPr/>
            </a:pPr>
            <a:r>
              <a:rPr lang="zh-CN" altLang="en-US" sz="1000" b="1" i="0" u="none" strike="noStrike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根据每个广告预算决定询盘数量</a:t>
            </a:r>
            <a:endParaRPr lang="zh-CN" altLang="en-US" sz="1000" b="1" i="0" u="none" strike="noStrike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/>
            </a:endParaRPr>
          </a:p>
        </p:txBody>
      </p:sp>
      <p:sp>
        <p:nvSpPr>
          <p:cNvPr id="178" name="AutoShape 20"/>
          <p:cNvSpPr/>
          <p:nvPr/>
        </p:nvSpPr>
        <p:spPr>
          <a:xfrm>
            <a:off x="8854440" y="5146675"/>
            <a:ext cx="1773555" cy="3048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zh-CN" altLang="en-US" sz="1300" b="1" i="0" u="none" strike="noStrike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较高</a:t>
            </a:r>
            <a:r>
              <a:rPr lang="zh-CN" altLang="en-US" sz="1000" b="1" i="0" u="none" strike="noStrike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（</a:t>
            </a:r>
            <a:r>
              <a:rPr lang="en-US" altLang="zh-CN" sz="1000" b="1" i="0" u="none" strike="noStrike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B2B</a:t>
            </a:r>
            <a:r>
              <a:rPr lang="zh-CN" altLang="en-US" sz="1000" b="1" i="0" u="none" strike="noStrike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行业买家）</a:t>
            </a:r>
            <a:endParaRPr lang="zh-CN" altLang="en-US" sz="1000" b="1" i="0" u="none" strike="noStrike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/>
            </a:endParaRPr>
          </a:p>
        </p:txBody>
      </p:sp>
      <p:sp>
        <p:nvSpPr>
          <p:cNvPr id="179" name="AutoShape 34"/>
          <p:cNvSpPr/>
          <p:nvPr/>
        </p:nvSpPr>
        <p:spPr>
          <a:xfrm>
            <a:off x="8528050" y="2924175"/>
            <a:ext cx="2099945" cy="47625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300" b="1" i="0" u="none" strike="noStrike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全面（</a:t>
            </a:r>
            <a:r>
              <a:rPr lang="zh-CN" altLang="en-US" sz="900" b="1" i="0" u="none" strike="noStrike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每个客户公司名、电话、邮箱信息</a:t>
            </a:r>
            <a:r>
              <a:rPr lang="en-US" altLang="zh-CN" sz="900" b="1" i="0" u="none" strike="noStrike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AI</a:t>
            </a:r>
            <a:r>
              <a:rPr lang="zh-CN" altLang="en-US" sz="900" b="1" i="0" u="none" strike="noStrike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背调）</a:t>
            </a:r>
            <a:endParaRPr lang="zh-CN" altLang="en-US" sz="900" b="1" i="0" u="none" strike="noStrike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/>
            </a:endParaRPr>
          </a:p>
        </p:txBody>
      </p:sp>
      <p:sp>
        <p:nvSpPr>
          <p:cNvPr id="180" name="AutoShape 37"/>
          <p:cNvSpPr/>
          <p:nvPr/>
        </p:nvSpPr>
        <p:spPr>
          <a:xfrm>
            <a:off x="8399145" y="3517900"/>
            <a:ext cx="2297430" cy="3048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zh-CN" altLang="en-US" sz="1300" b="1" i="0" u="none" strike="noStrike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快</a:t>
            </a:r>
            <a:r>
              <a:rPr lang="en-US" sz="1300" b="1" i="0" u="none" strike="noStrike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 </a:t>
            </a:r>
            <a:r>
              <a:rPr lang="en-US" sz="1000" b="1" i="0" u="none" strike="noStrike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(</a:t>
            </a:r>
            <a:r>
              <a:rPr lang="zh-CN" altLang="en-US" sz="1000" b="1" i="0" u="none" strike="noStrike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当天投放，当天见客资</a:t>
            </a:r>
            <a:r>
              <a:rPr lang="en-US" sz="1000" b="1" i="0" u="none" strike="noStrike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)</a:t>
            </a:r>
            <a:endParaRPr lang="en-US" sz="1000" b="1" i="0" u="none" strike="noStrike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/>
            </a:endParaRPr>
          </a:p>
        </p:txBody>
      </p:sp>
      <p:sp>
        <p:nvSpPr>
          <p:cNvPr id="181" name="AutoShape 20"/>
          <p:cNvSpPr/>
          <p:nvPr/>
        </p:nvSpPr>
        <p:spPr>
          <a:xfrm>
            <a:off x="8137525" y="4079875"/>
            <a:ext cx="2559050" cy="3048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400" b="1" i="0" u="none" strike="noStrike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无</a:t>
            </a:r>
            <a:r>
              <a:rPr lang="zh-CN" altLang="en-US" sz="1000" b="1" i="0" u="none" strike="noStrike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（</a:t>
            </a:r>
            <a:r>
              <a:rPr lang="en-US" altLang="zh-CN" sz="1000" b="1" i="0" u="none" strike="noStrike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10</a:t>
            </a:r>
            <a:r>
              <a:rPr lang="zh-CN" altLang="en-US" sz="1000" b="1" i="0" u="none" strike="noStrike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分钟提供资料后期每日回复询盘即可）</a:t>
            </a:r>
            <a:endParaRPr lang="zh-CN" altLang="en-US" sz="1000" b="1" i="0" u="none" strike="noStrike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/>
            </a:endParaRPr>
          </a:p>
        </p:txBody>
      </p:sp>
      <p:sp>
        <p:nvSpPr>
          <p:cNvPr id="182" name="AutoShape 20"/>
          <p:cNvSpPr/>
          <p:nvPr/>
        </p:nvSpPr>
        <p:spPr>
          <a:xfrm>
            <a:off x="8854440" y="4603750"/>
            <a:ext cx="1773555" cy="3048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zh-CN" altLang="en-US" sz="1300" b="1" i="0" u="none" strike="noStrike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客户主动询盘</a:t>
            </a:r>
            <a:endParaRPr lang="zh-CN" altLang="en-US" sz="1300" b="1" i="0" u="none" strike="noStrike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/>
            </a:endParaRPr>
          </a:p>
        </p:txBody>
      </p:sp>
      <p:sp>
        <p:nvSpPr>
          <p:cNvPr id="183" name="AutoShape 20"/>
          <p:cNvSpPr/>
          <p:nvPr/>
        </p:nvSpPr>
        <p:spPr>
          <a:xfrm>
            <a:off x="8526780" y="5708650"/>
            <a:ext cx="2100580" cy="3048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1300" b="1" i="0" u="none" strike="noStrike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全域（</a:t>
            </a:r>
            <a:r>
              <a:rPr lang="en-US" altLang="zh-CN" sz="1000" b="1" i="0" u="none" strike="noStrike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Meta+Google</a:t>
            </a:r>
            <a:r>
              <a:rPr lang="zh-CN" altLang="en-US" sz="1000" b="1" i="0" u="none" strike="noStrike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联盟）</a:t>
            </a:r>
            <a:endParaRPr lang="zh-CN" altLang="en-US" sz="1000" b="1" i="0" u="none" strike="noStrike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/>
            </a:endParaRPr>
          </a:p>
        </p:txBody>
      </p:sp>
      <p:pic>
        <p:nvPicPr>
          <p:cNvPr id="191" name="Picture 5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58915" y="1997710"/>
            <a:ext cx="228600" cy="228600"/>
          </a:xfrm>
          <a:prstGeom prst="rect">
            <a:avLst/>
          </a:prstGeom>
        </p:spPr>
      </p:pic>
      <p:pic>
        <p:nvPicPr>
          <p:cNvPr id="192" name="Picture 5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58915" y="4679950"/>
            <a:ext cx="228600" cy="228600"/>
          </a:xfrm>
          <a:prstGeom prst="rect">
            <a:avLst/>
          </a:prstGeom>
        </p:spPr>
      </p:pic>
      <p:pic>
        <p:nvPicPr>
          <p:cNvPr id="193" name="Picture 5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58915" y="2530475"/>
            <a:ext cx="228600" cy="228600"/>
          </a:xfrm>
          <a:prstGeom prst="rect">
            <a:avLst/>
          </a:prstGeom>
        </p:spPr>
      </p:pic>
      <p:pic>
        <p:nvPicPr>
          <p:cNvPr id="194" name="Picture 5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58915" y="4137660"/>
            <a:ext cx="228600" cy="228600"/>
          </a:xfrm>
          <a:prstGeom prst="rect">
            <a:avLst/>
          </a:prstGeom>
        </p:spPr>
      </p:pic>
      <p:pic>
        <p:nvPicPr>
          <p:cNvPr id="195" name="Picture 5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58915" y="3585845"/>
            <a:ext cx="228600" cy="228600"/>
          </a:xfrm>
          <a:prstGeom prst="rect">
            <a:avLst/>
          </a:prstGeom>
        </p:spPr>
      </p:pic>
      <p:pic>
        <p:nvPicPr>
          <p:cNvPr id="196" name="Picture 5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58915" y="3053715"/>
            <a:ext cx="228600" cy="228600"/>
          </a:xfrm>
          <a:prstGeom prst="rect">
            <a:avLst/>
          </a:prstGeom>
        </p:spPr>
      </p:pic>
      <p:pic>
        <p:nvPicPr>
          <p:cNvPr id="197" name="Picture 5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58915" y="5784850"/>
            <a:ext cx="228600" cy="228600"/>
          </a:xfrm>
          <a:prstGeom prst="rect">
            <a:avLst/>
          </a:prstGeom>
        </p:spPr>
      </p:pic>
      <p:pic>
        <p:nvPicPr>
          <p:cNvPr id="198" name="Picture 5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558915" y="5222875"/>
            <a:ext cx="228600" cy="228600"/>
          </a:xfrm>
          <a:prstGeom prst="rect">
            <a:avLst/>
          </a:prstGeom>
        </p:spPr>
      </p:pic>
      <p:sp>
        <p:nvSpPr>
          <p:cNvPr id="200" name="AutoShape 42"/>
          <p:cNvSpPr/>
          <p:nvPr/>
        </p:nvSpPr>
        <p:spPr>
          <a:xfrm>
            <a:off x="34290" y="6235065"/>
            <a:ext cx="5565775" cy="508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Noto Sans SC"/>
                <a:sym typeface="Noto Sans SC"/>
              </a:rPr>
              <a:t>                                   流量成本高、客户来源单一，且对专业运营技术依赖极强 !</a:t>
            </a:r>
            <a:endParaRPr lang="en-US" sz="1200" b="1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Noto Sans SC"/>
              <a:sym typeface="Noto Sans SC"/>
            </a:endParaRPr>
          </a:p>
        </p:txBody>
      </p:sp>
      <p:sp>
        <p:nvSpPr>
          <p:cNvPr id="202" name="AutoShape 67"/>
          <p:cNvSpPr/>
          <p:nvPr/>
        </p:nvSpPr>
        <p:spPr>
          <a:xfrm>
            <a:off x="6435090" y="6235065"/>
            <a:ext cx="5676900" cy="508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Noto Sans SC"/>
                <a:sym typeface="Noto Sans SC"/>
              </a:rPr>
              <a:t>   精准锁定采购商，低成本、高转化，客户资产永久归属企业！</a:t>
            </a:r>
            <a:endParaRPr lang="en-US" sz="1200" b="1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Noto Sans SC"/>
              <a:sym typeface="Noto Sans SC"/>
            </a:endParaRPr>
          </a:p>
        </p:txBody>
      </p:sp>
      <p:pic>
        <p:nvPicPr>
          <p:cNvPr id="35" name="图片 34" descr="wtfregre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423049" y="1049020"/>
            <a:ext cx="502087" cy="269055"/>
          </a:xfrm>
          <a:prstGeom prst="rect">
            <a:avLst/>
          </a:prstGeom>
        </p:spPr>
      </p:pic>
      <p:pic>
        <p:nvPicPr>
          <p:cNvPr id="36" name="图片 35" descr="trhtrh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696824" y="1229384"/>
            <a:ext cx="242473" cy="454636"/>
          </a:xfrm>
          <a:prstGeom prst="rect">
            <a:avLst/>
          </a:prstGeom>
        </p:spPr>
      </p:pic>
      <p:pic>
        <p:nvPicPr>
          <p:cNvPr id="37" name="图片 36" descr="trhtrh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 flipH="1">
            <a:off x="5404665" y="1229384"/>
            <a:ext cx="242473" cy="454636"/>
          </a:xfrm>
          <a:prstGeom prst="rect">
            <a:avLst/>
          </a:prstGeom>
        </p:spPr>
      </p:pic>
      <p:pic>
        <p:nvPicPr>
          <p:cNvPr id="39" name="图片 38" descr="wtfregre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002648" y="1049020"/>
            <a:ext cx="502087" cy="269055"/>
          </a:xfrm>
          <a:prstGeom prst="rect">
            <a:avLst/>
          </a:prstGeom>
        </p:spPr>
      </p:pic>
      <p:pic>
        <p:nvPicPr>
          <p:cNvPr id="40" name="图片 39" descr="trhtrh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276175" y="1229384"/>
            <a:ext cx="242473" cy="454636"/>
          </a:xfrm>
          <a:prstGeom prst="rect">
            <a:avLst/>
          </a:prstGeom>
        </p:spPr>
      </p:pic>
      <p:pic>
        <p:nvPicPr>
          <p:cNvPr id="41" name="图片 40" descr="trhtrh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 flipH="1">
            <a:off x="5984264" y="1229384"/>
            <a:ext cx="242473" cy="454636"/>
          </a:xfrm>
          <a:prstGeom prst="rect">
            <a:avLst/>
          </a:prstGeom>
        </p:spPr>
      </p:pic>
      <p:sp>
        <p:nvSpPr>
          <p:cNvPr id="56" name="文本框 55"/>
          <p:cNvSpPr txBox="1"/>
          <p:nvPr>
            <p:custDataLst>
              <p:tags r:id="rId25"/>
            </p:custDataLst>
          </p:nvPr>
        </p:nvSpPr>
        <p:spPr>
          <a:xfrm>
            <a:off x="2082800" y="1153160"/>
            <a:ext cx="28848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独立站谷歌推广</a:t>
            </a:r>
            <a:endParaRPr lang="zh-CN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26"/>
            </p:custDataLst>
          </p:nvPr>
        </p:nvGrpSpPr>
        <p:grpSpPr>
          <a:xfrm rot="0">
            <a:off x="5037229" y="1328261"/>
            <a:ext cx="371162" cy="58631"/>
            <a:chOff x="7097" y="3977"/>
            <a:chExt cx="1494" cy="236"/>
          </a:xfrm>
          <a:solidFill>
            <a:schemeClr val="bg2">
              <a:lumMod val="90000"/>
            </a:schemeClr>
          </a:solidFill>
        </p:grpSpPr>
        <p:cxnSp>
          <p:nvCxnSpPr>
            <p:cNvPr id="10" name="直接连接符 9"/>
            <p:cNvCxnSpPr/>
            <p:nvPr>
              <p:custDataLst>
                <p:tags r:id="rId27"/>
              </p:custDataLst>
            </p:nvPr>
          </p:nvCxnSpPr>
          <p:spPr>
            <a:xfrm flipH="1">
              <a:off x="7097" y="4096"/>
              <a:ext cx="1495" cy="0"/>
            </a:xfrm>
            <a:prstGeom prst="line">
              <a:avLst/>
            </a:prstGeom>
            <a:grpFill/>
            <a:ln w="19050">
              <a:solidFill>
                <a:srgbClr val="6F8356"/>
              </a:solidFill>
            </a:ln>
          </p:spPr>
          <p:style>
            <a:lnRef idx="1">
              <a:srgbClr val="6F8356"/>
            </a:lnRef>
            <a:fillRef idx="0">
              <a:srgbClr val="6F8356"/>
            </a:fillRef>
            <a:effectRef idx="0">
              <a:srgbClr val="6F8356"/>
            </a:effectRef>
            <a:fontRef idx="minor">
              <a:srgbClr val="000000"/>
            </a:fontRef>
          </p:style>
        </p:cxnSp>
        <p:sp>
          <p:nvSpPr>
            <p:cNvPr id="11" name="椭圆 10"/>
            <p:cNvSpPr/>
            <p:nvPr>
              <p:custDataLst>
                <p:tags r:id="rId28"/>
              </p:custDataLst>
            </p:nvPr>
          </p:nvSpPr>
          <p:spPr>
            <a:xfrm>
              <a:off x="7097" y="3977"/>
              <a:ext cx="237" cy="2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rgbClr val="6F8356">
                <a:shade val="50000"/>
              </a:srgbClr>
            </a:lnRef>
            <a:fillRef idx="1">
              <a:srgbClr val="6F8356"/>
            </a:fillRef>
            <a:effectRef idx="0">
              <a:srgbClr val="6F8356"/>
            </a:effectRef>
            <a:fontRef idx="minor">
              <a:srgbClr val="FFFFFF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</p:grpSp>
      <p:grpSp>
        <p:nvGrpSpPr>
          <p:cNvPr id="146" name="组合 145"/>
          <p:cNvGrpSpPr/>
          <p:nvPr>
            <p:custDataLst>
              <p:tags r:id="rId29"/>
            </p:custDataLst>
          </p:nvPr>
        </p:nvGrpSpPr>
        <p:grpSpPr>
          <a:xfrm rot="10800000">
            <a:off x="6508213" y="1322050"/>
            <a:ext cx="371162" cy="58631"/>
            <a:chOff x="7097" y="3977"/>
            <a:chExt cx="1494" cy="236"/>
          </a:xfrm>
          <a:solidFill>
            <a:schemeClr val="bg2">
              <a:lumMod val="90000"/>
            </a:schemeClr>
          </a:solidFill>
        </p:grpSpPr>
        <p:cxnSp>
          <p:nvCxnSpPr>
            <p:cNvPr id="147" name="直接连接符 146"/>
            <p:cNvCxnSpPr/>
            <p:nvPr>
              <p:custDataLst>
                <p:tags r:id="rId30"/>
              </p:custDataLst>
            </p:nvPr>
          </p:nvCxnSpPr>
          <p:spPr>
            <a:xfrm flipH="1">
              <a:off x="7097" y="4096"/>
              <a:ext cx="1495" cy="0"/>
            </a:xfrm>
            <a:prstGeom prst="line">
              <a:avLst/>
            </a:prstGeom>
            <a:grpFill/>
            <a:ln w="19050">
              <a:solidFill>
                <a:srgbClr val="6F8356"/>
              </a:solidFill>
            </a:ln>
          </p:spPr>
          <p:style>
            <a:lnRef idx="1">
              <a:srgbClr val="6F8356"/>
            </a:lnRef>
            <a:fillRef idx="0">
              <a:srgbClr val="6F8356"/>
            </a:fillRef>
            <a:effectRef idx="0">
              <a:srgbClr val="6F8356"/>
            </a:effectRef>
            <a:fontRef idx="minor">
              <a:srgbClr val="000000"/>
            </a:fontRef>
          </p:style>
        </p:cxnSp>
        <p:sp>
          <p:nvSpPr>
            <p:cNvPr id="148" name="椭圆 147"/>
            <p:cNvSpPr/>
            <p:nvPr>
              <p:custDataLst>
                <p:tags r:id="rId31"/>
              </p:custDataLst>
            </p:nvPr>
          </p:nvSpPr>
          <p:spPr>
            <a:xfrm>
              <a:off x="7097" y="3977"/>
              <a:ext cx="237" cy="2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rgbClr val="6F8356">
                <a:shade val="50000"/>
              </a:srgbClr>
            </a:lnRef>
            <a:fillRef idx="1">
              <a:srgbClr val="6F8356"/>
            </a:fillRef>
            <a:effectRef idx="0">
              <a:srgbClr val="6F8356"/>
            </a:effectRef>
            <a:fontRef idx="minor">
              <a:srgbClr val="FFFFFF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</p:grpSp>
      <p:sp>
        <p:nvSpPr>
          <p:cNvPr id="150" name="文本框 149"/>
          <p:cNvSpPr txBox="1"/>
          <p:nvPr>
            <p:custDataLst>
              <p:tags r:id="rId32"/>
            </p:custDataLst>
          </p:nvPr>
        </p:nvSpPr>
        <p:spPr>
          <a:xfrm>
            <a:off x="8153400" y="1153160"/>
            <a:ext cx="167195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</a:t>
            </a:r>
            <a:r>
              <a:rPr lang="en-US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À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商机系统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2" name="图片 11" descr="343435383036303b343532343135313bbfaab7a2bbb7beb3"/>
          <p:cNvPicPr>
            <a:picLocks noChangeAspect="1"/>
          </p:cNvPicPr>
          <p:nvPr>
            <p:custDataLst>
              <p:tags r:id="rId33"/>
            </p:custDataLst>
          </p:nvPr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5588010" y="1058461"/>
            <a:ext cx="159495" cy="159495"/>
          </a:xfrm>
          <a:prstGeom prst="rect">
            <a:avLst/>
          </a:prstGeom>
        </p:spPr>
      </p:pic>
      <p:pic>
        <p:nvPicPr>
          <p:cNvPr id="13" name="图片 12" descr="333639373138363b343435303830363bb1a8b1edb1e0d6c6"/>
          <p:cNvPicPr>
            <a:picLocks noChangeAspect="1"/>
          </p:cNvPicPr>
          <p:nvPr>
            <p:custDataLst>
              <p:tags r:id="rId36"/>
            </p:custDataLst>
          </p:nvPr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6158168" y="1049020"/>
            <a:ext cx="191047" cy="191047"/>
          </a:xfrm>
          <a:prstGeom prst="rect">
            <a:avLst/>
          </a:prstGeom>
        </p:spPr>
      </p:pic>
      <p:sp>
        <p:nvSpPr>
          <p:cNvPr id="2" name="textbox 3970"/>
          <p:cNvSpPr/>
          <p:nvPr/>
        </p:nvSpPr>
        <p:spPr>
          <a:xfrm>
            <a:off x="707390" y="165735"/>
            <a:ext cx="9269095" cy="5334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lnSpc>
                <a:spcPct val="110000"/>
              </a:lnSpc>
              <a:defRPr/>
            </a:pPr>
            <a:r>
              <a:rPr lang="zh-CN" sz="27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OPPOSans R" charset="0"/>
              </a:rPr>
              <a:t>外贸获客渠道的</a:t>
            </a:r>
            <a:r>
              <a:rPr lang="zh-CN" altLang="en-US" sz="27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效果对比</a:t>
            </a:r>
            <a:r>
              <a:rPr lang="en-US" altLang="zh-CN" sz="27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</a:t>
            </a: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WA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商机丨独立站谷歌推广</a:t>
            </a:r>
            <a:endParaRPr lang="en-US" altLang="zh-CN" sz="20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20" name="矩形 319"/>
          <p:cNvSpPr>
            <a:spLocks noChangeArrowheads="1"/>
          </p:cNvSpPr>
          <p:nvPr/>
        </p:nvSpPr>
        <p:spPr bwMode="auto">
          <a:xfrm>
            <a:off x="0" y="174625"/>
            <a:ext cx="376555" cy="5238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1905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+mn-lt"/>
            </a:endParaRPr>
          </a:p>
        </p:txBody>
      </p:sp>
      <p:sp>
        <p:nvSpPr>
          <p:cNvPr id="321" name="矩形 320"/>
          <p:cNvSpPr>
            <a:spLocks noChangeArrowheads="1"/>
          </p:cNvSpPr>
          <p:nvPr/>
        </p:nvSpPr>
        <p:spPr bwMode="auto">
          <a:xfrm>
            <a:off x="408940" y="174625"/>
            <a:ext cx="140970" cy="5238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1905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+mn-lt"/>
            </a:endParaRPr>
          </a:p>
        </p:txBody>
      </p:sp>
    </p:spTree>
    <p:custDataLst>
      <p:tags r:id="rId39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Picture 4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13783" y="98425"/>
            <a:ext cx="775970" cy="836930"/>
          </a:xfrm>
          <a:prstGeom prst="rect">
            <a:avLst/>
          </a:prstGeom>
        </p:spPr>
      </p:pic>
      <p:graphicFrame>
        <p:nvGraphicFramePr>
          <p:cNvPr id="65" name="表格 64"/>
          <p:cNvGraphicFramePr/>
          <p:nvPr>
            <p:custDataLst>
              <p:tags r:id="rId2"/>
            </p:custDataLst>
          </p:nvPr>
        </p:nvGraphicFramePr>
        <p:xfrm>
          <a:off x="266065" y="1184910"/>
          <a:ext cx="7269480" cy="5569585"/>
        </p:xfrm>
        <a:graphic>
          <a:graphicData uri="http://schemas.openxmlformats.org/drawingml/2006/table">
            <a:tbl>
              <a:tblPr/>
              <a:tblGrid>
                <a:gridCol w="1623060"/>
                <a:gridCol w="2519680"/>
                <a:gridCol w="3126740"/>
              </a:tblGrid>
              <a:tr h="312420">
                <a:tc>
                  <a:txBody>
                    <a:bodyPr/>
                    <a:p>
                      <a:pPr algn="ctr" fontAlgn="ctr"/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获客逻辑</a:t>
                      </a:r>
                      <a:endParaRPr lang="zh-CN" altLang="en-US" sz="12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客户主动询盘</a:t>
                      </a:r>
                      <a:endParaRPr lang="zh-CN" altLang="en-US" sz="10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1" i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客户主动询盘</a:t>
                      </a:r>
                      <a:endParaRPr lang="zh-CN" altLang="en-US" sz="1000" b="1" i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</a:tr>
              <a:tr h="416560">
                <a:tc>
                  <a:txBody>
                    <a:bodyPr/>
                    <a:p>
                      <a:pPr algn="ctr" fontAlgn="ctr"/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询盘成本</a:t>
                      </a:r>
                      <a:endParaRPr lang="zh-CN" altLang="en-US" sz="12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200-800</a:t>
                      </a:r>
                      <a:r>
                        <a:rPr lang="zh-CN" altLang="en-US" sz="10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元</a:t>
                      </a:r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/</a:t>
                      </a:r>
                      <a:r>
                        <a:rPr lang="zh-CN" altLang="en-US" sz="10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个</a:t>
                      </a:r>
                      <a:br>
                        <a:rPr lang="zh-CN" altLang="en-US" sz="10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</a:b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(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含平台基础年费）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1" i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3-50</a:t>
                      </a:r>
                      <a:r>
                        <a:rPr lang="zh-CN" altLang="en-US" sz="1000" b="1" i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元</a:t>
                      </a:r>
                      <a:r>
                        <a:rPr lang="en-US" altLang="zh-CN" sz="1000" b="1" i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/</a:t>
                      </a:r>
                      <a:r>
                        <a:rPr lang="zh-CN" altLang="en-US" sz="1000" b="1" i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个</a:t>
                      </a:r>
                      <a:endParaRPr lang="zh-CN" altLang="en-US" sz="1000" b="1" i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</a:tr>
              <a:tr h="416560">
                <a:tc>
                  <a:txBody>
                    <a:bodyPr/>
                    <a:p>
                      <a:pPr algn="ctr" fontAlgn="ctr"/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询盘质量</a:t>
                      </a:r>
                      <a:endParaRPr lang="zh-CN" altLang="en-US" sz="12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未读未回</a:t>
                      </a:r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/</a:t>
                      </a:r>
                      <a:r>
                        <a:rPr lang="zh-CN" altLang="en-US" sz="10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已读未回居多</a:t>
                      </a:r>
                      <a:br>
                        <a:rPr lang="zh-CN" altLang="en-US" sz="10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</a:b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（个人低质量买家居多）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1" i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B2B</a:t>
                      </a:r>
                      <a:r>
                        <a:rPr lang="zh-CN" altLang="en-US" sz="1000" b="1" i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行业买家</a:t>
                      </a:r>
                      <a:endParaRPr lang="zh-CN" altLang="en-US" sz="1000" b="1" i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</a:tr>
              <a:tr h="643255">
                <a:tc>
                  <a:txBody>
                    <a:bodyPr/>
                    <a:p>
                      <a:pPr algn="ctr" fontAlgn="ctr"/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询盘真实性</a:t>
                      </a:r>
                      <a:endParaRPr lang="zh-CN" altLang="en-US" sz="12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不可查</a:t>
                      </a:r>
                      <a:endParaRPr lang="zh-CN" altLang="en-US" sz="10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1" i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真实</a:t>
                      </a:r>
                      <a:br>
                        <a:rPr lang="zh-CN" altLang="en-US" sz="1000" b="1" i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</a:br>
                      <a:r>
                        <a:rPr lang="zh-CN" altLang="en-US" sz="1000" b="1" i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每个客户包含公司名</a:t>
                      </a:r>
                      <a:r>
                        <a:rPr lang="en-US" altLang="zh-CN" sz="1000" b="1" i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/</a:t>
                      </a:r>
                      <a:r>
                        <a:rPr lang="zh-CN" altLang="en-US" sz="1000" b="1" i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电话</a:t>
                      </a:r>
                      <a:r>
                        <a:rPr lang="en-US" altLang="zh-CN" sz="1000" b="1" i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/</a:t>
                      </a:r>
                      <a:r>
                        <a:rPr lang="zh-CN" altLang="en-US" sz="1000" b="1" i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邮箱等信息</a:t>
                      </a:r>
                      <a:r>
                        <a:rPr lang="en-US" altLang="zh-CN" sz="1000" b="1" i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AI</a:t>
                      </a:r>
                      <a:r>
                        <a:rPr lang="zh-CN" altLang="en-US" sz="1000" b="1" i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背调</a:t>
                      </a:r>
                      <a:br>
                        <a:rPr lang="zh-CN" altLang="en-US" sz="1000" b="1" i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</a:br>
                      <a:r>
                        <a:rPr lang="zh-CN" altLang="en-US" sz="1000" b="1" i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展示信息源</a:t>
                      </a:r>
                      <a:endParaRPr lang="zh-CN" altLang="en-US" sz="1000" b="1" i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</a:tr>
              <a:tr h="311785">
                <a:tc>
                  <a:txBody>
                    <a:bodyPr/>
                    <a:p>
                      <a:pPr algn="ctr" fontAlgn="ctr"/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客户质量</a:t>
                      </a:r>
                      <a:endParaRPr lang="zh-CN" altLang="en-US" sz="12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比价型买家</a:t>
                      </a:r>
                      <a:endParaRPr lang="zh-CN" altLang="en-US" sz="10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1" i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全域买家</a:t>
                      </a:r>
                      <a:endParaRPr lang="zh-CN" altLang="en-US" sz="1000" b="1" i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</a:tr>
              <a:tr h="484505">
                <a:tc>
                  <a:txBody>
                    <a:bodyPr/>
                    <a:p>
                      <a:pPr algn="ctr" fontAlgn="ctr"/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询盘数量</a:t>
                      </a:r>
                      <a:endParaRPr lang="zh-CN" altLang="en-US" sz="12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5-200</a:t>
                      </a:r>
                      <a:r>
                        <a:rPr lang="zh-CN" altLang="en-US" sz="10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个</a:t>
                      </a:r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/</a:t>
                      </a:r>
                      <a:r>
                        <a:rPr lang="zh-CN" altLang="en-US" sz="10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月</a:t>
                      </a:r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(</a:t>
                      </a:r>
                      <a:r>
                        <a:rPr lang="zh-CN" altLang="en-US" sz="10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普遍</a:t>
                      </a:r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)</a:t>
                      </a:r>
                      <a:br>
                        <a:rPr lang="en-US" altLang="zh-CN" sz="10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</a:b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受限于同行卖家数和平台的资源分配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1" i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300-2000</a:t>
                      </a:r>
                      <a:r>
                        <a:rPr lang="zh-CN" altLang="en-US" sz="1000" b="1" i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个</a:t>
                      </a:r>
                      <a:r>
                        <a:rPr lang="en-US" altLang="zh-CN" sz="1000" b="1" i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/</a:t>
                      </a:r>
                      <a:r>
                        <a:rPr lang="zh-CN" altLang="en-US" sz="1000" b="1" i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月</a:t>
                      </a:r>
                      <a:r>
                        <a:rPr lang="en-US" altLang="zh-CN" sz="1000" b="1" i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(</a:t>
                      </a:r>
                      <a:r>
                        <a:rPr lang="zh-CN" altLang="en-US" sz="1000" b="1" i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普遍</a:t>
                      </a:r>
                      <a:r>
                        <a:rPr lang="en-US" altLang="zh-CN" sz="1000" b="1" i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)</a:t>
                      </a:r>
                      <a:br>
                        <a:rPr lang="en-US" altLang="zh-CN" sz="1000" b="1" i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</a:br>
                      <a:r>
                        <a:rPr lang="zh-CN" altLang="en-US" sz="900" b="0" i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根据每个广告预算决定询盘数量</a:t>
                      </a:r>
                      <a:endParaRPr lang="zh-CN" altLang="en-US" sz="900" b="0" i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</a:tr>
              <a:tr h="416560">
                <a:tc>
                  <a:txBody>
                    <a:bodyPr/>
                    <a:p>
                      <a:pPr algn="ctr" fontAlgn="ctr"/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客户有效联络率</a:t>
                      </a:r>
                      <a:endParaRPr lang="zh-CN" altLang="en-US" sz="12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30%</a:t>
                      </a:r>
                      <a:br>
                        <a:rPr lang="en-US" altLang="zh-CN" sz="10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</a:b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客户不回复则无法进一步联系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1" i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80%</a:t>
                      </a:r>
                      <a:br>
                        <a:rPr lang="en-US" altLang="zh-CN" sz="1000" b="1" i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</a:br>
                      <a:r>
                        <a:rPr lang="zh-CN" altLang="en-US" sz="900" b="0" i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客户未回复可补充电话沟通</a:t>
                      </a:r>
                      <a:endParaRPr lang="zh-CN" altLang="en-US" sz="900" b="0" i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</a:tr>
              <a:tr h="313055">
                <a:tc>
                  <a:txBody>
                    <a:bodyPr/>
                    <a:p>
                      <a:pPr algn="ctr" fontAlgn="ctr"/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客户归属</a:t>
                      </a:r>
                      <a:endParaRPr lang="zh-CN" altLang="en-US" sz="12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平台</a:t>
                      </a:r>
                      <a:endParaRPr lang="zh-CN" altLang="en-US" sz="10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1" i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自动进入企业</a:t>
                      </a:r>
                      <a:r>
                        <a:rPr lang="en-US" altLang="zh-CN" sz="1000" b="1" i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whatsapp</a:t>
                      </a:r>
                      <a:endParaRPr lang="en-US" altLang="zh-CN" sz="1000" b="1" i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</a:tr>
              <a:tr h="415925">
                <a:tc>
                  <a:txBody>
                    <a:bodyPr/>
                    <a:p>
                      <a:pPr algn="ctr" fontAlgn="ctr"/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见效周期</a:t>
                      </a:r>
                      <a:endParaRPr lang="zh-CN" altLang="en-US" sz="12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缓慢沉淀</a:t>
                      </a:r>
                      <a:br>
                        <a:rPr lang="zh-CN" altLang="en-US" sz="10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</a:b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发品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-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运营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-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广告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-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优化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-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星级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1" i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快</a:t>
                      </a:r>
                      <a:br>
                        <a:rPr lang="zh-CN" altLang="en-US" sz="1000" b="1" i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</a:br>
                      <a:r>
                        <a:rPr lang="zh-CN" altLang="en-US" sz="900" b="0" i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当天投放当天进客资</a:t>
                      </a:r>
                      <a:endParaRPr lang="zh-CN" altLang="en-US" sz="900" b="0" i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</a:tr>
              <a:tr h="417830">
                <a:tc>
                  <a:txBody>
                    <a:bodyPr/>
                    <a:p>
                      <a:pPr algn="ctr" fontAlgn="ctr"/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效果稳定性</a:t>
                      </a:r>
                      <a:endParaRPr lang="zh-CN" altLang="en-US" sz="12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随着平台规则改变而波动</a:t>
                      </a:r>
                      <a:endParaRPr lang="zh-CN" altLang="en-US" sz="10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1" i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稳定</a:t>
                      </a:r>
                      <a:br>
                        <a:rPr lang="zh-CN" altLang="en-US" sz="1000" b="1" i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</a:br>
                      <a:r>
                        <a:rPr lang="zh-CN" altLang="en-US" sz="900" b="0" i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每日询盘数</a:t>
                      </a:r>
                      <a:r>
                        <a:rPr lang="en-US" altLang="zh-CN" sz="900" b="0" i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10%</a:t>
                      </a:r>
                      <a:r>
                        <a:rPr lang="zh-CN" altLang="en-US" sz="900" b="0" i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区间波动</a:t>
                      </a:r>
                      <a:endParaRPr lang="zh-CN" altLang="en-US" sz="900" b="0" i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</a:tr>
              <a:tr h="311785">
                <a:tc>
                  <a:txBody>
                    <a:bodyPr/>
                    <a:p>
                      <a:pPr algn="ctr" fontAlgn="ctr"/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同行竞争</a:t>
                      </a:r>
                      <a:endParaRPr lang="zh-CN" altLang="en-US" sz="12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大量同行同步展示卖家货比</a:t>
                      </a:r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r>
                        <a:rPr lang="zh-CN" altLang="en-US" sz="10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家</a:t>
                      </a:r>
                      <a:endParaRPr lang="zh-CN" altLang="en-US" sz="10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1" i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客户</a:t>
                      </a:r>
                      <a:r>
                        <a:rPr lang="en-US" altLang="zh-CN" sz="1000" b="1" i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r>
                        <a:rPr lang="zh-CN" altLang="en-US" sz="1000" b="1" i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对</a:t>
                      </a:r>
                      <a:r>
                        <a:rPr lang="en-US" altLang="zh-CN" sz="1000" b="1" i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r>
                        <a:rPr lang="zh-CN" altLang="en-US" sz="1000" b="1" i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联系</a:t>
                      </a:r>
                      <a:endParaRPr lang="zh-CN" altLang="en-US" sz="1000" b="1" i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</a:tr>
              <a:tr h="312420">
                <a:tc>
                  <a:txBody>
                    <a:bodyPr/>
                    <a:p>
                      <a:pPr algn="ctr" fontAlgn="ctr"/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起步门槛</a:t>
                      </a:r>
                      <a:endParaRPr lang="zh-CN" altLang="en-US" sz="12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r>
                        <a:rPr lang="zh-CN" altLang="en-US" sz="10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万</a:t>
                      </a:r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+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1" i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r>
                        <a:rPr lang="zh-CN" altLang="en-US" sz="1000" b="1" i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万</a:t>
                      </a:r>
                      <a:r>
                        <a:rPr lang="en-US" altLang="zh-CN" sz="1000" b="1" i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+</a:t>
                      </a:r>
                      <a:endParaRPr lang="en-US" altLang="zh-CN" sz="1000" b="1" i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</a:tr>
              <a:tr h="313055">
                <a:tc>
                  <a:txBody>
                    <a:bodyPr/>
                    <a:p>
                      <a:pPr algn="ctr" fontAlgn="ctr"/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投入灵活性</a:t>
                      </a:r>
                      <a:endParaRPr lang="zh-CN" altLang="en-US" sz="12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固定年费</a:t>
                      </a:r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+</a:t>
                      </a:r>
                      <a:r>
                        <a:rPr lang="zh-CN" altLang="en-US" sz="10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定投广告费</a:t>
                      </a:r>
                      <a:endParaRPr lang="zh-CN" altLang="en-US" sz="10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1" i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无年费，预算自定义随时启停</a:t>
                      </a:r>
                      <a:endParaRPr lang="zh-CN" altLang="en-US" sz="1000" b="1" i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</a:tr>
              <a:tr h="483870">
                <a:tc>
                  <a:txBody>
                    <a:bodyPr/>
                    <a:p>
                      <a:pPr algn="ctr" fontAlgn="ctr"/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运营难度</a:t>
                      </a:r>
                      <a:endParaRPr lang="zh-CN" altLang="en-US" sz="12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难</a:t>
                      </a:r>
                      <a:br>
                        <a:rPr lang="zh-CN" altLang="en-US" sz="10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</a:b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需要专业运营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1" i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无</a:t>
                      </a:r>
                      <a:br>
                        <a:rPr lang="zh-CN" altLang="en-US" sz="1000" b="1" i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</a:br>
                      <a:r>
                        <a:rPr lang="en-US" altLang="zh-CN" sz="900" b="0" i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r>
                        <a:rPr lang="zh-CN" altLang="en-US" sz="900" b="0" i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分钟提供产品资料，后期每日回复询盘即可</a:t>
                      </a:r>
                      <a:endParaRPr lang="zh-CN" altLang="en-US" sz="900" b="0" i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>
                    <a:lnL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84" name="AutoShape 4"/>
          <p:cNvSpPr/>
          <p:nvPr/>
        </p:nvSpPr>
        <p:spPr>
          <a:xfrm>
            <a:off x="7672070" y="3700780"/>
            <a:ext cx="3907790" cy="3053715"/>
          </a:xfrm>
          <a:prstGeom prst="roundRect">
            <a:avLst>
              <a:gd name="adj" fmla="val 592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5" name="AutoShape 5"/>
          <p:cNvSpPr/>
          <p:nvPr/>
        </p:nvSpPr>
        <p:spPr>
          <a:xfrm>
            <a:off x="7994650" y="3839845"/>
            <a:ext cx="381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B2B平台：被动分配，</a:t>
            </a:r>
            <a:r>
              <a:rPr lang="zh-CN" altLang="en-US" sz="1400" b="1" i="0" u="none" strike="noStrike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平台抽成</a:t>
            </a:r>
            <a:endParaRPr lang="zh-CN" altLang="en-US" sz="1400" b="1" i="0" u="none" strike="noStrike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/>
            </a:endParaRPr>
          </a:p>
        </p:txBody>
      </p:sp>
      <p:sp>
        <p:nvSpPr>
          <p:cNvPr id="86" name="AutoShape 6"/>
          <p:cNvSpPr/>
          <p:nvPr/>
        </p:nvSpPr>
        <p:spPr>
          <a:xfrm>
            <a:off x="7994650" y="4284345"/>
            <a:ext cx="3338195" cy="36000"/>
          </a:xfrm>
          <a:prstGeom prst="roundRect">
            <a:avLst>
              <a:gd name="adj" fmla="val 0"/>
            </a:avLst>
          </a:prstGeom>
          <a:solidFill>
            <a:schemeClr val="accent1">
              <a:lumMod val="75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7" name="AutoShape 7"/>
          <p:cNvSpPr/>
          <p:nvPr/>
        </p:nvSpPr>
        <p:spPr>
          <a:xfrm>
            <a:off x="7911465" y="5972810"/>
            <a:ext cx="3810000" cy="76644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200000"/>
              </a:lnSpc>
              <a:defRPr/>
            </a:pPr>
            <a:r>
              <a:rPr lang="en-US" sz="11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68%</a:t>
            </a:r>
            <a:r>
              <a:rPr lang="en-US" sz="1100" b="0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的流量来自平台外部，平台抽成且按逻辑被动分配。</a:t>
            </a:r>
            <a:endParaRPr lang="en-US" sz="1100" b="0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/>
            </a:endParaRPr>
          </a:p>
          <a:p>
            <a:pPr indent="0" algn="l">
              <a:lnSpc>
                <a:spcPct val="200000"/>
              </a:lnSpc>
              <a:defRPr/>
            </a:pPr>
            <a:r>
              <a:rPr lang="en-US" sz="1100" b="0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询盘成本高达</a:t>
            </a:r>
            <a:r>
              <a:rPr lang="en-US" sz="11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¥200-800/个</a:t>
            </a:r>
            <a:r>
              <a:rPr lang="en-US" sz="1100" b="0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，客户归属平台，运营难度高。</a:t>
            </a:r>
            <a:endParaRPr lang="en-US" sz="1100" b="0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/>
            </a:endParaRPr>
          </a:p>
        </p:txBody>
      </p:sp>
      <p:grpSp>
        <p:nvGrpSpPr>
          <p:cNvPr id="88" name="组合 87"/>
          <p:cNvGrpSpPr/>
          <p:nvPr/>
        </p:nvGrpSpPr>
        <p:grpSpPr>
          <a:xfrm>
            <a:off x="8506460" y="4403725"/>
            <a:ext cx="2405380" cy="1136650"/>
            <a:chOff x="1312803" y="1483391"/>
            <a:chExt cx="5945224" cy="2864432"/>
          </a:xfrm>
        </p:grpSpPr>
        <p:grpSp>
          <p:nvGrpSpPr>
            <p:cNvPr id="89" name="组合 88"/>
            <p:cNvGrpSpPr/>
            <p:nvPr/>
          </p:nvGrpSpPr>
          <p:grpSpPr>
            <a:xfrm>
              <a:off x="1312803" y="1483391"/>
              <a:ext cx="2864432" cy="2864432"/>
              <a:chOff x="944715" y="1483391"/>
              <a:chExt cx="2864432" cy="2864432"/>
            </a:xfrm>
          </p:grpSpPr>
          <p:sp>
            <p:nvSpPr>
              <p:cNvPr id="90" name="Oval 26"/>
              <p:cNvSpPr/>
              <p:nvPr/>
            </p:nvSpPr>
            <p:spPr>
              <a:xfrm>
                <a:off x="1017784" y="1556460"/>
                <a:ext cx="2718292" cy="2718292"/>
              </a:xfrm>
              <a:prstGeom prst="ellipse">
                <a:avLst/>
              </a:prstGeom>
              <a:solidFill>
                <a:srgbClr val="667384">
                  <a:lumMod val="20000"/>
                  <a:lumOff val="8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313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POSans R" panose="00020600040101010101" pitchFamily="18" charset="-122"/>
                  <a:ea typeface="OPPOSans R" panose="00020600040101010101" pitchFamily="18" charset="-122"/>
                  <a:cs typeface="OPPOSans R"/>
                  <a:sym typeface="OPPOSans R"/>
                </a:endParaRPr>
              </a:p>
            </p:txBody>
          </p:sp>
          <p:sp>
            <p:nvSpPr>
              <p:cNvPr id="91" name="Pie 27"/>
              <p:cNvSpPr/>
              <p:nvPr/>
            </p:nvSpPr>
            <p:spPr>
              <a:xfrm>
                <a:off x="1021409" y="1560085"/>
                <a:ext cx="2711038" cy="2711038"/>
              </a:xfrm>
              <a:prstGeom prst="pie">
                <a:avLst>
                  <a:gd name="adj1" fmla="val 16163450"/>
                  <a:gd name="adj2" fmla="val 2587600"/>
                </a:avLst>
              </a:prstGeom>
              <a:gradFill>
                <a:gsLst>
                  <a:gs pos="0">
                    <a:srgbClr val="006EFF">
                      <a:lumMod val="60000"/>
                      <a:lumOff val="40000"/>
                    </a:srgbClr>
                  </a:gs>
                  <a:gs pos="100000">
                    <a:srgbClr val="006EFF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313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OPPOSans R" panose="00020600040101010101" pitchFamily="18" charset="-122"/>
                  <a:ea typeface="OPPOSans R" panose="00020600040101010101" pitchFamily="18" charset="-122"/>
                  <a:cs typeface="OPPOSans R"/>
                  <a:sym typeface="OPPOSans R"/>
                </a:endParaRPr>
              </a:p>
            </p:txBody>
          </p:sp>
          <p:sp>
            <p:nvSpPr>
              <p:cNvPr id="92" name="Freeform 5"/>
              <p:cNvSpPr>
                <a:spLocks noEditPoints="1"/>
              </p:cNvSpPr>
              <p:nvPr/>
            </p:nvSpPr>
            <p:spPr bwMode="auto">
              <a:xfrm>
                <a:off x="944715" y="1483391"/>
                <a:ext cx="2864432" cy="2864432"/>
              </a:xfrm>
              <a:custGeom>
                <a:avLst/>
                <a:gdLst>
                  <a:gd name="T0" fmla="*/ 1837 w 1982"/>
                  <a:gd name="T1" fmla="*/ 798 h 1981"/>
                  <a:gd name="T2" fmla="*/ 1724 w 1982"/>
                  <a:gd name="T3" fmla="*/ 887 h 1981"/>
                  <a:gd name="T4" fmla="*/ 1777 w 1982"/>
                  <a:gd name="T5" fmla="*/ 1071 h 1981"/>
                  <a:gd name="T6" fmla="*/ 1688 w 1982"/>
                  <a:gd name="T7" fmla="*/ 1239 h 1981"/>
                  <a:gd name="T8" fmla="*/ 1724 w 1982"/>
                  <a:gd name="T9" fmla="*/ 697 h 1981"/>
                  <a:gd name="T10" fmla="*/ 1772 w 1982"/>
                  <a:gd name="T11" fmla="*/ 580 h 1981"/>
                  <a:gd name="T12" fmla="*/ 1609 w 1982"/>
                  <a:gd name="T13" fmla="*/ 583 h 1981"/>
                  <a:gd name="T14" fmla="*/ 510 w 1982"/>
                  <a:gd name="T15" fmla="*/ 269 h 1981"/>
                  <a:gd name="T16" fmla="*/ 457 w 1982"/>
                  <a:gd name="T17" fmla="*/ 388 h 1981"/>
                  <a:gd name="T18" fmla="*/ 329 w 1982"/>
                  <a:gd name="T19" fmla="*/ 407 h 1981"/>
                  <a:gd name="T20" fmla="*/ 395 w 1982"/>
                  <a:gd name="T21" fmla="*/ 579 h 1981"/>
                  <a:gd name="T22" fmla="*/ 395 w 1982"/>
                  <a:gd name="T23" fmla="*/ 579 h 1981"/>
                  <a:gd name="T24" fmla="*/ 209 w 1982"/>
                  <a:gd name="T25" fmla="*/ 582 h 1981"/>
                  <a:gd name="T26" fmla="*/ 314 w 1982"/>
                  <a:gd name="T27" fmla="*/ 734 h 1981"/>
                  <a:gd name="T28" fmla="*/ 305 w 1982"/>
                  <a:gd name="T29" fmla="*/ 1268 h 1981"/>
                  <a:gd name="T30" fmla="*/ 134 w 1982"/>
                  <a:gd name="T31" fmla="*/ 781 h 1981"/>
                  <a:gd name="T32" fmla="*/ 258 w 1982"/>
                  <a:gd name="T33" fmla="*/ 887 h 1981"/>
                  <a:gd name="T34" fmla="*/ 272 w 1982"/>
                  <a:gd name="T35" fmla="*/ 1078 h 1981"/>
                  <a:gd name="T36" fmla="*/ 262 w 1982"/>
                  <a:gd name="T37" fmla="*/ 991 h 1981"/>
                  <a:gd name="T38" fmla="*/ 264 w 1982"/>
                  <a:gd name="T39" fmla="*/ 1154 h 1981"/>
                  <a:gd name="T40" fmla="*/ 216 w 1982"/>
                  <a:gd name="T41" fmla="*/ 1381 h 1981"/>
                  <a:gd name="T42" fmla="*/ 395 w 1982"/>
                  <a:gd name="T43" fmla="*/ 1402 h 1981"/>
                  <a:gd name="T44" fmla="*/ 352 w 1982"/>
                  <a:gd name="T45" fmla="*/ 1578 h 1981"/>
                  <a:gd name="T46" fmla="*/ 457 w 1982"/>
                  <a:gd name="T47" fmla="*/ 1594 h 1981"/>
                  <a:gd name="T48" fmla="*/ 457 w 1982"/>
                  <a:gd name="T49" fmla="*/ 1594 h 1981"/>
                  <a:gd name="T50" fmla="*/ 581 w 1982"/>
                  <a:gd name="T51" fmla="*/ 1613 h 1981"/>
                  <a:gd name="T52" fmla="*/ 654 w 1982"/>
                  <a:gd name="T53" fmla="*/ 1632 h 1981"/>
                  <a:gd name="T54" fmla="*/ 638 w 1982"/>
                  <a:gd name="T55" fmla="*/ 285 h 1981"/>
                  <a:gd name="T56" fmla="*/ 712 w 1982"/>
                  <a:gd name="T57" fmla="*/ 300 h 1981"/>
                  <a:gd name="T58" fmla="*/ 713 w 1982"/>
                  <a:gd name="T59" fmla="*/ 1682 h 1981"/>
                  <a:gd name="T60" fmla="*/ 799 w 1982"/>
                  <a:gd name="T61" fmla="*/ 1706 h 1981"/>
                  <a:gd name="T62" fmla="*/ 817 w 1982"/>
                  <a:gd name="T63" fmla="*/ 221 h 1981"/>
                  <a:gd name="T64" fmla="*/ 902 w 1982"/>
                  <a:gd name="T65" fmla="*/ 267 h 1981"/>
                  <a:gd name="T66" fmla="*/ 872 w 1982"/>
                  <a:gd name="T67" fmla="*/ 1850 h 1981"/>
                  <a:gd name="T68" fmla="*/ 976 w 1982"/>
                  <a:gd name="T69" fmla="*/ 1731 h 1981"/>
                  <a:gd name="T70" fmla="*/ 976 w 1982"/>
                  <a:gd name="T71" fmla="*/ 201 h 1981"/>
                  <a:gd name="T72" fmla="*/ 1110 w 1982"/>
                  <a:gd name="T73" fmla="*/ 132 h 1981"/>
                  <a:gd name="T74" fmla="*/ 1066 w 1982"/>
                  <a:gd name="T75" fmla="*/ 1732 h 1981"/>
                  <a:gd name="T76" fmla="*/ 1165 w 1982"/>
                  <a:gd name="T77" fmla="*/ 1761 h 1981"/>
                  <a:gd name="T78" fmla="*/ 1183 w 1982"/>
                  <a:gd name="T79" fmla="*/ 276 h 1981"/>
                  <a:gd name="T80" fmla="*/ 1240 w 1982"/>
                  <a:gd name="T81" fmla="*/ 289 h 1981"/>
                  <a:gd name="T82" fmla="*/ 1304 w 1982"/>
                  <a:gd name="T83" fmla="*/ 1816 h 1981"/>
                  <a:gd name="T84" fmla="*/ 1304 w 1982"/>
                  <a:gd name="T85" fmla="*/ 1816 h 1981"/>
                  <a:gd name="T86" fmla="*/ 1365 w 1982"/>
                  <a:gd name="T87" fmla="*/ 1704 h 1981"/>
                  <a:gd name="T88" fmla="*/ 1372 w 1982"/>
                  <a:gd name="T89" fmla="*/ 299 h 1981"/>
                  <a:gd name="T90" fmla="*/ 1405 w 1982"/>
                  <a:gd name="T91" fmla="*/ 390 h 1981"/>
                  <a:gd name="T92" fmla="*/ 1497 w 1982"/>
                  <a:gd name="T93" fmla="*/ 1696 h 1981"/>
                  <a:gd name="T94" fmla="*/ 1493 w 1982"/>
                  <a:gd name="T95" fmla="*/ 1535 h 1981"/>
                  <a:gd name="T96" fmla="*/ 1503 w 1982"/>
                  <a:gd name="T97" fmla="*/ 390 h 1981"/>
                  <a:gd name="T98" fmla="*/ 1650 w 1982"/>
                  <a:gd name="T99" fmla="*/ 427 h 1981"/>
                  <a:gd name="T100" fmla="*/ 1539 w 1982"/>
                  <a:gd name="T101" fmla="*/ 1496 h 1981"/>
                  <a:gd name="T102" fmla="*/ 1632 w 1982"/>
                  <a:gd name="T103" fmla="*/ 1452 h 1981"/>
                  <a:gd name="T104" fmla="*/ 1752 w 1982"/>
                  <a:gd name="T105" fmla="*/ 1407 h 1981"/>
                  <a:gd name="T106" fmla="*/ 1848 w 1982"/>
                  <a:gd name="T107" fmla="*/ 1202 h 1981"/>
                  <a:gd name="T108" fmla="*/ 1858 w 1982"/>
                  <a:gd name="T109" fmla="*/ 1006 h 19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982" h="1981">
                    <a:moveTo>
                      <a:pt x="991" y="0"/>
                    </a:moveTo>
                    <a:cubicBezTo>
                      <a:pt x="444" y="0"/>
                      <a:pt x="0" y="443"/>
                      <a:pt x="0" y="990"/>
                    </a:cubicBezTo>
                    <a:cubicBezTo>
                      <a:pt x="0" y="1537"/>
                      <a:pt x="444" y="1981"/>
                      <a:pt x="991" y="1981"/>
                    </a:cubicBezTo>
                    <a:cubicBezTo>
                      <a:pt x="1538" y="1981"/>
                      <a:pt x="1982" y="1537"/>
                      <a:pt x="1982" y="990"/>
                    </a:cubicBezTo>
                    <a:cubicBezTo>
                      <a:pt x="1982" y="443"/>
                      <a:pt x="1538" y="0"/>
                      <a:pt x="991" y="0"/>
                    </a:cubicBezTo>
                    <a:close/>
                    <a:moveTo>
                      <a:pt x="1848" y="779"/>
                    </a:moveTo>
                    <a:cubicBezTo>
                      <a:pt x="1850" y="787"/>
                      <a:pt x="1845" y="795"/>
                      <a:pt x="1837" y="798"/>
                    </a:cubicBezTo>
                    <a:cubicBezTo>
                      <a:pt x="1718" y="827"/>
                      <a:pt x="1718" y="827"/>
                      <a:pt x="1718" y="827"/>
                    </a:cubicBezTo>
                    <a:cubicBezTo>
                      <a:pt x="1709" y="829"/>
                      <a:pt x="1701" y="824"/>
                      <a:pt x="1699" y="816"/>
                    </a:cubicBezTo>
                    <a:cubicBezTo>
                      <a:pt x="1697" y="808"/>
                      <a:pt x="1702" y="799"/>
                      <a:pt x="1710" y="797"/>
                    </a:cubicBezTo>
                    <a:cubicBezTo>
                      <a:pt x="1829" y="768"/>
                      <a:pt x="1829" y="768"/>
                      <a:pt x="1829" y="768"/>
                    </a:cubicBezTo>
                    <a:cubicBezTo>
                      <a:pt x="1838" y="766"/>
                      <a:pt x="1846" y="771"/>
                      <a:pt x="1848" y="779"/>
                    </a:cubicBezTo>
                    <a:close/>
                    <a:moveTo>
                      <a:pt x="1710" y="904"/>
                    </a:moveTo>
                    <a:cubicBezTo>
                      <a:pt x="1709" y="895"/>
                      <a:pt x="1715" y="888"/>
                      <a:pt x="1724" y="887"/>
                    </a:cubicBezTo>
                    <a:cubicBezTo>
                      <a:pt x="1773" y="881"/>
                      <a:pt x="1773" y="881"/>
                      <a:pt x="1773" y="881"/>
                    </a:cubicBezTo>
                    <a:cubicBezTo>
                      <a:pt x="1781" y="880"/>
                      <a:pt x="1789" y="886"/>
                      <a:pt x="1790" y="894"/>
                    </a:cubicBezTo>
                    <a:cubicBezTo>
                      <a:pt x="1791" y="902"/>
                      <a:pt x="1785" y="910"/>
                      <a:pt x="1777" y="911"/>
                    </a:cubicBezTo>
                    <a:cubicBezTo>
                      <a:pt x="1727" y="917"/>
                      <a:pt x="1727" y="917"/>
                      <a:pt x="1727" y="917"/>
                    </a:cubicBezTo>
                    <a:cubicBezTo>
                      <a:pt x="1719" y="918"/>
                      <a:pt x="1711" y="912"/>
                      <a:pt x="1710" y="904"/>
                    </a:cubicBezTo>
                    <a:close/>
                    <a:moveTo>
                      <a:pt x="1727" y="1065"/>
                    </a:moveTo>
                    <a:cubicBezTo>
                      <a:pt x="1777" y="1071"/>
                      <a:pt x="1777" y="1071"/>
                      <a:pt x="1777" y="1071"/>
                    </a:cubicBezTo>
                    <a:cubicBezTo>
                      <a:pt x="1785" y="1072"/>
                      <a:pt x="1791" y="1080"/>
                      <a:pt x="1790" y="1088"/>
                    </a:cubicBezTo>
                    <a:cubicBezTo>
                      <a:pt x="1789" y="1096"/>
                      <a:pt x="1781" y="1102"/>
                      <a:pt x="1773" y="1101"/>
                    </a:cubicBezTo>
                    <a:cubicBezTo>
                      <a:pt x="1724" y="1095"/>
                      <a:pt x="1724" y="1095"/>
                      <a:pt x="1724" y="1095"/>
                    </a:cubicBezTo>
                    <a:cubicBezTo>
                      <a:pt x="1715" y="1094"/>
                      <a:pt x="1709" y="1087"/>
                      <a:pt x="1710" y="1078"/>
                    </a:cubicBezTo>
                    <a:cubicBezTo>
                      <a:pt x="1711" y="1070"/>
                      <a:pt x="1719" y="1064"/>
                      <a:pt x="1727" y="1065"/>
                    </a:cubicBezTo>
                    <a:close/>
                    <a:moveTo>
                      <a:pt x="1668" y="1248"/>
                    </a:moveTo>
                    <a:cubicBezTo>
                      <a:pt x="1671" y="1240"/>
                      <a:pt x="1680" y="1236"/>
                      <a:pt x="1688" y="1239"/>
                    </a:cubicBezTo>
                    <a:cubicBezTo>
                      <a:pt x="1735" y="1257"/>
                      <a:pt x="1735" y="1257"/>
                      <a:pt x="1735" y="1257"/>
                    </a:cubicBezTo>
                    <a:cubicBezTo>
                      <a:pt x="1743" y="1260"/>
                      <a:pt x="1747" y="1269"/>
                      <a:pt x="1744" y="1276"/>
                    </a:cubicBezTo>
                    <a:cubicBezTo>
                      <a:pt x="1741" y="1284"/>
                      <a:pt x="1732" y="1288"/>
                      <a:pt x="1724" y="1285"/>
                    </a:cubicBezTo>
                    <a:cubicBezTo>
                      <a:pt x="1677" y="1268"/>
                      <a:pt x="1677" y="1268"/>
                      <a:pt x="1677" y="1268"/>
                    </a:cubicBezTo>
                    <a:cubicBezTo>
                      <a:pt x="1669" y="1265"/>
                      <a:pt x="1665" y="1256"/>
                      <a:pt x="1668" y="1248"/>
                    </a:cubicBezTo>
                    <a:close/>
                    <a:moveTo>
                      <a:pt x="1677" y="714"/>
                    </a:moveTo>
                    <a:cubicBezTo>
                      <a:pt x="1724" y="697"/>
                      <a:pt x="1724" y="697"/>
                      <a:pt x="1724" y="697"/>
                    </a:cubicBezTo>
                    <a:cubicBezTo>
                      <a:pt x="1732" y="694"/>
                      <a:pt x="1741" y="698"/>
                      <a:pt x="1744" y="706"/>
                    </a:cubicBezTo>
                    <a:cubicBezTo>
                      <a:pt x="1747" y="713"/>
                      <a:pt x="1743" y="722"/>
                      <a:pt x="1735" y="725"/>
                    </a:cubicBezTo>
                    <a:cubicBezTo>
                      <a:pt x="1688" y="743"/>
                      <a:pt x="1688" y="743"/>
                      <a:pt x="1688" y="743"/>
                    </a:cubicBezTo>
                    <a:cubicBezTo>
                      <a:pt x="1680" y="746"/>
                      <a:pt x="1671" y="742"/>
                      <a:pt x="1668" y="734"/>
                    </a:cubicBezTo>
                    <a:cubicBezTo>
                      <a:pt x="1665" y="726"/>
                      <a:pt x="1669" y="717"/>
                      <a:pt x="1677" y="714"/>
                    </a:cubicBezTo>
                    <a:close/>
                    <a:moveTo>
                      <a:pt x="1751" y="574"/>
                    </a:moveTo>
                    <a:cubicBezTo>
                      <a:pt x="1759" y="570"/>
                      <a:pt x="1768" y="572"/>
                      <a:pt x="1772" y="580"/>
                    </a:cubicBezTo>
                    <a:cubicBezTo>
                      <a:pt x="1776" y="587"/>
                      <a:pt x="1773" y="597"/>
                      <a:pt x="1766" y="601"/>
                    </a:cubicBezTo>
                    <a:cubicBezTo>
                      <a:pt x="1657" y="658"/>
                      <a:pt x="1657" y="658"/>
                      <a:pt x="1657" y="658"/>
                    </a:cubicBezTo>
                    <a:cubicBezTo>
                      <a:pt x="1650" y="662"/>
                      <a:pt x="1641" y="659"/>
                      <a:pt x="1637" y="651"/>
                    </a:cubicBezTo>
                    <a:cubicBezTo>
                      <a:pt x="1633" y="644"/>
                      <a:pt x="1636" y="635"/>
                      <a:pt x="1643" y="631"/>
                    </a:cubicBezTo>
                    <a:lnTo>
                      <a:pt x="1751" y="574"/>
                    </a:lnTo>
                    <a:close/>
                    <a:moveTo>
                      <a:pt x="1650" y="555"/>
                    </a:moveTo>
                    <a:cubicBezTo>
                      <a:pt x="1609" y="583"/>
                      <a:pt x="1609" y="583"/>
                      <a:pt x="1609" y="583"/>
                    </a:cubicBezTo>
                    <a:cubicBezTo>
                      <a:pt x="1602" y="588"/>
                      <a:pt x="1592" y="586"/>
                      <a:pt x="1587" y="579"/>
                    </a:cubicBezTo>
                    <a:cubicBezTo>
                      <a:pt x="1582" y="572"/>
                      <a:pt x="1584" y="563"/>
                      <a:pt x="1591" y="558"/>
                    </a:cubicBezTo>
                    <a:cubicBezTo>
                      <a:pt x="1632" y="530"/>
                      <a:pt x="1632" y="530"/>
                      <a:pt x="1632" y="530"/>
                    </a:cubicBezTo>
                    <a:cubicBezTo>
                      <a:pt x="1639" y="525"/>
                      <a:pt x="1649" y="527"/>
                      <a:pt x="1653" y="534"/>
                    </a:cubicBezTo>
                    <a:cubicBezTo>
                      <a:pt x="1658" y="541"/>
                      <a:pt x="1657" y="550"/>
                      <a:pt x="1650" y="555"/>
                    </a:cubicBezTo>
                    <a:close/>
                    <a:moveTo>
                      <a:pt x="488" y="265"/>
                    </a:moveTo>
                    <a:cubicBezTo>
                      <a:pt x="495" y="260"/>
                      <a:pt x="505" y="262"/>
                      <a:pt x="510" y="269"/>
                    </a:cubicBezTo>
                    <a:cubicBezTo>
                      <a:pt x="580" y="370"/>
                      <a:pt x="580" y="370"/>
                      <a:pt x="580" y="370"/>
                    </a:cubicBezTo>
                    <a:cubicBezTo>
                      <a:pt x="584" y="377"/>
                      <a:pt x="583" y="386"/>
                      <a:pt x="576" y="391"/>
                    </a:cubicBezTo>
                    <a:cubicBezTo>
                      <a:pt x="569" y="396"/>
                      <a:pt x="559" y="394"/>
                      <a:pt x="554" y="387"/>
                    </a:cubicBezTo>
                    <a:cubicBezTo>
                      <a:pt x="485" y="287"/>
                      <a:pt x="485" y="287"/>
                      <a:pt x="485" y="287"/>
                    </a:cubicBezTo>
                    <a:cubicBezTo>
                      <a:pt x="480" y="280"/>
                      <a:pt x="482" y="270"/>
                      <a:pt x="488" y="265"/>
                    </a:cubicBezTo>
                    <a:close/>
                    <a:moveTo>
                      <a:pt x="457" y="388"/>
                    </a:moveTo>
                    <a:cubicBezTo>
                      <a:pt x="457" y="388"/>
                      <a:pt x="457" y="388"/>
                      <a:pt x="457" y="388"/>
                    </a:cubicBezTo>
                    <a:cubicBezTo>
                      <a:pt x="464" y="383"/>
                      <a:pt x="473" y="383"/>
                      <a:pt x="479" y="390"/>
                    </a:cubicBezTo>
                    <a:cubicBezTo>
                      <a:pt x="512" y="427"/>
                      <a:pt x="512" y="427"/>
                      <a:pt x="512" y="427"/>
                    </a:cubicBezTo>
                    <a:cubicBezTo>
                      <a:pt x="518" y="433"/>
                      <a:pt x="517" y="443"/>
                      <a:pt x="511" y="449"/>
                    </a:cubicBezTo>
                    <a:cubicBezTo>
                      <a:pt x="504" y="454"/>
                      <a:pt x="495" y="454"/>
                      <a:pt x="489" y="447"/>
                    </a:cubicBezTo>
                    <a:cubicBezTo>
                      <a:pt x="456" y="410"/>
                      <a:pt x="456" y="410"/>
                      <a:pt x="456" y="410"/>
                    </a:cubicBezTo>
                    <a:cubicBezTo>
                      <a:pt x="450" y="404"/>
                      <a:pt x="451" y="394"/>
                      <a:pt x="457" y="388"/>
                    </a:cubicBezTo>
                    <a:close/>
                    <a:moveTo>
                      <a:pt x="329" y="407"/>
                    </a:moveTo>
                    <a:cubicBezTo>
                      <a:pt x="335" y="400"/>
                      <a:pt x="345" y="400"/>
                      <a:pt x="351" y="405"/>
                    </a:cubicBezTo>
                    <a:cubicBezTo>
                      <a:pt x="443" y="486"/>
                      <a:pt x="443" y="486"/>
                      <a:pt x="443" y="486"/>
                    </a:cubicBezTo>
                    <a:cubicBezTo>
                      <a:pt x="449" y="492"/>
                      <a:pt x="450" y="502"/>
                      <a:pt x="444" y="508"/>
                    </a:cubicBezTo>
                    <a:cubicBezTo>
                      <a:pt x="439" y="514"/>
                      <a:pt x="429" y="515"/>
                      <a:pt x="423" y="509"/>
                    </a:cubicBezTo>
                    <a:cubicBezTo>
                      <a:pt x="331" y="428"/>
                      <a:pt x="331" y="428"/>
                      <a:pt x="331" y="428"/>
                    </a:cubicBezTo>
                    <a:cubicBezTo>
                      <a:pt x="324" y="423"/>
                      <a:pt x="324" y="413"/>
                      <a:pt x="329" y="407"/>
                    </a:cubicBezTo>
                    <a:close/>
                    <a:moveTo>
                      <a:pt x="395" y="579"/>
                    </a:moveTo>
                    <a:cubicBezTo>
                      <a:pt x="390" y="586"/>
                      <a:pt x="380" y="588"/>
                      <a:pt x="373" y="583"/>
                    </a:cubicBezTo>
                    <a:cubicBezTo>
                      <a:pt x="332" y="555"/>
                      <a:pt x="332" y="555"/>
                      <a:pt x="332" y="555"/>
                    </a:cubicBezTo>
                    <a:cubicBezTo>
                      <a:pt x="325" y="550"/>
                      <a:pt x="324" y="541"/>
                      <a:pt x="329" y="534"/>
                    </a:cubicBezTo>
                    <a:cubicBezTo>
                      <a:pt x="329" y="534"/>
                      <a:pt x="329" y="534"/>
                      <a:pt x="329" y="534"/>
                    </a:cubicBezTo>
                    <a:cubicBezTo>
                      <a:pt x="333" y="527"/>
                      <a:pt x="343" y="525"/>
                      <a:pt x="350" y="530"/>
                    </a:cubicBezTo>
                    <a:cubicBezTo>
                      <a:pt x="391" y="558"/>
                      <a:pt x="391" y="558"/>
                      <a:pt x="391" y="558"/>
                    </a:cubicBezTo>
                    <a:cubicBezTo>
                      <a:pt x="398" y="563"/>
                      <a:pt x="400" y="572"/>
                      <a:pt x="395" y="579"/>
                    </a:cubicBezTo>
                    <a:close/>
                    <a:moveTo>
                      <a:pt x="209" y="582"/>
                    </a:moveTo>
                    <a:cubicBezTo>
                      <a:pt x="213" y="575"/>
                      <a:pt x="222" y="572"/>
                      <a:pt x="229" y="576"/>
                    </a:cubicBezTo>
                    <a:cubicBezTo>
                      <a:pt x="338" y="632"/>
                      <a:pt x="338" y="632"/>
                      <a:pt x="338" y="632"/>
                    </a:cubicBezTo>
                    <a:cubicBezTo>
                      <a:pt x="346" y="636"/>
                      <a:pt x="348" y="646"/>
                      <a:pt x="345" y="653"/>
                    </a:cubicBezTo>
                    <a:cubicBezTo>
                      <a:pt x="341" y="661"/>
                      <a:pt x="331" y="663"/>
                      <a:pt x="324" y="660"/>
                    </a:cubicBezTo>
                    <a:cubicBezTo>
                      <a:pt x="215" y="603"/>
                      <a:pt x="215" y="603"/>
                      <a:pt x="215" y="603"/>
                    </a:cubicBezTo>
                    <a:cubicBezTo>
                      <a:pt x="208" y="599"/>
                      <a:pt x="205" y="590"/>
                      <a:pt x="209" y="582"/>
                    </a:cubicBezTo>
                    <a:close/>
                    <a:moveTo>
                      <a:pt x="314" y="734"/>
                    </a:moveTo>
                    <a:cubicBezTo>
                      <a:pt x="311" y="742"/>
                      <a:pt x="302" y="746"/>
                      <a:pt x="294" y="743"/>
                    </a:cubicBezTo>
                    <a:cubicBezTo>
                      <a:pt x="247" y="725"/>
                      <a:pt x="247" y="725"/>
                      <a:pt x="247" y="725"/>
                    </a:cubicBezTo>
                    <a:cubicBezTo>
                      <a:pt x="239" y="722"/>
                      <a:pt x="235" y="713"/>
                      <a:pt x="238" y="706"/>
                    </a:cubicBezTo>
                    <a:cubicBezTo>
                      <a:pt x="241" y="698"/>
                      <a:pt x="250" y="694"/>
                      <a:pt x="258" y="697"/>
                    </a:cubicBezTo>
                    <a:cubicBezTo>
                      <a:pt x="305" y="714"/>
                      <a:pt x="305" y="714"/>
                      <a:pt x="305" y="714"/>
                    </a:cubicBezTo>
                    <a:cubicBezTo>
                      <a:pt x="313" y="717"/>
                      <a:pt x="317" y="726"/>
                      <a:pt x="314" y="734"/>
                    </a:cubicBezTo>
                    <a:close/>
                    <a:moveTo>
                      <a:pt x="305" y="1268"/>
                    </a:moveTo>
                    <a:cubicBezTo>
                      <a:pt x="258" y="1285"/>
                      <a:pt x="258" y="1285"/>
                      <a:pt x="258" y="1285"/>
                    </a:cubicBezTo>
                    <a:cubicBezTo>
                      <a:pt x="250" y="1288"/>
                      <a:pt x="241" y="1284"/>
                      <a:pt x="238" y="1276"/>
                    </a:cubicBezTo>
                    <a:cubicBezTo>
                      <a:pt x="235" y="1269"/>
                      <a:pt x="239" y="1260"/>
                      <a:pt x="247" y="1257"/>
                    </a:cubicBezTo>
                    <a:cubicBezTo>
                      <a:pt x="294" y="1239"/>
                      <a:pt x="294" y="1239"/>
                      <a:pt x="294" y="1239"/>
                    </a:cubicBezTo>
                    <a:cubicBezTo>
                      <a:pt x="302" y="1236"/>
                      <a:pt x="311" y="1240"/>
                      <a:pt x="314" y="1248"/>
                    </a:cubicBezTo>
                    <a:cubicBezTo>
                      <a:pt x="317" y="1256"/>
                      <a:pt x="313" y="1265"/>
                      <a:pt x="305" y="1268"/>
                    </a:cubicBezTo>
                    <a:close/>
                    <a:moveTo>
                      <a:pt x="134" y="781"/>
                    </a:moveTo>
                    <a:cubicBezTo>
                      <a:pt x="136" y="773"/>
                      <a:pt x="144" y="768"/>
                      <a:pt x="152" y="770"/>
                    </a:cubicBezTo>
                    <a:cubicBezTo>
                      <a:pt x="271" y="799"/>
                      <a:pt x="271" y="799"/>
                      <a:pt x="271" y="799"/>
                    </a:cubicBezTo>
                    <a:cubicBezTo>
                      <a:pt x="279" y="801"/>
                      <a:pt x="284" y="809"/>
                      <a:pt x="282" y="818"/>
                    </a:cubicBezTo>
                    <a:cubicBezTo>
                      <a:pt x="280" y="826"/>
                      <a:pt x="272" y="831"/>
                      <a:pt x="264" y="829"/>
                    </a:cubicBezTo>
                    <a:cubicBezTo>
                      <a:pt x="145" y="800"/>
                      <a:pt x="145" y="800"/>
                      <a:pt x="145" y="800"/>
                    </a:cubicBezTo>
                    <a:cubicBezTo>
                      <a:pt x="137" y="798"/>
                      <a:pt x="132" y="789"/>
                      <a:pt x="134" y="781"/>
                    </a:cubicBezTo>
                    <a:close/>
                    <a:moveTo>
                      <a:pt x="272" y="904"/>
                    </a:moveTo>
                    <a:cubicBezTo>
                      <a:pt x="272" y="904"/>
                      <a:pt x="272" y="904"/>
                      <a:pt x="272" y="904"/>
                    </a:cubicBezTo>
                    <a:cubicBezTo>
                      <a:pt x="271" y="912"/>
                      <a:pt x="263" y="918"/>
                      <a:pt x="255" y="917"/>
                    </a:cubicBezTo>
                    <a:cubicBezTo>
                      <a:pt x="205" y="911"/>
                      <a:pt x="205" y="911"/>
                      <a:pt x="205" y="911"/>
                    </a:cubicBezTo>
                    <a:cubicBezTo>
                      <a:pt x="197" y="910"/>
                      <a:pt x="191" y="902"/>
                      <a:pt x="192" y="894"/>
                    </a:cubicBezTo>
                    <a:cubicBezTo>
                      <a:pt x="193" y="886"/>
                      <a:pt x="201" y="880"/>
                      <a:pt x="209" y="881"/>
                    </a:cubicBezTo>
                    <a:cubicBezTo>
                      <a:pt x="258" y="887"/>
                      <a:pt x="258" y="887"/>
                      <a:pt x="258" y="887"/>
                    </a:cubicBezTo>
                    <a:cubicBezTo>
                      <a:pt x="267" y="888"/>
                      <a:pt x="273" y="895"/>
                      <a:pt x="272" y="904"/>
                    </a:cubicBezTo>
                    <a:close/>
                    <a:moveTo>
                      <a:pt x="258" y="1095"/>
                    </a:moveTo>
                    <a:cubicBezTo>
                      <a:pt x="209" y="1101"/>
                      <a:pt x="209" y="1101"/>
                      <a:pt x="209" y="1101"/>
                    </a:cubicBezTo>
                    <a:cubicBezTo>
                      <a:pt x="201" y="1102"/>
                      <a:pt x="193" y="1096"/>
                      <a:pt x="192" y="1088"/>
                    </a:cubicBezTo>
                    <a:cubicBezTo>
                      <a:pt x="191" y="1080"/>
                      <a:pt x="197" y="1072"/>
                      <a:pt x="205" y="1071"/>
                    </a:cubicBezTo>
                    <a:cubicBezTo>
                      <a:pt x="255" y="1065"/>
                      <a:pt x="255" y="1065"/>
                      <a:pt x="255" y="1065"/>
                    </a:cubicBezTo>
                    <a:cubicBezTo>
                      <a:pt x="263" y="1064"/>
                      <a:pt x="271" y="1070"/>
                      <a:pt x="272" y="1078"/>
                    </a:cubicBezTo>
                    <a:cubicBezTo>
                      <a:pt x="272" y="1078"/>
                      <a:pt x="272" y="1078"/>
                      <a:pt x="272" y="1078"/>
                    </a:cubicBezTo>
                    <a:cubicBezTo>
                      <a:pt x="273" y="1087"/>
                      <a:pt x="267" y="1094"/>
                      <a:pt x="258" y="1095"/>
                    </a:cubicBezTo>
                    <a:close/>
                    <a:moveTo>
                      <a:pt x="108" y="991"/>
                    </a:moveTo>
                    <a:cubicBezTo>
                      <a:pt x="108" y="991"/>
                      <a:pt x="108" y="991"/>
                      <a:pt x="108" y="991"/>
                    </a:cubicBezTo>
                    <a:cubicBezTo>
                      <a:pt x="108" y="983"/>
                      <a:pt x="115" y="976"/>
                      <a:pt x="124" y="976"/>
                    </a:cubicBezTo>
                    <a:cubicBezTo>
                      <a:pt x="246" y="976"/>
                      <a:pt x="246" y="976"/>
                      <a:pt x="246" y="976"/>
                    </a:cubicBezTo>
                    <a:cubicBezTo>
                      <a:pt x="255" y="976"/>
                      <a:pt x="262" y="983"/>
                      <a:pt x="262" y="991"/>
                    </a:cubicBezTo>
                    <a:cubicBezTo>
                      <a:pt x="262" y="999"/>
                      <a:pt x="255" y="1006"/>
                      <a:pt x="246" y="1006"/>
                    </a:cubicBezTo>
                    <a:cubicBezTo>
                      <a:pt x="124" y="1006"/>
                      <a:pt x="124" y="1006"/>
                      <a:pt x="124" y="1006"/>
                    </a:cubicBezTo>
                    <a:cubicBezTo>
                      <a:pt x="115" y="1006"/>
                      <a:pt x="108" y="999"/>
                      <a:pt x="108" y="991"/>
                    </a:cubicBezTo>
                    <a:close/>
                    <a:moveTo>
                      <a:pt x="134" y="1202"/>
                    </a:moveTo>
                    <a:cubicBezTo>
                      <a:pt x="134" y="1202"/>
                      <a:pt x="134" y="1202"/>
                      <a:pt x="134" y="1202"/>
                    </a:cubicBezTo>
                    <a:cubicBezTo>
                      <a:pt x="132" y="1194"/>
                      <a:pt x="137" y="1186"/>
                      <a:pt x="145" y="1184"/>
                    </a:cubicBezTo>
                    <a:cubicBezTo>
                      <a:pt x="264" y="1154"/>
                      <a:pt x="264" y="1154"/>
                      <a:pt x="264" y="1154"/>
                    </a:cubicBezTo>
                    <a:cubicBezTo>
                      <a:pt x="272" y="1152"/>
                      <a:pt x="281" y="1157"/>
                      <a:pt x="283" y="1166"/>
                    </a:cubicBezTo>
                    <a:cubicBezTo>
                      <a:pt x="285" y="1174"/>
                      <a:pt x="280" y="1182"/>
                      <a:pt x="272" y="1184"/>
                    </a:cubicBezTo>
                    <a:cubicBezTo>
                      <a:pt x="153" y="1214"/>
                      <a:pt x="153" y="1214"/>
                      <a:pt x="153" y="1214"/>
                    </a:cubicBezTo>
                    <a:cubicBezTo>
                      <a:pt x="144" y="1216"/>
                      <a:pt x="136" y="1211"/>
                      <a:pt x="134" y="1202"/>
                    </a:cubicBezTo>
                    <a:close/>
                    <a:moveTo>
                      <a:pt x="230" y="1408"/>
                    </a:moveTo>
                    <a:cubicBezTo>
                      <a:pt x="223" y="1412"/>
                      <a:pt x="213" y="1409"/>
                      <a:pt x="209" y="1401"/>
                    </a:cubicBezTo>
                    <a:cubicBezTo>
                      <a:pt x="205" y="1394"/>
                      <a:pt x="208" y="1385"/>
                      <a:pt x="216" y="1381"/>
                    </a:cubicBezTo>
                    <a:cubicBezTo>
                      <a:pt x="324" y="1324"/>
                      <a:pt x="324" y="1324"/>
                      <a:pt x="324" y="1324"/>
                    </a:cubicBezTo>
                    <a:cubicBezTo>
                      <a:pt x="332" y="1320"/>
                      <a:pt x="341" y="1323"/>
                      <a:pt x="345" y="1330"/>
                    </a:cubicBezTo>
                    <a:cubicBezTo>
                      <a:pt x="349" y="1338"/>
                      <a:pt x="346" y="1347"/>
                      <a:pt x="339" y="1351"/>
                    </a:cubicBezTo>
                    <a:lnTo>
                      <a:pt x="230" y="1408"/>
                    </a:lnTo>
                    <a:close/>
                    <a:moveTo>
                      <a:pt x="332" y="1427"/>
                    </a:moveTo>
                    <a:cubicBezTo>
                      <a:pt x="373" y="1399"/>
                      <a:pt x="373" y="1399"/>
                      <a:pt x="373" y="1399"/>
                    </a:cubicBezTo>
                    <a:cubicBezTo>
                      <a:pt x="380" y="1394"/>
                      <a:pt x="390" y="1396"/>
                      <a:pt x="395" y="1402"/>
                    </a:cubicBezTo>
                    <a:cubicBezTo>
                      <a:pt x="400" y="1409"/>
                      <a:pt x="398" y="1419"/>
                      <a:pt x="391" y="1424"/>
                    </a:cubicBezTo>
                    <a:cubicBezTo>
                      <a:pt x="350" y="1452"/>
                      <a:pt x="350" y="1452"/>
                      <a:pt x="350" y="1452"/>
                    </a:cubicBezTo>
                    <a:cubicBezTo>
                      <a:pt x="343" y="1457"/>
                      <a:pt x="333" y="1455"/>
                      <a:pt x="329" y="1448"/>
                    </a:cubicBezTo>
                    <a:cubicBezTo>
                      <a:pt x="329" y="1448"/>
                      <a:pt x="329" y="1448"/>
                      <a:pt x="329" y="1448"/>
                    </a:cubicBezTo>
                    <a:cubicBezTo>
                      <a:pt x="324" y="1441"/>
                      <a:pt x="325" y="1432"/>
                      <a:pt x="332" y="1427"/>
                    </a:cubicBezTo>
                    <a:close/>
                    <a:moveTo>
                      <a:pt x="444" y="1496"/>
                    </a:moveTo>
                    <a:cubicBezTo>
                      <a:pt x="352" y="1578"/>
                      <a:pt x="352" y="1578"/>
                      <a:pt x="352" y="1578"/>
                    </a:cubicBezTo>
                    <a:cubicBezTo>
                      <a:pt x="346" y="1583"/>
                      <a:pt x="336" y="1583"/>
                      <a:pt x="330" y="1576"/>
                    </a:cubicBezTo>
                    <a:cubicBezTo>
                      <a:pt x="325" y="1570"/>
                      <a:pt x="325" y="1560"/>
                      <a:pt x="332" y="1555"/>
                    </a:cubicBezTo>
                    <a:cubicBezTo>
                      <a:pt x="423" y="1474"/>
                      <a:pt x="423" y="1474"/>
                      <a:pt x="423" y="1474"/>
                    </a:cubicBezTo>
                    <a:cubicBezTo>
                      <a:pt x="430" y="1468"/>
                      <a:pt x="439" y="1468"/>
                      <a:pt x="445" y="1475"/>
                    </a:cubicBezTo>
                    <a:cubicBezTo>
                      <a:pt x="445" y="1475"/>
                      <a:pt x="445" y="1475"/>
                      <a:pt x="445" y="1475"/>
                    </a:cubicBezTo>
                    <a:cubicBezTo>
                      <a:pt x="451" y="1481"/>
                      <a:pt x="450" y="1491"/>
                      <a:pt x="444" y="1496"/>
                    </a:cubicBezTo>
                    <a:close/>
                    <a:moveTo>
                      <a:pt x="457" y="1594"/>
                    </a:moveTo>
                    <a:cubicBezTo>
                      <a:pt x="451" y="1588"/>
                      <a:pt x="450" y="1578"/>
                      <a:pt x="456" y="1572"/>
                    </a:cubicBezTo>
                    <a:cubicBezTo>
                      <a:pt x="489" y="1535"/>
                      <a:pt x="489" y="1535"/>
                      <a:pt x="489" y="1535"/>
                    </a:cubicBezTo>
                    <a:cubicBezTo>
                      <a:pt x="495" y="1528"/>
                      <a:pt x="504" y="1528"/>
                      <a:pt x="511" y="1533"/>
                    </a:cubicBezTo>
                    <a:cubicBezTo>
                      <a:pt x="511" y="1533"/>
                      <a:pt x="511" y="1533"/>
                      <a:pt x="511" y="1533"/>
                    </a:cubicBezTo>
                    <a:cubicBezTo>
                      <a:pt x="517" y="1539"/>
                      <a:pt x="518" y="1549"/>
                      <a:pt x="512" y="1555"/>
                    </a:cubicBezTo>
                    <a:cubicBezTo>
                      <a:pt x="479" y="1592"/>
                      <a:pt x="479" y="1592"/>
                      <a:pt x="479" y="1592"/>
                    </a:cubicBezTo>
                    <a:cubicBezTo>
                      <a:pt x="473" y="1599"/>
                      <a:pt x="464" y="1599"/>
                      <a:pt x="457" y="1594"/>
                    </a:cubicBezTo>
                    <a:close/>
                    <a:moveTo>
                      <a:pt x="581" y="1613"/>
                    </a:moveTo>
                    <a:cubicBezTo>
                      <a:pt x="511" y="1714"/>
                      <a:pt x="511" y="1714"/>
                      <a:pt x="511" y="1714"/>
                    </a:cubicBezTo>
                    <a:cubicBezTo>
                      <a:pt x="506" y="1721"/>
                      <a:pt x="497" y="1722"/>
                      <a:pt x="490" y="1718"/>
                    </a:cubicBezTo>
                    <a:cubicBezTo>
                      <a:pt x="483" y="1713"/>
                      <a:pt x="481" y="1703"/>
                      <a:pt x="486" y="1696"/>
                    </a:cubicBezTo>
                    <a:cubicBezTo>
                      <a:pt x="555" y="1595"/>
                      <a:pt x="555" y="1595"/>
                      <a:pt x="555" y="1595"/>
                    </a:cubicBezTo>
                    <a:cubicBezTo>
                      <a:pt x="560" y="1588"/>
                      <a:pt x="570" y="1587"/>
                      <a:pt x="577" y="1591"/>
                    </a:cubicBezTo>
                    <a:cubicBezTo>
                      <a:pt x="584" y="1596"/>
                      <a:pt x="586" y="1606"/>
                      <a:pt x="581" y="1613"/>
                    </a:cubicBezTo>
                    <a:close/>
                    <a:moveTo>
                      <a:pt x="661" y="1653"/>
                    </a:moveTo>
                    <a:cubicBezTo>
                      <a:pt x="638" y="1697"/>
                      <a:pt x="638" y="1697"/>
                      <a:pt x="638" y="1697"/>
                    </a:cubicBezTo>
                    <a:cubicBezTo>
                      <a:pt x="634" y="1705"/>
                      <a:pt x="624" y="1708"/>
                      <a:pt x="617" y="1704"/>
                    </a:cubicBezTo>
                    <a:cubicBezTo>
                      <a:pt x="609" y="1700"/>
                      <a:pt x="607" y="1691"/>
                      <a:pt x="610" y="1683"/>
                    </a:cubicBezTo>
                    <a:cubicBezTo>
                      <a:pt x="634" y="1639"/>
                      <a:pt x="634" y="1639"/>
                      <a:pt x="634" y="1639"/>
                    </a:cubicBezTo>
                    <a:cubicBezTo>
                      <a:pt x="638" y="1631"/>
                      <a:pt x="647" y="1628"/>
                      <a:pt x="654" y="1632"/>
                    </a:cubicBezTo>
                    <a:cubicBezTo>
                      <a:pt x="654" y="1632"/>
                      <a:pt x="654" y="1632"/>
                      <a:pt x="654" y="1632"/>
                    </a:cubicBezTo>
                    <a:cubicBezTo>
                      <a:pt x="662" y="1636"/>
                      <a:pt x="665" y="1646"/>
                      <a:pt x="661" y="1653"/>
                    </a:cubicBezTo>
                    <a:close/>
                    <a:moveTo>
                      <a:pt x="654" y="350"/>
                    </a:moveTo>
                    <a:cubicBezTo>
                      <a:pt x="654" y="350"/>
                      <a:pt x="654" y="350"/>
                      <a:pt x="654" y="350"/>
                    </a:cubicBezTo>
                    <a:cubicBezTo>
                      <a:pt x="647" y="353"/>
                      <a:pt x="638" y="351"/>
                      <a:pt x="634" y="343"/>
                    </a:cubicBezTo>
                    <a:cubicBezTo>
                      <a:pt x="610" y="299"/>
                      <a:pt x="610" y="299"/>
                      <a:pt x="610" y="299"/>
                    </a:cubicBezTo>
                    <a:cubicBezTo>
                      <a:pt x="607" y="291"/>
                      <a:pt x="609" y="282"/>
                      <a:pt x="617" y="278"/>
                    </a:cubicBezTo>
                    <a:cubicBezTo>
                      <a:pt x="624" y="274"/>
                      <a:pt x="634" y="277"/>
                      <a:pt x="638" y="285"/>
                    </a:cubicBezTo>
                    <a:cubicBezTo>
                      <a:pt x="661" y="329"/>
                      <a:pt x="661" y="329"/>
                      <a:pt x="661" y="329"/>
                    </a:cubicBezTo>
                    <a:cubicBezTo>
                      <a:pt x="665" y="336"/>
                      <a:pt x="662" y="346"/>
                      <a:pt x="654" y="350"/>
                    </a:cubicBezTo>
                    <a:close/>
                    <a:moveTo>
                      <a:pt x="677" y="166"/>
                    </a:moveTo>
                    <a:cubicBezTo>
                      <a:pt x="685" y="163"/>
                      <a:pt x="694" y="167"/>
                      <a:pt x="697" y="175"/>
                    </a:cubicBezTo>
                    <a:cubicBezTo>
                      <a:pt x="740" y="289"/>
                      <a:pt x="740" y="289"/>
                      <a:pt x="740" y="289"/>
                    </a:cubicBezTo>
                    <a:cubicBezTo>
                      <a:pt x="743" y="297"/>
                      <a:pt x="739" y="306"/>
                      <a:pt x="731" y="309"/>
                    </a:cubicBezTo>
                    <a:cubicBezTo>
                      <a:pt x="723" y="312"/>
                      <a:pt x="715" y="308"/>
                      <a:pt x="712" y="300"/>
                    </a:cubicBezTo>
                    <a:cubicBezTo>
                      <a:pt x="668" y="186"/>
                      <a:pt x="668" y="186"/>
                      <a:pt x="668" y="186"/>
                    </a:cubicBezTo>
                    <a:cubicBezTo>
                      <a:pt x="665" y="178"/>
                      <a:pt x="669" y="169"/>
                      <a:pt x="677" y="166"/>
                    </a:cubicBezTo>
                    <a:close/>
                    <a:moveTo>
                      <a:pt x="741" y="1693"/>
                    </a:moveTo>
                    <a:cubicBezTo>
                      <a:pt x="698" y="1808"/>
                      <a:pt x="698" y="1808"/>
                      <a:pt x="698" y="1808"/>
                    </a:cubicBezTo>
                    <a:cubicBezTo>
                      <a:pt x="695" y="1815"/>
                      <a:pt x="686" y="1819"/>
                      <a:pt x="678" y="1816"/>
                    </a:cubicBezTo>
                    <a:cubicBezTo>
                      <a:pt x="670" y="1813"/>
                      <a:pt x="666" y="1805"/>
                      <a:pt x="669" y="1797"/>
                    </a:cubicBezTo>
                    <a:cubicBezTo>
                      <a:pt x="713" y="1682"/>
                      <a:pt x="713" y="1682"/>
                      <a:pt x="713" y="1682"/>
                    </a:cubicBezTo>
                    <a:cubicBezTo>
                      <a:pt x="716" y="1674"/>
                      <a:pt x="725" y="1670"/>
                      <a:pt x="733" y="1673"/>
                    </a:cubicBezTo>
                    <a:cubicBezTo>
                      <a:pt x="740" y="1676"/>
                      <a:pt x="744" y="1685"/>
                      <a:pt x="741" y="1693"/>
                    </a:cubicBezTo>
                    <a:close/>
                    <a:moveTo>
                      <a:pt x="829" y="1713"/>
                    </a:moveTo>
                    <a:cubicBezTo>
                      <a:pt x="817" y="1761"/>
                      <a:pt x="817" y="1761"/>
                      <a:pt x="817" y="1761"/>
                    </a:cubicBezTo>
                    <a:cubicBezTo>
                      <a:pt x="815" y="1770"/>
                      <a:pt x="807" y="1775"/>
                      <a:pt x="798" y="1773"/>
                    </a:cubicBezTo>
                    <a:cubicBezTo>
                      <a:pt x="790" y="1771"/>
                      <a:pt x="785" y="1762"/>
                      <a:pt x="787" y="1754"/>
                    </a:cubicBezTo>
                    <a:cubicBezTo>
                      <a:pt x="799" y="1706"/>
                      <a:pt x="799" y="1706"/>
                      <a:pt x="799" y="1706"/>
                    </a:cubicBezTo>
                    <a:cubicBezTo>
                      <a:pt x="801" y="1697"/>
                      <a:pt x="809" y="1692"/>
                      <a:pt x="818" y="1694"/>
                    </a:cubicBezTo>
                    <a:cubicBezTo>
                      <a:pt x="826" y="1696"/>
                      <a:pt x="831" y="1705"/>
                      <a:pt x="829" y="1713"/>
                    </a:cubicBezTo>
                    <a:close/>
                    <a:moveTo>
                      <a:pt x="818" y="288"/>
                    </a:moveTo>
                    <a:cubicBezTo>
                      <a:pt x="809" y="290"/>
                      <a:pt x="801" y="285"/>
                      <a:pt x="799" y="276"/>
                    </a:cubicBezTo>
                    <a:cubicBezTo>
                      <a:pt x="787" y="228"/>
                      <a:pt x="787" y="228"/>
                      <a:pt x="787" y="228"/>
                    </a:cubicBezTo>
                    <a:cubicBezTo>
                      <a:pt x="785" y="220"/>
                      <a:pt x="790" y="211"/>
                      <a:pt x="798" y="209"/>
                    </a:cubicBezTo>
                    <a:cubicBezTo>
                      <a:pt x="807" y="207"/>
                      <a:pt x="815" y="212"/>
                      <a:pt x="817" y="221"/>
                    </a:cubicBezTo>
                    <a:cubicBezTo>
                      <a:pt x="829" y="269"/>
                      <a:pt x="829" y="269"/>
                      <a:pt x="829" y="269"/>
                    </a:cubicBezTo>
                    <a:cubicBezTo>
                      <a:pt x="831" y="277"/>
                      <a:pt x="826" y="286"/>
                      <a:pt x="818" y="288"/>
                    </a:cubicBezTo>
                    <a:close/>
                    <a:moveTo>
                      <a:pt x="883" y="115"/>
                    </a:moveTo>
                    <a:cubicBezTo>
                      <a:pt x="883" y="115"/>
                      <a:pt x="883" y="115"/>
                      <a:pt x="883" y="115"/>
                    </a:cubicBezTo>
                    <a:cubicBezTo>
                      <a:pt x="892" y="114"/>
                      <a:pt x="899" y="120"/>
                      <a:pt x="901" y="128"/>
                    </a:cubicBezTo>
                    <a:cubicBezTo>
                      <a:pt x="915" y="250"/>
                      <a:pt x="915" y="250"/>
                      <a:pt x="915" y="250"/>
                    </a:cubicBezTo>
                    <a:cubicBezTo>
                      <a:pt x="916" y="258"/>
                      <a:pt x="911" y="266"/>
                      <a:pt x="902" y="267"/>
                    </a:cubicBezTo>
                    <a:cubicBezTo>
                      <a:pt x="894" y="268"/>
                      <a:pt x="886" y="262"/>
                      <a:pt x="885" y="254"/>
                    </a:cubicBezTo>
                    <a:cubicBezTo>
                      <a:pt x="870" y="132"/>
                      <a:pt x="870" y="132"/>
                      <a:pt x="870" y="132"/>
                    </a:cubicBezTo>
                    <a:cubicBezTo>
                      <a:pt x="869" y="124"/>
                      <a:pt x="875" y="116"/>
                      <a:pt x="883" y="115"/>
                    </a:cubicBezTo>
                    <a:close/>
                    <a:moveTo>
                      <a:pt x="917" y="1732"/>
                    </a:moveTo>
                    <a:cubicBezTo>
                      <a:pt x="902" y="1854"/>
                      <a:pt x="902" y="1854"/>
                      <a:pt x="902" y="1854"/>
                    </a:cubicBezTo>
                    <a:cubicBezTo>
                      <a:pt x="901" y="1862"/>
                      <a:pt x="893" y="1868"/>
                      <a:pt x="885" y="1867"/>
                    </a:cubicBezTo>
                    <a:cubicBezTo>
                      <a:pt x="877" y="1866"/>
                      <a:pt x="871" y="1859"/>
                      <a:pt x="872" y="1850"/>
                    </a:cubicBezTo>
                    <a:cubicBezTo>
                      <a:pt x="886" y="1729"/>
                      <a:pt x="886" y="1729"/>
                      <a:pt x="886" y="1729"/>
                    </a:cubicBezTo>
                    <a:cubicBezTo>
                      <a:pt x="887" y="1720"/>
                      <a:pt x="895" y="1714"/>
                      <a:pt x="903" y="1715"/>
                    </a:cubicBezTo>
                    <a:cubicBezTo>
                      <a:pt x="912" y="1716"/>
                      <a:pt x="918" y="1724"/>
                      <a:pt x="917" y="1732"/>
                    </a:cubicBezTo>
                    <a:close/>
                    <a:moveTo>
                      <a:pt x="1006" y="1781"/>
                    </a:moveTo>
                    <a:cubicBezTo>
                      <a:pt x="1006" y="1789"/>
                      <a:pt x="999" y="1796"/>
                      <a:pt x="991" y="1796"/>
                    </a:cubicBezTo>
                    <a:cubicBezTo>
                      <a:pt x="983" y="1796"/>
                      <a:pt x="976" y="1789"/>
                      <a:pt x="976" y="1781"/>
                    </a:cubicBezTo>
                    <a:cubicBezTo>
                      <a:pt x="976" y="1731"/>
                      <a:pt x="976" y="1731"/>
                      <a:pt x="976" y="1731"/>
                    </a:cubicBezTo>
                    <a:cubicBezTo>
                      <a:pt x="976" y="1722"/>
                      <a:pt x="983" y="1715"/>
                      <a:pt x="991" y="1715"/>
                    </a:cubicBezTo>
                    <a:cubicBezTo>
                      <a:pt x="999" y="1715"/>
                      <a:pt x="1006" y="1722"/>
                      <a:pt x="1006" y="1731"/>
                    </a:cubicBezTo>
                    <a:lnTo>
                      <a:pt x="1006" y="1781"/>
                    </a:lnTo>
                    <a:close/>
                    <a:moveTo>
                      <a:pt x="1006" y="251"/>
                    </a:moveTo>
                    <a:cubicBezTo>
                      <a:pt x="1006" y="260"/>
                      <a:pt x="999" y="267"/>
                      <a:pt x="991" y="267"/>
                    </a:cubicBezTo>
                    <a:cubicBezTo>
                      <a:pt x="983" y="267"/>
                      <a:pt x="976" y="260"/>
                      <a:pt x="976" y="251"/>
                    </a:cubicBezTo>
                    <a:cubicBezTo>
                      <a:pt x="976" y="201"/>
                      <a:pt x="976" y="201"/>
                      <a:pt x="976" y="201"/>
                    </a:cubicBezTo>
                    <a:cubicBezTo>
                      <a:pt x="976" y="193"/>
                      <a:pt x="983" y="186"/>
                      <a:pt x="991" y="186"/>
                    </a:cubicBezTo>
                    <a:cubicBezTo>
                      <a:pt x="999" y="186"/>
                      <a:pt x="1006" y="193"/>
                      <a:pt x="1006" y="201"/>
                    </a:cubicBezTo>
                    <a:lnTo>
                      <a:pt x="1006" y="251"/>
                    </a:lnTo>
                    <a:close/>
                    <a:moveTo>
                      <a:pt x="1065" y="250"/>
                    </a:moveTo>
                    <a:cubicBezTo>
                      <a:pt x="1079" y="128"/>
                      <a:pt x="1079" y="128"/>
                      <a:pt x="1079" y="128"/>
                    </a:cubicBezTo>
                    <a:cubicBezTo>
                      <a:pt x="1080" y="120"/>
                      <a:pt x="1088" y="114"/>
                      <a:pt x="1096" y="115"/>
                    </a:cubicBezTo>
                    <a:cubicBezTo>
                      <a:pt x="1105" y="116"/>
                      <a:pt x="1111" y="123"/>
                      <a:pt x="1110" y="132"/>
                    </a:cubicBezTo>
                    <a:cubicBezTo>
                      <a:pt x="1095" y="253"/>
                      <a:pt x="1095" y="253"/>
                      <a:pt x="1095" y="253"/>
                    </a:cubicBezTo>
                    <a:cubicBezTo>
                      <a:pt x="1094" y="262"/>
                      <a:pt x="1086" y="268"/>
                      <a:pt x="1078" y="267"/>
                    </a:cubicBezTo>
                    <a:cubicBezTo>
                      <a:pt x="1078" y="267"/>
                      <a:pt x="1078" y="267"/>
                      <a:pt x="1078" y="267"/>
                    </a:cubicBezTo>
                    <a:cubicBezTo>
                      <a:pt x="1070" y="266"/>
                      <a:pt x="1064" y="258"/>
                      <a:pt x="1065" y="250"/>
                    </a:cubicBezTo>
                    <a:close/>
                    <a:moveTo>
                      <a:pt x="1098" y="1867"/>
                    </a:moveTo>
                    <a:cubicBezTo>
                      <a:pt x="1089" y="1868"/>
                      <a:pt x="1082" y="1862"/>
                      <a:pt x="1081" y="1854"/>
                    </a:cubicBezTo>
                    <a:cubicBezTo>
                      <a:pt x="1066" y="1732"/>
                      <a:pt x="1066" y="1732"/>
                      <a:pt x="1066" y="1732"/>
                    </a:cubicBezTo>
                    <a:cubicBezTo>
                      <a:pt x="1065" y="1724"/>
                      <a:pt x="1071" y="1716"/>
                      <a:pt x="1079" y="1715"/>
                    </a:cubicBezTo>
                    <a:cubicBezTo>
                      <a:pt x="1088" y="1714"/>
                      <a:pt x="1095" y="1720"/>
                      <a:pt x="1096" y="1728"/>
                    </a:cubicBezTo>
                    <a:cubicBezTo>
                      <a:pt x="1111" y="1850"/>
                      <a:pt x="1111" y="1850"/>
                      <a:pt x="1111" y="1850"/>
                    </a:cubicBezTo>
                    <a:cubicBezTo>
                      <a:pt x="1112" y="1859"/>
                      <a:pt x="1106" y="1866"/>
                      <a:pt x="1098" y="1867"/>
                    </a:cubicBezTo>
                    <a:close/>
                    <a:moveTo>
                      <a:pt x="1184" y="1773"/>
                    </a:moveTo>
                    <a:cubicBezTo>
                      <a:pt x="1184" y="1773"/>
                      <a:pt x="1184" y="1773"/>
                      <a:pt x="1184" y="1773"/>
                    </a:cubicBezTo>
                    <a:cubicBezTo>
                      <a:pt x="1175" y="1775"/>
                      <a:pt x="1167" y="1770"/>
                      <a:pt x="1165" y="1761"/>
                    </a:cubicBezTo>
                    <a:cubicBezTo>
                      <a:pt x="1153" y="1713"/>
                      <a:pt x="1153" y="1713"/>
                      <a:pt x="1153" y="1713"/>
                    </a:cubicBezTo>
                    <a:cubicBezTo>
                      <a:pt x="1151" y="1705"/>
                      <a:pt x="1156" y="1696"/>
                      <a:pt x="1164" y="1694"/>
                    </a:cubicBezTo>
                    <a:cubicBezTo>
                      <a:pt x="1173" y="1692"/>
                      <a:pt x="1181" y="1697"/>
                      <a:pt x="1183" y="1706"/>
                    </a:cubicBezTo>
                    <a:cubicBezTo>
                      <a:pt x="1195" y="1754"/>
                      <a:pt x="1195" y="1754"/>
                      <a:pt x="1195" y="1754"/>
                    </a:cubicBezTo>
                    <a:cubicBezTo>
                      <a:pt x="1197" y="1762"/>
                      <a:pt x="1192" y="1771"/>
                      <a:pt x="1184" y="1773"/>
                    </a:cubicBezTo>
                    <a:close/>
                    <a:moveTo>
                      <a:pt x="1195" y="228"/>
                    </a:moveTo>
                    <a:cubicBezTo>
                      <a:pt x="1183" y="276"/>
                      <a:pt x="1183" y="276"/>
                      <a:pt x="1183" y="276"/>
                    </a:cubicBezTo>
                    <a:cubicBezTo>
                      <a:pt x="1181" y="285"/>
                      <a:pt x="1173" y="290"/>
                      <a:pt x="1164" y="288"/>
                    </a:cubicBezTo>
                    <a:cubicBezTo>
                      <a:pt x="1156" y="286"/>
                      <a:pt x="1151" y="277"/>
                      <a:pt x="1153" y="269"/>
                    </a:cubicBezTo>
                    <a:cubicBezTo>
                      <a:pt x="1165" y="221"/>
                      <a:pt x="1165" y="221"/>
                      <a:pt x="1165" y="221"/>
                    </a:cubicBezTo>
                    <a:cubicBezTo>
                      <a:pt x="1167" y="212"/>
                      <a:pt x="1175" y="207"/>
                      <a:pt x="1184" y="209"/>
                    </a:cubicBezTo>
                    <a:cubicBezTo>
                      <a:pt x="1184" y="209"/>
                      <a:pt x="1184" y="209"/>
                      <a:pt x="1184" y="209"/>
                    </a:cubicBezTo>
                    <a:cubicBezTo>
                      <a:pt x="1192" y="211"/>
                      <a:pt x="1197" y="220"/>
                      <a:pt x="1195" y="228"/>
                    </a:cubicBezTo>
                    <a:close/>
                    <a:moveTo>
                      <a:pt x="1240" y="289"/>
                    </a:moveTo>
                    <a:cubicBezTo>
                      <a:pt x="1283" y="174"/>
                      <a:pt x="1283" y="174"/>
                      <a:pt x="1283" y="174"/>
                    </a:cubicBezTo>
                    <a:cubicBezTo>
                      <a:pt x="1286" y="166"/>
                      <a:pt x="1295" y="162"/>
                      <a:pt x="1303" y="165"/>
                    </a:cubicBezTo>
                    <a:cubicBezTo>
                      <a:pt x="1311" y="168"/>
                      <a:pt x="1315" y="177"/>
                      <a:pt x="1312" y="185"/>
                    </a:cubicBezTo>
                    <a:cubicBezTo>
                      <a:pt x="1269" y="300"/>
                      <a:pt x="1269" y="300"/>
                      <a:pt x="1269" y="300"/>
                    </a:cubicBezTo>
                    <a:cubicBezTo>
                      <a:pt x="1266" y="308"/>
                      <a:pt x="1257" y="312"/>
                      <a:pt x="1249" y="309"/>
                    </a:cubicBezTo>
                    <a:cubicBezTo>
                      <a:pt x="1241" y="306"/>
                      <a:pt x="1237" y="297"/>
                      <a:pt x="1240" y="289"/>
                    </a:cubicBezTo>
                    <a:close/>
                    <a:moveTo>
                      <a:pt x="1304" y="1816"/>
                    </a:moveTo>
                    <a:cubicBezTo>
                      <a:pt x="1304" y="1816"/>
                      <a:pt x="1304" y="1816"/>
                      <a:pt x="1304" y="1816"/>
                    </a:cubicBezTo>
                    <a:cubicBezTo>
                      <a:pt x="1297" y="1819"/>
                      <a:pt x="1288" y="1815"/>
                      <a:pt x="1285" y="1807"/>
                    </a:cubicBezTo>
                    <a:cubicBezTo>
                      <a:pt x="1241" y="1693"/>
                      <a:pt x="1241" y="1693"/>
                      <a:pt x="1241" y="1693"/>
                    </a:cubicBezTo>
                    <a:cubicBezTo>
                      <a:pt x="1238" y="1685"/>
                      <a:pt x="1242" y="1676"/>
                      <a:pt x="1250" y="1673"/>
                    </a:cubicBezTo>
                    <a:cubicBezTo>
                      <a:pt x="1258" y="1670"/>
                      <a:pt x="1267" y="1674"/>
                      <a:pt x="1270" y="1682"/>
                    </a:cubicBezTo>
                    <a:cubicBezTo>
                      <a:pt x="1313" y="1796"/>
                      <a:pt x="1313" y="1796"/>
                      <a:pt x="1313" y="1796"/>
                    </a:cubicBezTo>
                    <a:cubicBezTo>
                      <a:pt x="1316" y="1804"/>
                      <a:pt x="1312" y="1813"/>
                      <a:pt x="1304" y="1816"/>
                    </a:cubicBezTo>
                    <a:close/>
                    <a:moveTo>
                      <a:pt x="1365" y="1704"/>
                    </a:moveTo>
                    <a:cubicBezTo>
                      <a:pt x="1358" y="1708"/>
                      <a:pt x="1348" y="1705"/>
                      <a:pt x="1344" y="1697"/>
                    </a:cubicBezTo>
                    <a:cubicBezTo>
                      <a:pt x="1321" y="1653"/>
                      <a:pt x="1321" y="1653"/>
                      <a:pt x="1321" y="1653"/>
                    </a:cubicBezTo>
                    <a:cubicBezTo>
                      <a:pt x="1317" y="1646"/>
                      <a:pt x="1320" y="1636"/>
                      <a:pt x="1328" y="1632"/>
                    </a:cubicBezTo>
                    <a:cubicBezTo>
                      <a:pt x="1335" y="1628"/>
                      <a:pt x="1344" y="1631"/>
                      <a:pt x="1348" y="1639"/>
                    </a:cubicBezTo>
                    <a:cubicBezTo>
                      <a:pt x="1372" y="1683"/>
                      <a:pt x="1372" y="1683"/>
                      <a:pt x="1372" y="1683"/>
                    </a:cubicBezTo>
                    <a:cubicBezTo>
                      <a:pt x="1375" y="1691"/>
                      <a:pt x="1373" y="1700"/>
                      <a:pt x="1365" y="1704"/>
                    </a:cubicBezTo>
                    <a:close/>
                    <a:moveTo>
                      <a:pt x="1372" y="299"/>
                    </a:moveTo>
                    <a:cubicBezTo>
                      <a:pt x="1348" y="343"/>
                      <a:pt x="1348" y="343"/>
                      <a:pt x="1348" y="343"/>
                    </a:cubicBezTo>
                    <a:cubicBezTo>
                      <a:pt x="1344" y="351"/>
                      <a:pt x="1335" y="353"/>
                      <a:pt x="1328" y="350"/>
                    </a:cubicBezTo>
                    <a:cubicBezTo>
                      <a:pt x="1320" y="346"/>
                      <a:pt x="1317" y="336"/>
                      <a:pt x="1321" y="329"/>
                    </a:cubicBezTo>
                    <a:cubicBezTo>
                      <a:pt x="1344" y="285"/>
                      <a:pt x="1344" y="285"/>
                      <a:pt x="1344" y="285"/>
                    </a:cubicBezTo>
                    <a:cubicBezTo>
                      <a:pt x="1348" y="277"/>
                      <a:pt x="1358" y="274"/>
                      <a:pt x="1365" y="278"/>
                    </a:cubicBezTo>
                    <a:cubicBezTo>
                      <a:pt x="1373" y="282"/>
                      <a:pt x="1375" y="291"/>
                      <a:pt x="1372" y="299"/>
                    </a:cubicBezTo>
                    <a:close/>
                    <a:moveTo>
                      <a:pt x="1401" y="369"/>
                    </a:moveTo>
                    <a:cubicBezTo>
                      <a:pt x="1470" y="268"/>
                      <a:pt x="1470" y="268"/>
                      <a:pt x="1470" y="268"/>
                    </a:cubicBezTo>
                    <a:cubicBezTo>
                      <a:pt x="1475" y="261"/>
                      <a:pt x="1485" y="259"/>
                      <a:pt x="1492" y="264"/>
                    </a:cubicBezTo>
                    <a:cubicBezTo>
                      <a:pt x="1492" y="264"/>
                      <a:pt x="1492" y="264"/>
                      <a:pt x="1492" y="264"/>
                    </a:cubicBezTo>
                    <a:cubicBezTo>
                      <a:pt x="1499" y="269"/>
                      <a:pt x="1500" y="278"/>
                      <a:pt x="1496" y="285"/>
                    </a:cubicBezTo>
                    <a:cubicBezTo>
                      <a:pt x="1426" y="386"/>
                      <a:pt x="1426" y="386"/>
                      <a:pt x="1426" y="386"/>
                    </a:cubicBezTo>
                    <a:cubicBezTo>
                      <a:pt x="1421" y="393"/>
                      <a:pt x="1412" y="395"/>
                      <a:pt x="1405" y="390"/>
                    </a:cubicBezTo>
                    <a:cubicBezTo>
                      <a:pt x="1398" y="385"/>
                      <a:pt x="1396" y="376"/>
                      <a:pt x="1401" y="369"/>
                    </a:cubicBezTo>
                    <a:close/>
                    <a:moveTo>
                      <a:pt x="1493" y="1717"/>
                    </a:moveTo>
                    <a:cubicBezTo>
                      <a:pt x="1486" y="1722"/>
                      <a:pt x="1476" y="1720"/>
                      <a:pt x="1472" y="1713"/>
                    </a:cubicBezTo>
                    <a:cubicBezTo>
                      <a:pt x="1402" y="1612"/>
                      <a:pt x="1402" y="1612"/>
                      <a:pt x="1402" y="1612"/>
                    </a:cubicBezTo>
                    <a:cubicBezTo>
                      <a:pt x="1397" y="1605"/>
                      <a:pt x="1399" y="1596"/>
                      <a:pt x="1406" y="1591"/>
                    </a:cubicBezTo>
                    <a:cubicBezTo>
                      <a:pt x="1413" y="1586"/>
                      <a:pt x="1422" y="1588"/>
                      <a:pt x="1427" y="1595"/>
                    </a:cubicBezTo>
                    <a:cubicBezTo>
                      <a:pt x="1497" y="1696"/>
                      <a:pt x="1497" y="1696"/>
                      <a:pt x="1497" y="1696"/>
                    </a:cubicBezTo>
                    <a:cubicBezTo>
                      <a:pt x="1502" y="1703"/>
                      <a:pt x="1500" y="1712"/>
                      <a:pt x="1493" y="1717"/>
                    </a:cubicBezTo>
                    <a:close/>
                    <a:moveTo>
                      <a:pt x="1525" y="1594"/>
                    </a:moveTo>
                    <a:cubicBezTo>
                      <a:pt x="1518" y="1599"/>
                      <a:pt x="1509" y="1599"/>
                      <a:pt x="1503" y="1592"/>
                    </a:cubicBezTo>
                    <a:cubicBezTo>
                      <a:pt x="1470" y="1555"/>
                      <a:pt x="1470" y="1555"/>
                      <a:pt x="1470" y="1555"/>
                    </a:cubicBezTo>
                    <a:cubicBezTo>
                      <a:pt x="1464" y="1549"/>
                      <a:pt x="1465" y="1539"/>
                      <a:pt x="1471" y="1533"/>
                    </a:cubicBezTo>
                    <a:cubicBezTo>
                      <a:pt x="1471" y="1533"/>
                      <a:pt x="1471" y="1533"/>
                      <a:pt x="1471" y="1533"/>
                    </a:cubicBezTo>
                    <a:cubicBezTo>
                      <a:pt x="1478" y="1528"/>
                      <a:pt x="1487" y="1528"/>
                      <a:pt x="1493" y="1535"/>
                    </a:cubicBezTo>
                    <a:cubicBezTo>
                      <a:pt x="1526" y="1572"/>
                      <a:pt x="1526" y="1572"/>
                      <a:pt x="1526" y="1572"/>
                    </a:cubicBezTo>
                    <a:cubicBezTo>
                      <a:pt x="1532" y="1578"/>
                      <a:pt x="1531" y="1588"/>
                      <a:pt x="1525" y="1594"/>
                    </a:cubicBezTo>
                    <a:close/>
                    <a:moveTo>
                      <a:pt x="1526" y="410"/>
                    </a:moveTo>
                    <a:cubicBezTo>
                      <a:pt x="1493" y="447"/>
                      <a:pt x="1493" y="447"/>
                      <a:pt x="1493" y="447"/>
                    </a:cubicBezTo>
                    <a:cubicBezTo>
                      <a:pt x="1487" y="454"/>
                      <a:pt x="1478" y="454"/>
                      <a:pt x="1471" y="449"/>
                    </a:cubicBezTo>
                    <a:cubicBezTo>
                      <a:pt x="1465" y="443"/>
                      <a:pt x="1464" y="433"/>
                      <a:pt x="1470" y="427"/>
                    </a:cubicBezTo>
                    <a:cubicBezTo>
                      <a:pt x="1503" y="390"/>
                      <a:pt x="1503" y="390"/>
                      <a:pt x="1503" y="390"/>
                    </a:cubicBezTo>
                    <a:cubicBezTo>
                      <a:pt x="1509" y="383"/>
                      <a:pt x="1518" y="383"/>
                      <a:pt x="1525" y="388"/>
                    </a:cubicBezTo>
                    <a:cubicBezTo>
                      <a:pt x="1525" y="388"/>
                      <a:pt x="1525" y="388"/>
                      <a:pt x="1525" y="388"/>
                    </a:cubicBezTo>
                    <a:cubicBezTo>
                      <a:pt x="1531" y="394"/>
                      <a:pt x="1532" y="404"/>
                      <a:pt x="1526" y="410"/>
                    </a:cubicBezTo>
                    <a:close/>
                    <a:moveTo>
                      <a:pt x="1538" y="485"/>
                    </a:moveTo>
                    <a:cubicBezTo>
                      <a:pt x="1629" y="404"/>
                      <a:pt x="1629" y="404"/>
                      <a:pt x="1629" y="404"/>
                    </a:cubicBezTo>
                    <a:cubicBezTo>
                      <a:pt x="1636" y="398"/>
                      <a:pt x="1645" y="399"/>
                      <a:pt x="1651" y="405"/>
                    </a:cubicBezTo>
                    <a:cubicBezTo>
                      <a:pt x="1657" y="411"/>
                      <a:pt x="1656" y="421"/>
                      <a:pt x="1650" y="427"/>
                    </a:cubicBezTo>
                    <a:cubicBezTo>
                      <a:pt x="1558" y="508"/>
                      <a:pt x="1558" y="508"/>
                      <a:pt x="1558" y="508"/>
                    </a:cubicBezTo>
                    <a:cubicBezTo>
                      <a:pt x="1552" y="514"/>
                      <a:pt x="1542" y="513"/>
                      <a:pt x="1537" y="507"/>
                    </a:cubicBezTo>
                    <a:cubicBezTo>
                      <a:pt x="1537" y="507"/>
                      <a:pt x="1537" y="507"/>
                      <a:pt x="1537" y="507"/>
                    </a:cubicBezTo>
                    <a:cubicBezTo>
                      <a:pt x="1531" y="500"/>
                      <a:pt x="1531" y="491"/>
                      <a:pt x="1538" y="485"/>
                    </a:cubicBezTo>
                    <a:close/>
                    <a:moveTo>
                      <a:pt x="1652" y="1576"/>
                    </a:moveTo>
                    <a:cubicBezTo>
                      <a:pt x="1647" y="1582"/>
                      <a:pt x="1637" y="1583"/>
                      <a:pt x="1630" y="1577"/>
                    </a:cubicBezTo>
                    <a:cubicBezTo>
                      <a:pt x="1539" y="1496"/>
                      <a:pt x="1539" y="1496"/>
                      <a:pt x="1539" y="1496"/>
                    </a:cubicBezTo>
                    <a:cubicBezTo>
                      <a:pt x="1532" y="1490"/>
                      <a:pt x="1532" y="1481"/>
                      <a:pt x="1537" y="1474"/>
                    </a:cubicBezTo>
                    <a:cubicBezTo>
                      <a:pt x="1543" y="1468"/>
                      <a:pt x="1553" y="1467"/>
                      <a:pt x="1559" y="1473"/>
                    </a:cubicBezTo>
                    <a:cubicBezTo>
                      <a:pt x="1651" y="1554"/>
                      <a:pt x="1651" y="1554"/>
                      <a:pt x="1651" y="1554"/>
                    </a:cubicBezTo>
                    <a:cubicBezTo>
                      <a:pt x="1657" y="1560"/>
                      <a:pt x="1658" y="1570"/>
                      <a:pt x="1652" y="1576"/>
                    </a:cubicBezTo>
                    <a:close/>
                    <a:moveTo>
                      <a:pt x="1653" y="1448"/>
                    </a:moveTo>
                    <a:cubicBezTo>
                      <a:pt x="1653" y="1448"/>
                      <a:pt x="1653" y="1448"/>
                      <a:pt x="1653" y="1448"/>
                    </a:cubicBezTo>
                    <a:cubicBezTo>
                      <a:pt x="1649" y="1455"/>
                      <a:pt x="1639" y="1457"/>
                      <a:pt x="1632" y="1452"/>
                    </a:cubicBezTo>
                    <a:cubicBezTo>
                      <a:pt x="1591" y="1424"/>
                      <a:pt x="1591" y="1424"/>
                      <a:pt x="1591" y="1424"/>
                    </a:cubicBezTo>
                    <a:cubicBezTo>
                      <a:pt x="1584" y="1419"/>
                      <a:pt x="1582" y="1409"/>
                      <a:pt x="1587" y="1402"/>
                    </a:cubicBezTo>
                    <a:cubicBezTo>
                      <a:pt x="1592" y="1396"/>
                      <a:pt x="1602" y="1394"/>
                      <a:pt x="1609" y="1399"/>
                    </a:cubicBezTo>
                    <a:cubicBezTo>
                      <a:pt x="1650" y="1427"/>
                      <a:pt x="1650" y="1427"/>
                      <a:pt x="1650" y="1427"/>
                    </a:cubicBezTo>
                    <a:cubicBezTo>
                      <a:pt x="1657" y="1432"/>
                      <a:pt x="1658" y="1441"/>
                      <a:pt x="1653" y="1448"/>
                    </a:cubicBezTo>
                    <a:close/>
                    <a:moveTo>
                      <a:pt x="1773" y="1401"/>
                    </a:moveTo>
                    <a:cubicBezTo>
                      <a:pt x="1769" y="1408"/>
                      <a:pt x="1760" y="1411"/>
                      <a:pt x="1752" y="1407"/>
                    </a:cubicBezTo>
                    <a:cubicBezTo>
                      <a:pt x="1644" y="1350"/>
                      <a:pt x="1644" y="1350"/>
                      <a:pt x="1644" y="1350"/>
                    </a:cubicBezTo>
                    <a:cubicBezTo>
                      <a:pt x="1636" y="1346"/>
                      <a:pt x="1633" y="1337"/>
                      <a:pt x="1637" y="1330"/>
                    </a:cubicBezTo>
                    <a:cubicBezTo>
                      <a:pt x="1641" y="1322"/>
                      <a:pt x="1650" y="1319"/>
                      <a:pt x="1658" y="1323"/>
                    </a:cubicBezTo>
                    <a:cubicBezTo>
                      <a:pt x="1766" y="1380"/>
                      <a:pt x="1766" y="1380"/>
                      <a:pt x="1766" y="1380"/>
                    </a:cubicBezTo>
                    <a:cubicBezTo>
                      <a:pt x="1774" y="1384"/>
                      <a:pt x="1777" y="1393"/>
                      <a:pt x="1773" y="1401"/>
                    </a:cubicBezTo>
                    <a:close/>
                    <a:moveTo>
                      <a:pt x="1848" y="1202"/>
                    </a:moveTo>
                    <a:cubicBezTo>
                      <a:pt x="1848" y="1202"/>
                      <a:pt x="1848" y="1202"/>
                      <a:pt x="1848" y="1202"/>
                    </a:cubicBezTo>
                    <a:cubicBezTo>
                      <a:pt x="1846" y="1210"/>
                      <a:pt x="1838" y="1215"/>
                      <a:pt x="1830" y="1213"/>
                    </a:cubicBezTo>
                    <a:cubicBezTo>
                      <a:pt x="1711" y="1184"/>
                      <a:pt x="1711" y="1184"/>
                      <a:pt x="1711" y="1184"/>
                    </a:cubicBezTo>
                    <a:cubicBezTo>
                      <a:pt x="1702" y="1182"/>
                      <a:pt x="1697" y="1173"/>
                      <a:pt x="1699" y="1165"/>
                    </a:cubicBezTo>
                    <a:cubicBezTo>
                      <a:pt x="1701" y="1157"/>
                      <a:pt x="1710" y="1152"/>
                      <a:pt x="1718" y="1154"/>
                    </a:cubicBezTo>
                    <a:cubicBezTo>
                      <a:pt x="1837" y="1183"/>
                      <a:pt x="1837" y="1183"/>
                      <a:pt x="1837" y="1183"/>
                    </a:cubicBezTo>
                    <a:cubicBezTo>
                      <a:pt x="1845" y="1185"/>
                      <a:pt x="1850" y="1193"/>
                      <a:pt x="1848" y="1202"/>
                    </a:cubicBezTo>
                    <a:close/>
                    <a:moveTo>
                      <a:pt x="1858" y="1006"/>
                    </a:moveTo>
                    <a:cubicBezTo>
                      <a:pt x="1736" y="1006"/>
                      <a:pt x="1736" y="1006"/>
                      <a:pt x="1736" y="1006"/>
                    </a:cubicBezTo>
                    <a:cubicBezTo>
                      <a:pt x="1727" y="1006"/>
                      <a:pt x="1720" y="999"/>
                      <a:pt x="1720" y="990"/>
                    </a:cubicBezTo>
                    <a:cubicBezTo>
                      <a:pt x="1720" y="982"/>
                      <a:pt x="1727" y="975"/>
                      <a:pt x="1736" y="975"/>
                    </a:cubicBezTo>
                    <a:cubicBezTo>
                      <a:pt x="1858" y="975"/>
                      <a:pt x="1858" y="975"/>
                      <a:pt x="1858" y="975"/>
                    </a:cubicBezTo>
                    <a:cubicBezTo>
                      <a:pt x="1867" y="975"/>
                      <a:pt x="1874" y="982"/>
                      <a:pt x="1874" y="990"/>
                    </a:cubicBezTo>
                    <a:cubicBezTo>
                      <a:pt x="1874" y="999"/>
                      <a:pt x="1867" y="1006"/>
                      <a:pt x="1858" y="1006"/>
                    </a:cubicBezTo>
                    <a:close/>
                  </a:path>
                </a:pathLst>
              </a:custGeom>
              <a:solidFill>
                <a:srgbClr val="F0F7FD"/>
              </a:solidFill>
              <a:ln>
                <a:noFill/>
              </a:ln>
            </p:spPr>
            <p:txBody>
              <a:bodyPr vert="horz" wrap="square" lIns="121731" tIns="60866" rIns="121731" bIns="60866" numCol="1" anchor="t" anchorCtr="0" compatLnSpc="1"/>
              <a:lstStyle/>
              <a:p>
                <a:pPr marL="0" marR="0" lvl="0" indent="0" algn="l" defTabSz="91313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OPPOSans R" panose="00020600040101010101" pitchFamily="18" charset="-122"/>
                  <a:ea typeface="OPPOSans R" panose="00020600040101010101" pitchFamily="18" charset="-122"/>
                  <a:cs typeface="OPPOSans R"/>
                  <a:sym typeface="OPPOSans R"/>
                </a:endParaRPr>
              </a:p>
            </p:txBody>
          </p:sp>
          <p:sp>
            <p:nvSpPr>
              <p:cNvPr id="93" name="Oval 30"/>
              <p:cNvSpPr/>
              <p:nvPr/>
            </p:nvSpPr>
            <p:spPr>
              <a:xfrm>
                <a:off x="1600267" y="2138943"/>
                <a:ext cx="1553327" cy="1553327"/>
              </a:xfrm>
              <a:prstGeom prst="ellipse">
                <a:avLst/>
              </a:prstGeom>
              <a:solidFill>
                <a:srgbClr val="006E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313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POSans R" panose="00020600040101010101" pitchFamily="18" charset="-122"/>
                  <a:ea typeface="OPPOSans R" panose="00020600040101010101" pitchFamily="18" charset="-122"/>
                  <a:cs typeface="OPPOSans R"/>
                  <a:sym typeface="OPPOSans R"/>
                </a:endParaRPr>
              </a:p>
            </p:txBody>
          </p:sp>
          <p:sp>
            <p:nvSpPr>
              <p:cNvPr id="94" name="Rectangle 31"/>
              <p:cNvSpPr/>
              <p:nvPr/>
            </p:nvSpPr>
            <p:spPr>
              <a:xfrm>
                <a:off x="1744668" y="2500557"/>
                <a:ext cx="1461455" cy="77291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313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OPPOSans R"/>
                    <a:sym typeface="OPPOSans R"/>
                  </a:rPr>
                  <a:t>32%</a:t>
                </a:r>
                <a:endPara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OPPOSans R"/>
                  <a:sym typeface="OPPOSans R"/>
                </a:endParaRPr>
              </a:p>
            </p:txBody>
          </p:sp>
        </p:grpSp>
        <p:grpSp>
          <p:nvGrpSpPr>
            <p:cNvPr id="95" name="组合 94"/>
            <p:cNvGrpSpPr/>
            <p:nvPr/>
          </p:nvGrpSpPr>
          <p:grpSpPr>
            <a:xfrm>
              <a:off x="4393595" y="1483391"/>
              <a:ext cx="2864432" cy="2864432"/>
              <a:chOff x="4754843" y="1483391"/>
              <a:chExt cx="2864432" cy="2864432"/>
            </a:xfrm>
          </p:grpSpPr>
          <p:sp>
            <p:nvSpPr>
              <p:cNvPr id="105" name="Oval 26"/>
              <p:cNvSpPr/>
              <p:nvPr/>
            </p:nvSpPr>
            <p:spPr>
              <a:xfrm>
                <a:off x="4827912" y="1556460"/>
                <a:ext cx="2718292" cy="2718292"/>
              </a:xfrm>
              <a:prstGeom prst="ellipse">
                <a:avLst/>
              </a:prstGeom>
              <a:solidFill>
                <a:srgbClr val="667384">
                  <a:lumMod val="20000"/>
                  <a:lumOff val="8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313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POSans R" panose="00020600040101010101" pitchFamily="18" charset="-122"/>
                  <a:ea typeface="OPPOSans R" panose="00020600040101010101" pitchFamily="18" charset="-122"/>
                  <a:cs typeface="OPPOSans R"/>
                  <a:sym typeface="OPPOSans R"/>
                </a:endParaRPr>
              </a:p>
            </p:txBody>
          </p:sp>
          <p:sp>
            <p:nvSpPr>
              <p:cNvPr id="106" name="Pie 27"/>
              <p:cNvSpPr/>
              <p:nvPr/>
            </p:nvSpPr>
            <p:spPr>
              <a:xfrm>
                <a:off x="4831537" y="1560085"/>
                <a:ext cx="2711038" cy="2711038"/>
              </a:xfrm>
              <a:prstGeom prst="pie">
                <a:avLst>
                  <a:gd name="adj1" fmla="val 16065727"/>
                  <a:gd name="adj2" fmla="val 7965807"/>
                </a:avLst>
              </a:prstGeom>
              <a:gradFill>
                <a:gsLst>
                  <a:gs pos="0">
                    <a:srgbClr val="00CCE2">
                      <a:lumMod val="60000"/>
                      <a:lumOff val="40000"/>
                    </a:srgbClr>
                  </a:gs>
                  <a:gs pos="100000">
                    <a:srgbClr val="00CCE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313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OPPOSans R" panose="00020600040101010101" pitchFamily="18" charset="-122"/>
                  <a:ea typeface="OPPOSans R" panose="00020600040101010101" pitchFamily="18" charset="-122"/>
                  <a:cs typeface="OPPOSans R"/>
                  <a:sym typeface="OPPOSans R"/>
                </a:endParaRPr>
              </a:p>
            </p:txBody>
          </p:sp>
          <p:sp>
            <p:nvSpPr>
              <p:cNvPr id="111" name="Freeform 5"/>
              <p:cNvSpPr>
                <a:spLocks noEditPoints="1"/>
              </p:cNvSpPr>
              <p:nvPr/>
            </p:nvSpPr>
            <p:spPr bwMode="auto">
              <a:xfrm>
                <a:off x="4754843" y="1483391"/>
                <a:ext cx="2864432" cy="2864432"/>
              </a:xfrm>
              <a:custGeom>
                <a:avLst/>
                <a:gdLst>
                  <a:gd name="T0" fmla="*/ 1837 w 1982"/>
                  <a:gd name="T1" fmla="*/ 798 h 1981"/>
                  <a:gd name="T2" fmla="*/ 1724 w 1982"/>
                  <a:gd name="T3" fmla="*/ 887 h 1981"/>
                  <a:gd name="T4" fmla="*/ 1777 w 1982"/>
                  <a:gd name="T5" fmla="*/ 1071 h 1981"/>
                  <a:gd name="T6" fmla="*/ 1688 w 1982"/>
                  <a:gd name="T7" fmla="*/ 1239 h 1981"/>
                  <a:gd name="T8" fmla="*/ 1724 w 1982"/>
                  <a:gd name="T9" fmla="*/ 697 h 1981"/>
                  <a:gd name="T10" fmla="*/ 1772 w 1982"/>
                  <a:gd name="T11" fmla="*/ 580 h 1981"/>
                  <a:gd name="T12" fmla="*/ 1609 w 1982"/>
                  <a:gd name="T13" fmla="*/ 583 h 1981"/>
                  <a:gd name="T14" fmla="*/ 510 w 1982"/>
                  <a:gd name="T15" fmla="*/ 269 h 1981"/>
                  <a:gd name="T16" fmla="*/ 457 w 1982"/>
                  <a:gd name="T17" fmla="*/ 388 h 1981"/>
                  <a:gd name="T18" fmla="*/ 329 w 1982"/>
                  <a:gd name="T19" fmla="*/ 407 h 1981"/>
                  <a:gd name="T20" fmla="*/ 395 w 1982"/>
                  <a:gd name="T21" fmla="*/ 579 h 1981"/>
                  <a:gd name="T22" fmla="*/ 395 w 1982"/>
                  <a:gd name="T23" fmla="*/ 579 h 1981"/>
                  <a:gd name="T24" fmla="*/ 209 w 1982"/>
                  <a:gd name="T25" fmla="*/ 582 h 1981"/>
                  <a:gd name="T26" fmla="*/ 314 w 1982"/>
                  <a:gd name="T27" fmla="*/ 734 h 1981"/>
                  <a:gd name="T28" fmla="*/ 305 w 1982"/>
                  <a:gd name="T29" fmla="*/ 1268 h 1981"/>
                  <a:gd name="T30" fmla="*/ 134 w 1982"/>
                  <a:gd name="T31" fmla="*/ 781 h 1981"/>
                  <a:gd name="T32" fmla="*/ 258 w 1982"/>
                  <a:gd name="T33" fmla="*/ 887 h 1981"/>
                  <a:gd name="T34" fmla="*/ 272 w 1982"/>
                  <a:gd name="T35" fmla="*/ 1078 h 1981"/>
                  <a:gd name="T36" fmla="*/ 262 w 1982"/>
                  <a:gd name="T37" fmla="*/ 991 h 1981"/>
                  <a:gd name="T38" fmla="*/ 264 w 1982"/>
                  <a:gd name="T39" fmla="*/ 1154 h 1981"/>
                  <a:gd name="T40" fmla="*/ 216 w 1982"/>
                  <a:gd name="T41" fmla="*/ 1381 h 1981"/>
                  <a:gd name="T42" fmla="*/ 395 w 1982"/>
                  <a:gd name="T43" fmla="*/ 1402 h 1981"/>
                  <a:gd name="T44" fmla="*/ 352 w 1982"/>
                  <a:gd name="T45" fmla="*/ 1578 h 1981"/>
                  <a:gd name="T46" fmla="*/ 457 w 1982"/>
                  <a:gd name="T47" fmla="*/ 1594 h 1981"/>
                  <a:gd name="T48" fmla="*/ 457 w 1982"/>
                  <a:gd name="T49" fmla="*/ 1594 h 1981"/>
                  <a:gd name="T50" fmla="*/ 581 w 1982"/>
                  <a:gd name="T51" fmla="*/ 1613 h 1981"/>
                  <a:gd name="T52" fmla="*/ 654 w 1982"/>
                  <a:gd name="T53" fmla="*/ 1632 h 1981"/>
                  <a:gd name="T54" fmla="*/ 638 w 1982"/>
                  <a:gd name="T55" fmla="*/ 285 h 1981"/>
                  <a:gd name="T56" fmla="*/ 712 w 1982"/>
                  <a:gd name="T57" fmla="*/ 300 h 1981"/>
                  <a:gd name="T58" fmla="*/ 713 w 1982"/>
                  <a:gd name="T59" fmla="*/ 1682 h 1981"/>
                  <a:gd name="T60" fmla="*/ 799 w 1982"/>
                  <a:gd name="T61" fmla="*/ 1706 h 1981"/>
                  <a:gd name="T62" fmla="*/ 817 w 1982"/>
                  <a:gd name="T63" fmla="*/ 221 h 1981"/>
                  <a:gd name="T64" fmla="*/ 902 w 1982"/>
                  <a:gd name="T65" fmla="*/ 267 h 1981"/>
                  <a:gd name="T66" fmla="*/ 872 w 1982"/>
                  <a:gd name="T67" fmla="*/ 1850 h 1981"/>
                  <a:gd name="T68" fmla="*/ 976 w 1982"/>
                  <a:gd name="T69" fmla="*/ 1731 h 1981"/>
                  <a:gd name="T70" fmla="*/ 976 w 1982"/>
                  <a:gd name="T71" fmla="*/ 201 h 1981"/>
                  <a:gd name="T72" fmla="*/ 1110 w 1982"/>
                  <a:gd name="T73" fmla="*/ 132 h 1981"/>
                  <a:gd name="T74" fmla="*/ 1066 w 1982"/>
                  <a:gd name="T75" fmla="*/ 1732 h 1981"/>
                  <a:gd name="T76" fmla="*/ 1165 w 1982"/>
                  <a:gd name="T77" fmla="*/ 1761 h 1981"/>
                  <a:gd name="T78" fmla="*/ 1183 w 1982"/>
                  <a:gd name="T79" fmla="*/ 276 h 1981"/>
                  <a:gd name="T80" fmla="*/ 1240 w 1982"/>
                  <a:gd name="T81" fmla="*/ 289 h 1981"/>
                  <a:gd name="T82" fmla="*/ 1304 w 1982"/>
                  <a:gd name="T83" fmla="*/ 1816 h 1981"/>
                  <a:gd name="T84" fmla="*/ 1304 w 1982"/>
                  <a:gd name="T85" fmla="*/ 1816 h 1981"/>
                  <a:gd name="T86" fmla="*/ 1365 w 1982"/>
                  <a:gd name="T87" fmla="*/ 1704 h 1981"/>
                  <a:gd name="T88" fmla="*/ 1372 w 1982"/>
                  <a:gd name="T89" fmla="*/ 299 h 1981"/>
                  <a:gd name="T90" fmla="*/ 1405 w 1982"/>
                  <a:gd name="T91" fmla="*/ 390 h 1981"/>
                  <a:gd name="T92" fmla="*/ 1497 w 1982"/>
                  <a:gd name="T93" fmla="*/ 1696 h 1981"/>
                  <a:gd name="T94" fmla="*/ 1493 w 1982"/>
                  <a:gd name="T95" fmla="*/ 1535 h 1981"/>
                  <a:gd name="T96" fmla="*/ 1503 w 1982"/>
                  <a:gd name="T97" fmla="*/ 390 h 1981"/>
                  <a:gd name="T98" fmla="*/ 1650 w 1982"/>
                  <a:gd name="T99" fmla="*/ 427 h 1981"/>
                  <a:gd name="T100" fmla="*/ 1539 w 1982"/>
                  <a:gd name="T101" fmla="*/ 1496 h 1981"/>
                  <a:gd name="T102" fmla="*/ 1632 w 1982"/>
                  <a:gd name="T103" fmla="*/ 1452 h 1981"/>
                  <a:gd name="T104" fmla="*/ 1752 w 1982"/>
                  <a:gd name="T105" fmla="*/ 1407 h 1981"/>
                  <a:gd name="T106" fmla="*/ 1848 w 1982"/>
                  <a:gd name="T107" fmla="*/ 1202 h 1981"/>
                  <a:gd name="T108" fmla="*/ 1858 w 1982"/>
                  <a:gd name="T109" fmla="*/ 1006 h 19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982" h="1981">
                    <a:moveTo>
                      <a:pt x="991" y="0"/>
                    </a:moveTo>
                    <a:cubicBezTo>
                      <a:pt x="444" y="0"/>
                      <a:pt x="0" y="443"/>
                      <a:pt x="0" y="990"/>
                    </a:cubicBezTo>
                    <a:cubicBezTo>
                      <a:pt x="0" y="1537"/>
                      <a:pt x="444" y="1981"/>
                      <a:pt x="991" y="1981"/>
                    </a:cubicBezTo>
                    <a:cubicBezTo>
                      <a:pt x="1538" y="1981"/>
                      <a:pt x="1982" y="1537"/>
                      <a:pt x="1982" y="990"/>
                    </a:cubicBezTo>
                    <a:cubicBezTo>
                      <a:pt x="1982" y="443"/>
                      <a:pt x="1538" y="0"/>
                      <a:pt x="991" y="0"/>
                    </a:cubicBezTo>
                    <a:close/>
                    <a:moveTo>
                      <a:pt x="1848" y="779"/>
                    </a:moveTo>
                    <a:cubicBezTo>
                      <a:pt x="1850" y="787"/>
                      <a:pt x="1845" y="795"/>
                      <a:pt x="1837" y="798"/>
                    </a:cubicBezTo>
                    <a:cubicBezTo>
                      <a:pt x="1718" y="827"/>
                      <a:pt x="1718" y="827"/>
                      <a:pt x="1718" y="827"/>
                    </a:cubicBezTo>
                    <a:cubicBezTo>
                      <a:pt x="1709" y="829"/>
                      <a:pt x="1701" y="824"/>
                      <a:pt x="1699" y="816"/>
                    </a:cubicBezTo>
                    <a:cubicBezTo>
                      <a:pt x="1697" y="808"/>
                      <a:pt x="1702" y="799"/>
                      <a:pt x="1710" y="797"/>
                    </a:cubicBezTo>
                    <a:cubicBezTo>
                      <a:pt x="1829" y="768"/>
                      <a:pt x="1829" y="768"/>
                      <a:pt x="1829" y="768"/>
                    </a:cubicBezTo>
                    <a:cubicBezTo>
                      <a:pt x="1838" y="766"/>
                      <a:pt x="1846" y="771"/>
                      <a:pt x="1848" y="779"/>
                    </a:cubicBezTo>
                    <a:close/>
                    <a:moveTo>
                      <a:pt x="1710" y="904"/>
                    </a:moveTo>
                    <a:cubicBezTo>
                      <a:pt x="1709" y="895"/>
                      <a:pt x="1715" y="888"/>
                      <a:pt x="1724" y="887"/>
                    </a:cubicBezTo>
                    <a:cubicBezTo>
                      <a:pt x="1773" y="881"/>
                      <a:pt x="1773" y="881"/>
                      <a:pt x="1773" y="881"/>
                    </a:cubicBezTo>
                    <a:cubicBezTo>
                      <a:pt x="1781" y="880"/>
                      <a:pt x="1789" y="886"/>
                      <a:pt x="1790" y="894"/>
                    </a:cubicBezTo>
                    <a:cubicBezTo>
                      <a:pt x="1791" y="902"/>
                      <a:pt x="1785" y="910"/>
                      <a:pt x="1777" y="911"/>
                    </a:cubicBezTo>
                    <a:cubicBezTo>
                      <a:pt x="1727" y="917"/>
                      <a:pt x="1727" y="917"/>
                      <a:pt x="1727" y="917"/>
                    </a:cubicBezTo>
                    <a:cubicBezTo>
                      <a:pt x="1719" y="918"/>
                      <a:pt x="1711" y="912"/>
                      <a:pt x="1710" y="904"/>
                    </a:cubicBezTo>
                    <a:close/>
                    <a:moveTo>
                      <a:pt x="1727" y="1065"/>
                    </a:moveTo>
                    <a:cubicBezTo>
                      <a:pt x="1777" y="1071"/>
                      <a:pt x="1777" y="1071"/>
                      <a:pt x="1777" y="1071"/>
                    </a:cubicBezTo>
                    <a:cubicBezTo>
                      <a:pt x="1785" y="1072"/>
                      <a:pt x="1791" y="1080"/>
                      <a:pt x="1790" y="1088"/>
                    </a:cubicBezTo>
                    <a:cubicBezTo>
                      <a:pt x="1789" y="1096"/>
                      <a:pt x="1781" y="1102"/>
                      <a:pt x="1773" y="1101"/>
                    </a:cubicBezTo>
                    <a:cubicBezTo>
                      <a:pt x="1724" y="1095"/>
                      <a:pt x="1724" y="1095"/>
                      <a:pt x="1724" y="1095"/>
                    </a:cubicBezTo>
                    <a:cubicBezTo>
                      <a:pt x="1715" y="1094"/>
                      <a:pt x="1709" y="1087"/>
                      <a:pt x="1710" y="1078"/>
                    </a:cubicBezTo>
                    <a:cubicBezTo>
                      <a:pt x="1711" y="1070"/>
                      <a:pt x="1719" y="1064"/>
                      <a:pt x="1727" y="1065"/>
                    </a:cubicBezTo>
                    <a:close/>
                    <a:moveTo>
                      <a:pt x="1668" y="1248"/>
                    </a:moveTo>
                    <a:cubicBezTo>
                      <a:pt x="1671" y="1240"/>
                      <a:pt x="1680" y="1236"/>
                      <a:pt x="1688" y="1239"/>
                    </a:cubicBezTo>
                    <a:cubicBezTo>
                      <a:pt x="1735" y="1257"/>
                      <a:pt x="1735" y="1257"/>
                      <a:pt x="1735" y="1257"/>
                    </a:cubicBezTo>
                    <a:cubicBezTo>
                      <a:pt x="1743" y="1260"/>
                      <a:pt x="1747" y="1269"/>
                      <a:pt x="1744" y="1276"/>
                    </a:cubicBezTo>
                    <a:cubicBezTo>
                      <a:pt x="1741" y="1284"/>
                      <a:pt x="1732" y="1288"/>
                      <a:pt x="1724" y="1285"/>
                    </a:cubicBezTo>
                    <a:cubicBezTo>
                      <a:pt x="1677" y="1268"/>
                      <a:pt x="1677" y="1268"/>
                      <a:pt x="1677" y="1268"/>
                    </a:cubicBezTo>
                    <a:cubicBezTo>
                      <a:pt x="1669" y="1265"/>
                      <a:pt x="1665" y="1256"/>
                      <a:pt x="1668" y="1248"/>
                    </a:cubicBezTo>
                    <a:close/>
                    <a:moveTo>
                      <a:pt x="1677" y="714"/>
                    </a:moveTo>
                    <a:cubicBezTo>
                      <a:pt x="1724" y="697"/>
                      <a:pt x="1724" y="697"/>
                      <a:pt x="1724" y="697"/>
                    </a:cubicBezTo>
                    <a:cubicBezTo>
                      <a:pt x="1732" y="694"/>
                      <a:pt x="1741" y="698"/>
                      <a:pt x="1744" y="706"/>
                    </a:cubicBezTo>
                    <a:cubicBezTo>
                      <a:pt x="1747" y="713"/>
                      <a:pt x="1743" y="722"/>
                      <a:pt x="1735" y="725"/>
                    </a:cubicBezTo>
                    <a:cubicBezTo>
                      <a:pt x="1688" y="743"/>
                      <a:pt x="1688" y="743"/>
                      <a:pt x="1688" y="743"/>
                    </a:cubicBezTo>
                    <a:cubicBezTo>
                      <a:pt x="1680" y="746"/>
                      <a:pt x="1671" y="742"/>
                      <a:pt x="1668" y="734"/>
                    </a:cubicBezTo>
                    <a:cubicBezTo>
                      <a:pt x="1665" y="726"/>
                      <a:pt x="1669" y="717"/>
                      <a:pt x="1677" y="714"/>
                    </a:cubicBezTo>
                    <a:close/>
                    <a:moveTo>
                      <a:pt x="1751" y="574"/>
                    </a:moveTo>
                    <a:cubicBezTo>
                      <a:pt x="1759" y="570"/>
                      <a:pt x="1768" y="572"/>
                      <a:pt x="1772" y="580"/>
                    </a:cubicBezTo>
                    <a:cubicBezTo>
                      <a:pt x="1776" y="587"/>
                      <a:pt x="1773" y="597"/>
                      <a:pt x="1766" y="601"/>
                    </a:cubicBezTo>
                    <a:cubicBezTo>
                      <a:pt x="1657" y="658"/>
                      <a:pt x="1657" y="658"/>
                      <a:pt x="1657" y="658"/>
                    </a:cubicBezTo>
                    <a:cubicBezTo>
                      <a:pt x="1650" y="662"/>
                      <a:pt x="1641" y="659"/>
                      <a:pt x="1637" y="651"/>
                    </a:cubicBezTo>
                    <a:cubicBezTo>
                      <a:pt x="1633" y="644"/>
                      <a:pt x="1636" y="635"/>
                      <a:pt x="1643" y="631"/>
                    </a:cubicBezTo>
                    <a:lnTo>
                      <a:pt x="1751" y="574"/>
                    </a:lnTo>
                    <a:close/>
                    <a:moveTo>
                      <a:pt x="1650" y="555"/>
                    </a:moveTo>
                    <a:cubicBezTo>
                      <a:pt x="1609" y="583"/>
                      <a:pt x="1609" y="583"/>
                      <a:pt x="1609" y="583"/>
                    </a:cubicBezTo>
                    <a:cubicBezTo>
                      <a:pt x="1602" y="588"/>
                      <a:pt x="1592" y="586"/>
                      <a:pt x="1587" y="579"/>
                    </a:cubicBezTo>
                    <a:cubicBezTo>
                      <a:pt x="1582" y="572"/>
                      <a:pt x="1584" y="563"/>
                      <a:pt x="1591" y="558"/>
                    </a:cubicBezTo>
                    <a:cubicBezTo>
                      <a:pt x="1632" y="530"/>
                      <a:pt x="1632" y="530"/>
                      <a:pt x="1632" y="530"/>
                    </a:cubicBezTo>
                    <a:cubicBezTo>
                      <a:pt x="1639" y="525"/>
                      <a:pt x="1649" y="527"/>
                      <a:pt x="1653" y="534"/>
                    </a:cubicBezTo>
                    <a:cubicBezTo>
                      <a:pt x="1658" y="541"/>
                      <a:pt x="1657" y="550"/>
                      <a:pt x="1650" y="555"/>
                    </a:cubicBezTo>
                    <a:close/>
                    <a:moveTo>
                      <a:pt x="488" y="265"/>
                    </a:moveTo>
                    <a:cubicBezTo>
                      <a:pt x="495" y="260"/>
                      <a:pt x="505" y="262"/>
                      <a:pt x="510" y="269"/>
                    </a:cubicBezTo>
                    <a:cubicBezTo>
                      <a:pt x="580" y="370"/>
                      <a:pt x="580" y="370"/>
                      <a:pt x="580" y="370"/>
                    </a:cubicBezTo>
                    <a:cubicBezTo>
                      <a:pt x="584" y="377"/>
                      <a:pt x="583" y="386"/>
                      <a:pt x="576" y="391"/>
                    </a:cubicBezTo>
                    <a:cubicBezTo>
                      <a:pt x="569" y="396"/>
                      <a:pt x="559" y="394"/>
                      <a:pt x="554" y="387"/>
                    </a:cubicBezTo>
                    <a:cubicBezTo>
                      <a:pt x="485" y="287"/>
                      <a:pt x="485" y="287"/>
                      <a:pt x="485" y="287"/>
                    </a:cubicBezTo>
                    <a:cubicBezTo>
                      <a:pt x="480" y="280"/>
                      <a:pt x="482" y="270"/>
                      <a:pt x="488" y="265"/>
                    </a:cubicBezTo>
                    <a:close/>
                    <a:moveTo>
                      <a:pt x="457" y="388"/>
                    </a:moveTo>
                    <a:cubicBezTo>
                      <a:pt x="457" y="388"/>
                      <a:pt x="457" y="388"/>
                      <a:pt x="457" y="388"/>
                    </a:cubicBezTo>
                    <a:cubicBezTo>
                      <a:pt x="464" y="383"/>
                      <a:pt x="473" y="383"/>
                      <a:pt x="479" y="390"/>
                    </a:cubicBezTo>
                    <a:cubicBezTo>
                      <a:pt x="512" y="427"/>
                      <a:pt x="512" y="427"/>
                      <a:pt x="512" y="427"/>
                    </a:cubicBezTo>
                    <a:cubicBezTo>
                      <a:pt x="518" y="433"/>
                      <a:pt x="517" y="443"/>
                      <a:pt x="511" y="449"/>
                    </a:cubicBezTo>
                    <a:cubicBezTo>
                      <a:pt x="504" y="454"/>
                      <a:pt x="495" y="454"/>
                      <a:pt x="489" y="447"/>
                    </a:cubicBezTo>
                    <a:cubicBezTo>
                      <a:pt x="456" y="410"/>
                      <a:pt x="456" y="410"/>
                      <a:pt x="456" y="410"/>
                    </a:cubicBezTo>
                    <a:cubicBezTo>
                      <a:pt x="450" y="404"/>
                      <a:pt x="451" y="394"/>
                      <a:pt x="457" y="388"/>
                    </a:cubicBezTo>
                    <a:close/>
                    <a:moveTo>
                      <a:pt x="329" y="407"/>
                    </a:moveTo>
                    <a:cubicBezTo>
                      <a:pt x="335" y="400"/>
                      <a:pt x="345" y="400"/>
                      <a:pt x="351" y="405"/>
                    </a:cubicBezTo>
                    <a:cubicBezTo>
                      <a:pt x="443" y="486"/>
                      <a:pt x="443" y="486"/>
                      <a:pt x="443" y="486"/>
                    </a:cubicBezTo>
                    <a:cubicBezTo>
                      <a:pt x="449" y="492"/>
                      <a:pt x="450" y="502"/>
                      <a:pt x="444" y="508"/>
                    </a:cubicBezTo>
                    <a:cubicBezTo>
                      <a:pt x="439" y="514"/>
                      <a:pt x="429" y="515"/>
                      <a:pt x="423" y="509"/>
                    </a:cubicBezTo>
                    <a:cubicBezTo>
                      <a:pt x="331" y="428"/>
                      <a:pt x="331" y="428"/>
                      <a:pt x="331" y="428"/>
                    </a:cubicBezTo>
                    <a:cubicBezTo>
                      <a:pt x="324" y="423"/>
                      <a:pt x="324" y="413"/>
                      <a:pt x="329" y="407"/>
                    </a:cubicBezTo>
                    <a:close/>
                    <a:moveTo>
                      <a:pt x="395" y="579"/>
                    </a:moveTo>
                    <a:cubicBezTo>
                      <a:pt x="390" y="586"/>
                      <a:pt x="380" y="588"/>
                      <a:pt x="373" y="583"/>
                    </a:cubicBezTo>
                    <a:cubicBezTo>
                      <a:pt x="332" y="555"/>
                      <a:pt x="332" y="555"/>
                      <a:pt x="332" y="555"/>
                    </a:cubicBezTo>
                    <a:cubicBezTo>
                      <a:pt x="325" y="550"/>
                      <a:pt x="324" y="541"/>
                      <a:pt x="329" y="534"/>
                    </a:cubicBezTo>
                    <a:cubicBezTo>
                      <a:pt x="329" y="534"/>
                      <a:pt x="329" y="534"/>
                      <a:pt x="329" y="534"/>
                    </a:cubicBezTo>
                    <a:cubicBezTo>
                      <a:pt x="333" y="527"/>
                      <a:pt x="343" y="525"/>
                      <a:pt x="350" y="530"/>
                    </a:cubicBezTo>
                    <a:cubicBezTo>
                      <a:pt x="391" y="558"/>
                      <a:pt x="391" y="558"/>
                      <a:pt x="391" y="558"/>
                    </a:cubicBezTo>
                    <a:cubicBezTo>
                      <a:pt x="398" y="563"/>
                      <a:pt x="400" y="572"/>
                      <a:pt x="395" y="579"/>
                    </a:cubicBezTo>
                    <a:close/>
                    <a:moveTo>
                      <a:pt x="209" y="582"/>
                    </a:moveTo>
                    <a:cubicBezTo>
                      <a:pt x="213" y="575"/>
                      <a:pt x="222" y="572"/>
                      <a:pt x="229" y="576"/>
                    </a:cubicBezTo>
                    <a:cubicBezTo>
                      <a:pt x="338" y="632"/>
                      <a:pt x="338" y="632"/>
                      <a:pt x="338" y="632"/>
                    </a:cubicBezTo>
                    <a:cubicBezTo>
                      <a:pt x="346" y="636"/>
                      <a:pt x="348" y="646"/>
                      <a:pt x="345" y="653"/>
                    </a:cubicBezTo>
                    <a:cubicBezTo>
                      <a:pt x="341" y="661"/>
                      <a:pt x="331" y="663"/>
                      <a:pt x="324" y="660"/>
                    </a:cubicBezTo>
                    <a:cubicBezTo>
                      <a:pt x="215" y="603"/>
                      <a:pt x="215" y="603"/>
                      <a:pt x="215" y="603"/>
                    </a:cubicBezTo>
                    <a:cubicBezTo>
                      <a:pt x="208" y="599"/>
                      <a:pt x="205" y="590"/>
                      <a:pt x="209" y="582"/>
                    </a:cubicBezTo>
                    <a:close/>
                    <a:moveTo>
                      <a:pt x="314" y="734"/>
                    </a:moveTo>
                    <a:cubicBezTo>
                      <a:pt x="311" y="742"/>
                      <a:pt x="302" y="746"/>
                      <a:pt x="294" y="743"/>
                    </a:cubicBezTo>
                    <a:cubicBezTo>
                      <a:pt x="247" y="725"/>
                      <a:pt x="247" y="725"/>
                      <a:pt x="247" y="725"/>
                    </a:cubicBezTo>
                    <a:cubicBezTo>
                      <a:pt x="239" y="722"/>
                      <a:pt x="235" y="713"/>
                      <a:pt x="238" y="706"/>
                    </a:cubicBezTo>
                    <a:cubicBezTo>
                      <a:pt x="241" y="698"/>
                      <a:pt x="250" y="694"/>
                      <a:pt x="258" y="697"/>
                    </a:cubicBezTo>
                    <a:cubicBezTo>
                      <a:pt x="305" y="714"/>
                      <a:pt x="305" y="714"/>
                      <a:pt x="305" y="714"/>
                    </a:cubicBezTo>
                    <a:cubicBezTo>
                      <a:pt x="313" y="717"/>
                      <a:pt x="317" y="726"/>
                      <a:pt x="314" y="734"/>
                    </a:cubicBezTo>
                    <a:close/>
                    <a:moveTo>
                      <a:pt x="305" y="1268"/>
                    </a:moveTo>
                    <a:cubicBezTo>
                      <a:pt x="258" y="1285"/>
                      <a:pt x="258" y="1285"/>
                      <a:pt x="258" y="1285"/>
                    </a:cubicBezTo>
                    <a:cubicBezTo>
                      <a:pt x="250" y="1288"/>
                      <a:pt x="241" y="1284"/>
                      <a:pt x="238" y="1276"/>
                    </a:cubicBezTo>
                    <a:cubicBezTo>
                      <a:pt x="235" y="1269"/>
                      <a:pt x="239" y="1260"/>
                      <a:pt x="247" y="1257"/>
                    </a:cubicBezTo>
                    <a:cubicBezTo>
                      <a:pt x="294" y="1239"/>
                      <a:pt x="294" y="1239"/>
                      <a:pt x="294" y="1239"/>
                    </a:cubicBezTo>
                    <a:cubicBezTo>
                      <a:pt x="302" y="1236"/>
                      <a:pt x="311" y="1240"/>
                      <a:pt x="314" y="1248"/>
                    </a:cubicBezTo>
                    <a:cubicBezTo>
                      <a:pt x="317" y="1256"/>
                      <a:pt x="313" y="1265"/>
                      <a:pt x="305" y="1268"/>
                    </a:cubicBezTo>
                    <a:close/>
                    <a:moveTo>
                      <a:pt x="134" y="781"/>
                    </a:moveTo>
                    <a:cubicBezTo>
                      <a:pt x="136" y="773"/>
                      <a:pt x="144" y="768"/>
                      <a:pt x="152" y="770"/>
                    </a:cubicBezTo>
                    <a:cubicBezTo>
                      <a:pt x="271" y="799"/>
                      <a:pt x="271" y="799"/>
                      <a:pt x="271" y="799"/>
                    </a:cubicBezTo>
                    <a:cubicBezTo>
                      <a:pt x="279" y="801"/>
                      <a:pt x="284" y="809"/>
                      <a:pt x="282" y="818"/>
                    </a:cubicBezTo>
                    <a:cubicBezTo>
                      <a:pt x="280" y="826"/>
                      <a:pt x="272" y="831"/>
                      <a:pt x="264" y="829"/>
                    </a:cubicBezTo>
                    <a:cubicBezTo>
                      <a:pt x="145" y="800"/>
                      <a:pt x="145" y="800"/>
                      <a:pt x="145" y="800"/>
                    </a:cubicBezTo>
                    <a:cubicBezTo>
                      <a:pt x="137" y="798"/>
                      <a:pt x="132" y="789"/>
                      <a:pt x="134" y="781"/>
                    </a:cubicBezTo>
                    <a:close/>
                    <a:moveTo>
                      <a:pt x="272" y="904"/>
                    </a:moveTo>
                    <a:cubicBezTo>
                      <a:pt x="272" y="904"/>
                      <a:pt x="272" y="904"/>
                      <a:pt x="272" y="904"/>
                    </a:cubicBezTo>
                    <a:cubicBezTo>
                      <a:pt x="271" y="912"/>
                      <a:pt x="263" y="918"/>
                      <a:pt x="255" y="917"/>
                    </a:cubicBezTo>
                    <a:cubicBezTo>
                      <a:pt x="205" y="911"/>
                      <a:pt x="205" y="911"/>
                      <a:pt x="205" y="911"/>
                    </a:cubicBezTo>
                    <a:cubicBezTo>
                      <a:pt x="197" y="910"/>
                      <a:pt x="191" y="902"/>
                      <a:pt x="192" y="894"/>
                    </a:cubicBezTo>
                    <a:cubicBezTo>
                      <a:pt x="193" y="886"/>
                      <a:pt x="201" y="880"/>
                      <a:pt x="209" y="881"/>
                    </a:cubicBezTo>
                    <a:cubicBezTo>
                      <a:pt x="258" y="887"/>
                      <a:pt x="258" y="887"/>
                      <a:pt x="258" y="887"/>
                    </a:cubicBezTo>
                    <a:cubicBezTo>
                      <a:pt x="267" y="888"/>
                      <a:pt x="273" y="895"/>
                      <a:pt x="272" y="904"/>
                    </a:cubicBezTo>
                    <a:close/>
                    <a:moveTo>
                      <a:pt x="258" y="1095"/>
                    </a:moveTo>
                    <a:cubicBezTo>
                      <a:pt x="209" y="1101"/>
                      <a:pt x="209" y="1101"/>
                      <a:pt x="209" y="1101"/>
                    </a:cubicBezTo>
                    <a:cubicBezTo>
                      <a:pt x="201" y="1102"/>
                      <a:pt x="193" y="1096"/>
                      <a:pt x="192" y="1088"/>
                    </a:cubicBezTo>
                    <a:cubicBezTo>
                      <a:pt x="191" y="1080"/>
                      <a:pt x="197" y="1072"/>
                      <a:pt x="205" y="1071"/>
                    </a:cubicBezTo>
                    <a:cubicBezTo>
                      <a:pt x="255" y="1065"/>
                      <a:pt x="255" y="1065"/>
                      <a:pt x="255" y="1065"/>
                    </a:cubicBezTo>
                    <a:cubicBezTo>
                      <a:pt x="263" y="1064"/>
                      <a:pt x="271" y="1070"/>
                      <a:pt x="272" y="1078"/>
                    </a:cubicBezTo>
                    <a:cubicBezTo>
                      <a:pt x="272" y="1078"/>
                      <a:pt x="272" y="1078"/>
                      <a:pt x="272" y="1078"/>
                    </a:cubicBezTo>
                    <a:cubicBezTo>
                      <a:pt x="273" y="1087"/>
                      <a:pt x="267" y="1094"/>
                      <a:pt x="258" y="1095"/>
                    </a:cubicBezTo>
                    <a:close/>
                    <a:moveTo>
                      <a:pt x="108" y="991"/>
                    </a:moveTo>
                    <a:cubicBezTo>
                      <a:pt x="108" y="991"/>
                      <a:pt x="108" y="991"/>
                      <a:pt x="108" y="991"/>
                    </a:cubicBezTo>
                    <a:cubicBezTo>
                      <a:pt x="108" y="983"/>
                      <a:pt x="115" y="976"/>
                      <a:pt x="124" y="976"/>
                    </a:cubicBezTo>
                    <a:cubicBezTo>
                      <a:pt x="246" y="976"/>
                      <a:pt x="246" y="976"/>
                      <a:pt x="246" y="976"/>
                    </a:cubicBezTo>
                    <a:cubicBezTo>
                      <a:pt x="255" y="976"/>
                      <a:pt x="262" y="983"/>
                      <a:pt x="262" y="991"/>
                    </a:cubicBezTo>
                    <a:cubicBezTo>
                      <a:pt x="262" y="999"/>
                      <a:pt x="255" y="1006"/>
                      <a:pt x="246" y="1006"/>
                    </a:cubicBezTo>
                    <a:cubicBezTo>
                      <a:pt x="124" y="1006"/>
                      <a:pt x="124" y="1006"/>
                      <a:pt x="124" y="1006"/>
                    </a:cubicBezTo>
                    <a:cubicBezTo>
                      <a:pt x="115" y="1006"/>
                      <a:pt x="108" y="999"/>
                      <a:pt x="108" y="991"/>
                    </a:cubicBezTo>
                    <a:close/>
                    <a:moveTo>
                      <a:pt x="134" y="1202"/>
                    </a:moveTo>
                    <a:cubicBezTo>
                      <a:pt x="134" y="1202"/>
                      <a:pt x="134" y="1202"/>
                      <a:pt x="134" y="1202"/>
                    </a:cubicBezTo>
                    <a:cubicBezTo>
                      <a:pt x="132" y="1194"/>
                      <a:pt x="137" y="1186"/>
                      <a:pt x="145" y="1184"/>
                    </a:cubicBezTo>
                    <a:cubicBezTo>
                      <a:pt x="264" y="1154"/>
                      <a:pt x="264" y="1154"/>
                      <a:pt x="264" y="1154"/>
                    </a:cubicBezTo>
                    <a:cubicBezTo>
                      <a:pt x="272" y="1152"/>
                      <a:pt x="281" y="1157"/>
                      <a:pt x="283" y="1166"/>
                    </a:cubicBezTo>
                    <a:cubicBezTo>
                      <a:pt x="285" y="1174"/>
                      <a:pt x="280" y="1182"/>
                      <a:pt x="272" y="1184"/>
                    </a:cubicBezTo>
                    <a:cubicBezTo>
                      <a:pt x="153" y="1214"/>
                      <a:pt x="153" y="1214"/>
                      <a:pt x="153" y="1214"/>
                    </a:cubicBezTo>
                    <a:cubicBezTo>
                      <a:pt x="144" y="1216"/>
                      <a:pt x="136" y="1211"/>
                      <a:pt x="134" y="1202"/>
                    </a:cubicBezTo>
                    <a:close/>
                    <a:moveTo>
                      <a:pt x="230" y="1408"/>
                    </a:moveTo>
                    <a:cubicBezTo>
                      <a:pt x="223" y="1412"/>
                      <a:pt x="213" y="1409"/>
                      <a:pt x="209" y="1401"/>
                    </a:cubicBezTo>
                    <a:cubicBezTo>
                      <a:pt x="205" y="1394"/>
                      <a:pt x="208" y="1385"/>
                      <a:pt x="216" y="1381"/>
                    </a:cubicBezTo>
                    <a:cubicBezTo>
                      <a:pt x="324" y="1324"/>
                      <a:pt x="324" y="1324"/>
                      <a:pt x="324" y="1324"/>
                    </a:cubicBezTo>
                    <a:cubicBezTo>
                      <a:pt x="332" y="1320"/>
                      <a:pt x="341" y="1323"/>
                      <a:pt x="345" y="1330"/>
                    </a:cubicBezTo>
                    <a:cubicBezTo>
                      <a:pt x="349" y="1338"/>
                      <a:pt x="346" y="1347"/>
                      <a:pt x="339" y="1351"/>
                    </a:cubicBezTo>
                    <a:lnTo>
                      <a:pt x="230" y="1408"/>
                    </a:lnTo>
                    <a:close/>
                    <a:moveTo>
                      <a:pt x="332" y="1427"/>
                    </a:moveTo>
                    <a:cubicBezTo>
                      <a:pt x="373" y="1399"/>
                      <a:pt x="373" y="1399"/>
                      <a:pt x="373" y="1399"/>
                    </a:cubicBezTo>
                    <a:cubicBezTo>
                      <a:pt x="380" y="1394"/>
                      <a:pt x="390" y="1396"/>
                      <a:pt x="395" y="1402"/>
                    </a:cubicBezTo>
                    <a:cubicBezTo>
                      <a:pt x="400" y="1409"/>
                      <a:pt x="398" y="1419"/>
                      <a:pt x="391" y="1424"/>
                    </a:cubicBezTo>
                    <a:cubicBezTo>
                      <a:pt x="350" y="1452"/>
                      <a:pt x="350" y="1452"/>
                      <a:pt x="350" y="1452"/>
                    </a:cubicBezTo>
                    <a:cubicBezTo>
                      <a:pt x="343" y="1457"/>
                      <a:pt x="333" y="1455"/>
                      <a:pt x="329" y="1448"/>
                    </a:cubicBezTo>
                    <a:cubicBezTo>
                      <a:pt x="329" y="1448"/>
                      <a:pt x="329" y="1448"/>
                      <a:pt x="329" y="1448"/>
                    </a:cubicBezTo>
                    <a:cubicBezTo>
                      <a:pt x="324" y="1441"/>
                      <a:pt x="325" y="1432"/>
                      <a:pt x="332" y="1427"/>
                    </a:cubicBezTo>
                    <a:close/>
                    <a:moveTo>
                      <a:pt x="444" y="1496"/>
                    </a:moveTo>
                    <a:cubicBezTo>
                      <a:pt x="352" y="1578"/>
                      <a:pt x="352" y="1578"/>
                      <a:pt x="352" y="1578"/>
                    </a:cubicBezTo>
                    <a:cubicBezTo>
                      <a:pt x="346" y="1583"/>
                      <a:pt x="336" y="1583"/>
                      <a:pt x="330" y="1576"/>
                    </a:cubicBezTo>
                    <a:cubicBezTo>
                      <a:pt x="325" y="1570"/>
                      <a:pt x="325" y="1560"/>
                      <a:pt x="332" y="1555"/>
                    </a:cubicBezTo>
                    <a:cubicBezTo>
                      <a:pt x="423" y="1474"/>
                      <a:pt x="423" y="1474"/>
                      <a:pt x="423" y="1474"/>
                    </a:cubicBezTo>
                    <a:cubicBezTo>
                      <a:pt x="430" y="1468"/>
                      <a:pt x="439" y="1468"/>
                      <a:pt x="445" y="1475"/>
                    </a:cubicBezTo>
                    <a:cubicBezTo>
                      <a:pt x="445" y="1475"/>
                      <a:pt x="445" y="1475"/>
                      <a:pt x="445" y="1475"/>
                    </a:cubicBezTo>
                    <a:cubicBezTo>
                      <a:pt x="451" y="1481"/>
                      <a:pt x="450" y="1491"/>
                      <a:pt x="444" y="1496"/>
                    </a:cubicBezTo>
                    <a:close/>
                    <a:moveTo>
                      <a:pt x="457" y="1594"/>
                    </a:moveTo>
                    <a:cubicBezTo>
                      <a:pt x="451" y="1588"/>
                      <a:pt x="450" y="1578"/>
                      <a:pt x="456" y="1572"/>
                    </a:cubicBezTo>
                    <a:cubicBezTo>
                      <a:pt x="489" y="1535"/>
                      <a:pt x="489" y="1535"/>
                      <a:pt x="489" y="1535"/>
                    </a:cubicBezTo>
                    <a:cubicBezTo>
                      <a:pt x="495" y="1528"/>
                      <a:pt x="504" y="1528"/>
                      <a:pt x="511" y="1533"/>
                    </a:cubicBezTo>
                    <a:cubicBezTo>
                      <a:pt x="511" y="1533"/>
                      <a:pt x="511" y="1533"/>
                      <a:pt x="511" y="1533"/>
                    </a:cubicBezTo>
                    <a:cubicBezTo>
                      <a:pt x="517" y="1539"/>
                      <a:pt x="518" y="1549"/>
                      <a:pt x="512" y="1555"/>
                    </a:cubicBezTo>
                    <a:cubicBezTo>
                      <a:pt x="479" y="1592"/>
                      <a:pt x="479" y="1592"/>
                      <a:pt x="479" y="1592"/>
                    </a:cubicBezTo>
                    <a:cubicBezTo>
                      <a:pt x="473" y="1599"/>
                      <a:pt x="464" y="1599"/>
                      <a:pt x="457" y="1594"/>
                    </a:cubicBezTo>
                    <a:close/>
                    <a:moveTo>
                      <a:pt x="581" y="1613"/>
                    </a:moveTo>
                    <a:cubicBezTo>
                      <a:pt x="511" y="1714"/>
                      <a:pt x="511" y="1714"/>
                      <a:pt x="511" y="1714"/>
                    </a:cubicBezTo>
                    <a:cubicBezTo>
                      <a:pt x="506" y="1721"/>
                      <a:pt x="497" y="1722"/>
                      <a:pt x="490" y="1718"/>
                    </a:cubicBezTo>
                    <a:cubicBezTo>
                      <a:pt x="483" y="1713"/>
                      <a:pt x="481" y="1703"/>
                      <a:pt x="486" y="1696"/>
                    </a:cubicBezTo>
                    <a:cubicBezTo>
                      <a:pt x="555" y="1595"/>
                      <a:pt x="555" y="1595"/>
                      <a:pt x="555" y="1595"/>
                    </a:cubicBezTo>
                    <a:cubicBezTo>
                      <a:pt x="560" y="1588"/>
                      <a:pt x="570" y="1587"/>
                      <a:pt x="577" y="1591"/>
                    </a:cubicBezTo>
                    <a:cubicBezTo>
                      <a:pt x="584" y="1596"/>
                      <a:pt x="586" y="1606"/>
                      <a:pt x="581" y="1613"/>
                    </a:cubicBezTo>
                    <a:close/>
                    <a:moveTo>
                      <a:pt x="661" y="1653"/>
                    </a:moveTo>
                    <a:cubicBezTo>
                      <a:pt x="638" y="1697"/>
                      <a:pt x="638" y="1697"/>
                      <a:pt x="638" y="1697"/>
                    </a:cubicBezTo>
                    <a:cubicBezTo>
                      <a:pt x="634" y="1705"/>
                      <a:pt x="624" y="1708"/>
                      <a:pt x="617" y="1704"/>
                    </a:cubicBezTo>
                    <a:cubicBezTo>
                      <a:pt x="609" y="1700"/>
                      <a:pt x="607" y="1691"/>
                      <a:pt x="610" y="1683"/>
                    </a:cubicBezTo>
                    <a:cubicBezTo>
                      <a:pt x="634" y="1639"/>
                      <a:pt x="634" y="1639"/>
                      <a:pt x="634" y="1639"/>
                    </a:cubicBezTo>
                    <a:cubicBezTo>
                      <a:pt x="638" y="1631"/>
                      <a:pt x="647" y="1628"/>
                      <a:pt x="654" y="1632"/>
                    </a:cubicBezTo>
                    <a:cubicBezTo>
                      <a:pt x="654" y="1632"/>
                      <a:pt x="654" y="1632"/>
                      <a:pt x="654" y="1632"/>
                    </a:cubicBezTo>
                    <a:cubicBezTo>
                      <a:pt x="662" y="1636"/>
                      <a:pt x="665" y="1646"/>
                      <a:pt x="661" y="1653"/>
                    </a:cubicBezTo>
                    <a:close/>
                    <a:moveTo>
                      <a:pt x="654" y="350"/>
                    </a:moveTo>
                    <a:cubicBezTo>
                      <a:pt x="654" y="350"/>
                      <a:pt x="654" y="350"/>
                      <a:pt x="654" y="350"/>
                    </a:cubicBezTo>
                    <a:cubicBezTo>
                      <a:pt x="647" y="353"/>
                      <a:pt x="638" y="351"/>
                      <a:pt x="634" y="343"/>
                    </a:cubicBezTo>
                    <a:cubicBezTo>
                      <a:pt x="610" y="299"/>
                      <a:pt x="610" y="299"/>
                      <a:pt x="610" y="299"/>
                    </a:cubicBezTo>
                    <a:cubicBezTo>
                      <a:pt x="607" y="291"/>
                      <a:pt x="609" y="282"/>
                      <a:pt x="617" y="278"/>
                    </a:cubicBezTo>
                    <a:cubicBezTo>
                      <a:pt x="624" y="274"/>
                      <a:pt x="634" y="277"/>
                      <a:pt x="638" y="285"/>
                    </a:cubicBezTo>
                    <a:cubicBezTo>
                      <a:pt x="661" y="329"/>
                      <a:pt x="661" y="329"/>
                      <a:pt x="661" y="329"/>
                    </a:cubicBezTo>
                    <a:cubicBezTo>
                      <a:pt x="665" y="336"/>
                      <a:pt x="662" y="346"/>
                      <a:pt x="654" y="350"/>
                    </a:cubicBezTo>
                    <a:close/>
                    <a:moveTo>
                      <a:pt x="677" y="166"/>
                    </a:moveTo>
                    <a:cubicBezTo>
                      <a:pt x="685" y="163"/>
                      <a:pt x="694" y="167"/>
                      <a:pt x="697" y="175"/>
                    </a:cubicBezTo>
                    <a:cubicBezTo>
                      <a:pt x="740" y="289"/>
                      <a:pt x="740" y="289"/>
                      <a:pt x="740" y="289"/>
                    </a:cubicBezTo>
                    <a:cubicBezTo>
                      <a:pt x="743" y="297"/>
                      <a:pt x="739" y="306"/>
                      <a:pt x="731" y="309"/>
                    </a:cubicBezTo>
                    <a:cubicBezTo>
                      <a:pt x="723" y="312"/>
                      <a:pt x="715" y="308"/>
                      <a:pt x="712" y="300"/>
                    </a:cubicBezTo>
                    <a:cubicBezTo>
                      <a:pt x="668" y="186"/>
                      <a:pt x="668" y="186"/>
                      <a:pt x="668" y="186"/>
                    </a:cubicBezTo>
                    <a:cubicBezTo>
                      <a:pt x="665" y="178"/>
                      <a:pt x="669" y="169"/>
                      <a:pt x="677" y="166"/>
                    </a:cubicBezTo>
                    <a:close/>
                    <a:moveTo>
                      <a:pt x="741" y="1693"/>
                    </a:moveTo>
                    <a:cubicBezTo>
                      <a:pt x="698" y="1808"/>
                      <a:pt x="698" y="1808"/>
                      <a:pt x="698" y="1808"/>
                    </a:cubicBezTo>
                    <a:cubicBezTo>
                      <a:pt x="695" y="1815"/>
                      <a:pt x="686" y="1819"/>
                      <a:pt x="678" y="1816"/>
                    </a:cubicBezTo>
                    <a:cubicBezTo>
                      <a:pt x="670" y="1813"/>
                      <a:pt x="666" y="1805"/>
                      <a:pt x="669" y="1797"/>
                    </a:cubicBezTo>
                    <a:cubicBezTo>
                      <a:pt x="713" y="1682"/>
                      <a:pt x="713" y="1682"/>
                      <a:pt x="713" y="1682"/>
                    </a:cubicBezTo>
                    <a:cubicBezTo>
                      <a:pt x="716" y="1674"/>
                      <a:pt x="725" y="1670"/>
                      <a:pt x="733" y="1673"/>
                    </a:cubicBezTo>
                    <a:cubicBezTo>
                      <a:pt x="740" y="1676"/>
                      <a:pt x="744" y="1685"/>
                      <a:pt x="741" y="1693"/>
                    </a:cubicBezTo>
                    <a:close/>
                    <a:moveTo>
                      <a:pt x="829" y="1713"/>
                    </a:moveTo>
                    <a:cubicBezTo>
                      <a:pt x="817" y="1761"/>
                      <a:pt x="817" y="1761"/>
                      <a:pt x="817" y="1761"/>
                    </a:cubicBezTo>
                    <a:cubicBezTo>
                      <a:pt x="815" y="1770"/>
                      <a:pt x="807" y="1775"/>
                      <a:pt x="798" y="1773"/>
                    </a:cubicBezTo>
                    <a:cubicBezTo>
                      <a:pt x="790" y="1771"/>
                      <a:pt x="785" y="1762"/>
                      <a:pt x="787" y="1754"/>
                    </a:cubicBezTo>
                    <a:cubicBezTo>
                      <a:pt x="799" y="1706"/>
                      <a:pt x="799" y="1706"/>
                      <a:pt x="799" y="1706"/>
                    </a:cubicBezTo>
                    <a:cubicBezTo>
                      <a:pt x="801" y="1697"/>
                      <a:pt x="809" y="1692"/>
                      <a:pt x="818" y="1694"/>
                    </a:cubicBezTo>
                    <a:cubicBezTo>
                      <a:pt x="826" y="1696"/>
                      <a:pt x="831" y="1705"/>
                      <a:pt x="829" y="1713"/>
                    </a:cubicBezTo>
                    <a:close/>
                    <a:moveTo>
                      <a:pt x="818" y="288"/>
                    </a:moveTo>
                    <a:cubicBezTo>
                      <a:pt x="809" y="290"/>
                      <a:pt x="801" y="285"/>
                      <a:pt x="799" y="276"/>
                    </a:cubicBezTo>
                    <a:cubicBezTo>
                      <a:pt x="787" y="228"/>
                      <a:pt x="787" y="228"/>
                      <a:pt x="787" y="228"/>
                    </a:cubicBezTo>
                    <a:cubicBezTo>
                      <a:pt x="785" y="220"/>
                      <a:pt x="790" y="211"/>
                      <a:pt x="798" y="209"/>
                    </a:cubicBezTo>
                    <a:cubicBezTo>
                      <a:pt x="807" y="207"/>
                      <a:pt x="815" y="212"/>
                      <a:pt x="817" y="221"/>
                    </a:cubicBezTo>
                    <a:cubicBezTo>
                      <a:pt x="829" y="269"/>
                      <a:pt x="829" y="269"/>
                      <a:pt x="829" y="269"/>
                    </a:cubicBezTo>
                    <a:cubicBezTo>
                      <a:pt x="831" y="277"/>
                      <a:pt x="826" y="286"/>
                      <a:pt x="818" y="288"/>
                    </a:cubicBezTo>
                    <a:close/>
                    <a:moveTo>
                      <a:pt x="883" y="115"/>
                    </a:moveTo>
                    <a:cubicBezTo>
                      <a:pt x="883" y="115"/>
                      <a:pt x="883" y="115"/>
                      <a:pt x="883" y="115"/>
                    </a:cubicBezTo>
                    <a:cubicBezTo>
                      <a:pt x="892" y="114"/>
                      <a:pt x="899" y="120"/>
                      <a:pt x="901" y="128"/>
                    </a:cubicBezTo>
                    <a:cubicBezTo>
                      <a:pt x="915" y="250"/>
                      <a:pt x="915" y="250"/>
                      <a:pt x="915" y="250"/>
                    </a:cubicBezTo>
                    <a:cubicBezTo>
                      <a:pt x="916" y="258"/>
                      <a:pt x="911" y="266"/>
                      <a:pt x="902" y="267"/>
                    </a:cubicBezTo>
                    <a:cubicBezTo>
                      <a:pt x="894" y="268"/>
                      <a:pt x="886" y="262"/>
                      <a:pt x="885" y="254"/>
                    </a:cubicBezTo>
                    <a:cubicBezTo>
                      <a:pt x="870" y="132"/>
                      <a:pt x="870" y="132"/>
                      <a:pt x="870" y="132"/>
                    </a:cubicBezTo>
                    <a:cubicBezTo>
                      <a:pt x="869" y="124"/>
                      <a:pt x="875" y="116"/>
                      <a:pt x="883" y="115"/>
                    </a:cubicBezTo>
                    <a:close/>
                    <a:moveTo>
                      <a:pt x="917" y="1732"/>
                    </a:moveTo>
                    <a:cubicBezTo>
                      <a:pt x="902" y="1854"/>
                      <a:pt x="902" y="1854"/>
                      <a:pt x="902" y="1854"/>
                    </a:cubicBezTo>
                    <a:cubicBezTo>
                      <a:pt x="901" y="1862"/>
                      <a:pt x="893" y="1868"/>
                      <a:pt x="885" y="1867"/>
                    </a:cubicBezTo>
                    <a:cubicBezTo>
                      <a:pt x="877" y="1866"/>
                      <a:pt x="871" y="1859"/>
                      <a:pt x="872" y="1850"/>
                    </a:cubicBezTo>
                    <a:cubicBezTo>
                      <a:pt x="886" y="1729"/>
                      <a:pt x="886" y="1729"/>
                      <a:pt x="886" y="1729"/>
                    </a:cubicBezTo>
                    <a:cubicBezTo>
                      <a:pt x="887" y="1720"/>
                      <a:pt x="895" y="1714"/>
                      <a:pt x="903" y="1715"/>
                    </a:cubicBezTo>
                    <a:cubicBezTo>
                      <a:pt x="912" y="1716"/>
                      <a:pt x="918" y="1724"/>
                      <a:pt x="917" y="1732"/>
                    </a:cubicBezTo>
                    <a:close/>
                    <a:moveTo>
                      <a:pt x="1006" y="1781"/>
                    </a:moveTo>
                    <a:cubicBezTo>
                      <a:pt x="1006" y="1789"/>
                      <a:pt x="999" y="1796"/>
                      <a:pt x="991" y="1796"/>
                    </a:cubicBezTo>
                    <a:cubicBezTo>
                      <a:pt x="983" y="1796"/>
                      <a:pt x="976" y="1789"/>
                      <a:pt x="976" y="1781"/>
                    </a:cubicBezTo>
                    <a:cubicBezTo>
                      <a:pt x="976" y="1731"/>
                      <a:pt x="976" y="1731"/>
                      <a:pt x="976" y="1731"/>
                    </a:cubicBezTo>
                    <a:cubicBezTo>
                      <a:pt x="976" y="1722"/>
                      <a:pt x="983" y="1715"/>
                      <a:pt x="991" y="1715"/>
                    </a:cubicBezTo>
                    <a:cubicBezTo>
                      <a:pt x="999" y="1715"/>
                      <a:pt x="1006" y="1722"/>
                      <a:pt x="1006" y="1731"/>
                    </a:cubicBezTo>
                    <a:lnTo>
                      <a:pt x="1006" y="1781"/>
                    </a:lnTo>
                    <a:close/>
                    <a:moveTo>
                      <a:pt x="1006" y="251"/>
                    </a:moveTo>
                    <a:cubicBezTo>
                      <a:pt x="1006" y="260"/>
                      <a:pt x="999" y="267"/>
                      <a:pt x="991" y="267"/>
                    </a:cubicBezTo>
                    <a:cubicBezTo>
                      <a:pt x="983" y="267"/>
                      <a:pt x="976" y="260"/>
                      <a:pt x="976" y="251"/>
                    </a:cubicBezTo>
                    <a:cubicBezTo>
                      <a:pt x="976" y="201"/>
                      <a:pt x="976" y="201"/>
                      <a:pt x="976" y="201"/>
                    </a:cubicBezTo>
                    <a:cubicBezTo>
                      <a:pt x="976" y="193"/>
                      <a:pt x="983" y="186"/>
                      <a:pt x="991" y="186"/>
                    </a:cubicBezTo>
                    <a:cubicBezTo>
                      <a:pt x="999" y="186"/>
                      <a:pt x="1006" y="193"/>
                      <a:pt x="1006" y="201"/>
                    </a:cubicBezTo>
                    <a:lnTo>
                      <a:pt x="1006" y="251"/>
                    </a:lnTo>
                    <a:close/>
                    <a:moveTo>
                      <a:pt x="1065" y="250"/>
                    </a:moveTo>
                    <a:cubicBezTo>
                      <a:pt x="1079" y="128"/>
                      <a:pt x="1079" y="128"/>
                      <a:pt x="1079" y="128"/>
                    </a:cubicBezTo>
                    <a:cubicBezTo>
                      <a:pt x="1080" y="120"/>
                      <a:pt x="1088" y="114"/>
                      <a:pt x="1096" y="115"/>
                    </a:cubicBezTo>
                    <a:cubicBezTo>
                      <a:pt x="1105" y="116"/>
                      <a:pt x="1111" y="123"/>
                      <a:pt x="1110" y="132"/>
                    </a:cubicBezTo>
                    <a:cubicBezTo>
                      <a:pt x="1095" y="253"/>
                      <a:pt x="1095" y="253"/>
                      <a:pt x="1095" y="253"/>
                    </a:cubicBezTo>
                    <a:cubicBezTo>
                      <a:pt x="1094" y="262"/>
                      <a:pt x="1086" y="268"/>
                      <a:pt x="1078" y="267"/>
                    </a:cubicBezTo>
                    <a:cubicBezTo>
                      <a:pt x="1078" y="267"/>
                      <a:pt x="1078" y="267"/>
                      <a:pt x="1078" y="267"/>
                    </a:cubicBezTo>
                    <a:cubicBezTo>
                      <a:pt x="1070" y="266"/>
                      <a:pt x="1064" y="258"/>
                      <a:pt x="1065" y="250"/>
                    </a:cubicBezTo>
                    <a:close/>
                    <a:moveTo>
                      <a:pt x="1098" y="1867"/>
                    </a:moveTo>
                    <a:cubicBezTo>
                      <a:pt x="1089" y="1868"/>
                      <a:pt x="1082" y="1862"/>
                      <a:pt x="1081" y="1854"/>
                    </a:cubicBezTo>
                    <a:cubicBezTo>
                      <a:pt x="1066" y="1732"/>
                      <a:pt x="1066" y="1732"/>
                      <a:pt x="1066" y="1732"/>
                    </a:cubicBezTo>
                    <a:cubicBezTo>
                      <a:pt x="1065" y="1724"/>
                      <a:pt x="1071" y="1716"/>
                      <a:pt x="1079" y="1715"/>
                    </a:cubicBezTo>
                    <a:cubicBezTo>
                      <a:pt x="1088" y="1714"/>
                      <a:pt x="1095" y="1720"/>
                      <a:pt x="1096" y="1728"/>
                    </a:cubicBezTo>
                    <a:cubicBezTo>
                      <a:pt x="1111" y="1850"/>
                      <a:pt x="1111" y="1850"/>
                      <a:pt x="1111" y="1850"/>
                    </a:cubicBezTo>
                    <a:cubicBezTo>
                      <a:pt x="1112" y="1859"/>
                      <a:pt x="1106" y="1866"/>
                      <a:pt x="1098" y="1867"/>
                    </a:cubicBezTo>
                    <a:close/>
                    <a:moveTo>
                      <a:pt x="1184" y="1773"/>
                    </a:moveTo>
                    <a:cubicBezTo>
                      <a:pt x="1184" y="1773"/>
                      <a:pt x="1184" y="1773"/>
                      <a:pt x="1184" y="1773"/>
                    </a:cubicBezTo>
                    <a:cubicBezTo>
                      <a:pt x="1175" y="1775"/>
                      <a:pt x="1167" y="1770"/>
                      <a:pt x="1165" y="1761"/>
                    </a:cubicBezTo>
                    <a:cubicBezTo>
                      <a:pt x="1153" y="1713"/>
                      <a:pt x="1153" y="1713"/>
                      <a:pt x="1153" y="1713"/>
                    </a:cubicBezTo>
                    <a:cubicBezTo>
                      <a:pt x="1151" y="1705"/>
                      <a:pt x="1156" y="1696"/>
                      <a:pt x="1164" y="1694"/>
                    </a:cubicBezTo>
                    <a:cubicBezTo>
                      <a:pt x="1173" y="1692"/>
                      <a:pt x="1181" y="1697"/>
                      <a:pt x="1183" y="1706"/>
                    </a:cubicBezTo>
                    <a:cubicBezTo>
                      <a:pt x="1195" y="1754"/>
                      <a:pt x="1195" y="1754"/>
                      <a:pt x="1195" y="1754"/>
                    </a:cubicBezTo>
                    <a:cubicBezTo>
                      <a:pt x="1197" y="1762"/>
                      <a:pt x="1192" y="1771"/>
                      <a:pt x="1184" y="1773"/>
                    </a:cubicBezTo>
                    <a:close/>
                    <a:moveTo>
                      <a:pt x="1195" y="228"/>
                    </a:moveTo>
                    <a:cubicBezTo>
                      <a:pt x="1183" y="276"/>
                      <a:pt x="1183" y="276"/>
                      <a:pt x="1183" y="276"/>
                    </a:cubicBezTo>
                    <a:cubicBezTo>
                      <a:pt x="1181" y="285"/>
                      <a:pt x="1173" y="290"/>
                      <a:pt x="1164" y="288"/>
                    </a:cubicBezTo>
                    <a:cubicBezTo>
                      <a:pt x="1156" y="286"/>
                      <a:pt x="1151" y="277"/>
                      <a:pt x="1153" y="269"/>
                    </a:cubicBezTo>
                    <a:cubicBezTo>
                      <a:pt x="1165" y="221"/>
                      <a:pt x="1165" y="221"/>
                      <a:pt x="1165" y="221"/>
                    </a:cubicBezTo>
                    <a:cubicBezTo>
                      <a:pt x="1167" y="212"/>
                      <a:pt x="1175" y="207"/>
                      <a:pt x="1184" y="209"/>
                    </a:cubicBezTo>
                    <a:cubicBezTo>
                      <a:pt x="1184" y="209"/>
                      <a:pt x="1184" y="209"/>
                      <a:pt x="1184" y="209"/>
                    </a:cubicBezTo>
                    <a:cubicBezTo>
                      <a:pt x="1192" y="211"/>
                      <a:pt x="1197" y="220"/>
                      <a:pt x="1195" y="228"/>
                    </a:cubicBezTo>
                    <a:close/>
                    <a:moveTo>
                      <a:pt x="1240" y="289"/>
                    </a:moveTo>
                    <a:cubicBezTo>
                      <a:pt x="1283" y="174"/>
                      <a:pt x="1283" y="174"/>
                      <a:pt x="1283" y="174"/>
                    </a:cubicBezTo>
                    <a:cubicBezTo>
                      <a:pt x="1286" y="166"/>
                      <a:pt x="1295" y="162"/>
                      <a:pt x="1303" y="165"/>
                    </a:cubicBezTo>
                    <a:cubicBezTo>
                      <a:pt x="1311" y="168"/>
                      <a:pt x="1315" y="177"/>
                      <a:pt x="1312" y="185"/>
                    </a:cubicBezTo>
                    <a:cubicBezTo>
                      <a:pt x="1269" y="300"/>
                      <a:pt x="1269" y="300"/>
                      <a:pt x="1269" y="300"/>
                    </a:cubicBezTo>
                    <a:cubicBezTo>
                      <a:pt x="1266" y="308"/>
                      <a:pt x="1257" y="312"/>
                      <a:pt x="1249" y="309"/>
                    </a:cubicBezTo>
                    <a:cubicBezTo>
                      <a:pt x="1241" y="306"/>
                      <a:pt x="1237" y="297"/>
                      <a:pt x="1240" y="289"/>
                    </a:cubicBezTo>
                    <a:close/>
                    <a:moveTo>
                      <a:pt x="1304" y="1816"/>
                    </a:moveTo>
                    <a:cubicBezTo>
                      <a:pt x="1304" y="1816"/>
                      <a:pt x="1304" y="1816"/>
                      <a:pt x="1304" y="1816"/>
                    </a:cubicBezTo>
                    <a:cubicBezTo>
                      <a:pt x="1297" y="1819"/>
                      <a:pt x="1288" y="1815"/>
                      <a:pt x="1285" y="1807"/>
                    </a:cubicBezTo>
                    <a:cubicBezTo>
                      <a:pt x="1241" y="1693"/>
                      <a:pt x="1241" y="1693"/>
                      <a:pt x="1241" y="1693"/>
                    </a:cubicBezTo>
                    <a:cubicBezTo>
                      <a:pt x="1238" y="1685"/>
                      <a:pt x="1242" y="1676"/>
                      <a:pt x="1250" y="1673"/>
                    </a:cubicBezTo>
                    <a:cubicBezTo>
                      <a:pt x="1258" y="1670"/>
                      <a:pt x="1267" y="1674"/>
                      <a:pt x="1270" y="1682"/>
                    </a:cubicBezTo>
                    <a:cubicBezTo>
                      <a:pt x="1313" y="1796"/>
                      <a:pt x="1313" y="1796"/>
                      <a:pt x="1313" y="1796"/>
                    </a:cubicBezTo>
                    <a:cubicBezTo>
                      <a:pt x="1316" y="1804"/>
                      <a:pt x="1312" y="1813"/>
                      <a:pt x="1304" y="1816"/>
                    </a:cubicBezTo>
                    <a:close/>
                    <a:moveTo>
                      <a:pt x="1365" y="1704"/>
                    </a:moveTo>
                    <a:cubicBezTo>
                      <a:pt x="1358" y="1708"/>
                      <a:pt x="1348" y="1705"/>
                      <a:pt x="1344" y="1697"/>
                    </a:cubicBezTo>
                    <a:cubicBezTo>
                      <a:pt x="1321" y="1653"/>
                      <a:pt x="1321" y="1653"/>
                      <a:pt x="1321" y="1653"/>
                    </a:cubicBezTo>
                    <a:cubicBezTo>
                      <a:pt x="1317" y="1646"/>
                      <a:pt x="1320" y="1636"/>
                      <a:pt x="1328" y="1632"/>
                    </a:cubicBezTo>
                    <a:cubicBezTo>
                      <a:pt x="1335" y="1628"/>
                      <a:pt x="1344" y="1631"/>
                      <a:pt x="1348" y="1639"/>
                    </a:cubicBezTo>
                    <a:cubicBezTo>
                      <a:pt x="1372" y="1683"/>
                      <a:pt x="1372" y="1683"/>
                      <a:pt x="1372" y="1683"/>
                    </a:cubicBezTo>
                    <a:cubicBezTo>
                      <a:pt x="1375" y="1691"/>
                      <a:pt x="1373" y="1700"/>
                      <a:pt x="1365" y="1704"/>
                    </a:cubicBezTo>
                    <a:close/>
                    <a:moveTo>
                      <a:pt x="1372" y="299"/>
                    </a:moveTo>
                    <a:cubicBezTo>
                      <a:pt x="1348" y="343"/>
                      <a:pt x="1348" y="343"/>
                      <a:pt x="1348" y="343"/>
                    </a:cubicBezTo>
                    <a:cubicBezTo>
                      <a:pt x="1344" y="351"/>
                      <a:pt x="1335" y="353"/>
                      <a:pt x="1328" y="350"/>
                    </a:cubicBezTo>
                    <a:cubicBezTo>
                      <a:pt x="1320" y="346"/>
                      <a:pt x="1317" y="336"/>
                      <a:pt x="1321" y="329"/>
                    </a:cubicBezTo>
                    <a:cubicBezTo>
                      <a:pt x="1344" y="285"/>
                      <a:pt x="1344" y="285"/>
                      <a:pt x="1344" y="285"/>
                    </a:cubicBezTo>
                    <a:cubicBezTo>
                      <a:pt x="1348" y="277"/>
                      <a:pt x="1358" y="274"/>
                      <a:pt x="1365" y="278"/>
                    </a:cubicBezTo>
                    <a:cubicBezTo>
                      <a:pt x="1373" y="282"/>
                      <a:pt x="1375" y="291"/>
                      <a:pt x="1372" y="299"/>
                    </a:cubicBezTo>
                    <a:close/>
                    <a:moveTo>
                      <a:pt x="1401" y="369"/>
                    </a:moveTo>
                    <a:cubicBezTo>
                      <a:pt x="1470" y="268"/>
                      <a:pt x="1470" y="268"/>
                      <a:pt x="1470" y="268"/>
                    </a:cubicBezTo>
                    <a:cubicBezTo>
                      <a:pt x="1475" y="261"/>
                      <a:pt x="1485" y="259"/>
                      <a:pt x="1492" y="264"/>
                    </a:cubicBezTo>
                    <a:cubicBezTo>
                      <a:pt x="1492" y="264"/>
                      <a:pt x="1492" y="264"/>
                      <a:pt x="1492" y="264"/>
                    </a:cubicBezTo>
                    <a:cubicBezTo>
                      <a:pt x="1499" y="269"/>
                      <a:pt x="1500" y="278"/>
                      <a:pt x="1496" y="285"/>
                    </a:cubicBezTo>
                    <a:cubicBezTo>
                      <a:pt x="1426" y="386"/>
                      <a:pt x="1426" y="386"/>
                      <a:pt x="1426" y="386"/>
                    </a:cubicBezTo>
                    <a:cubicBezTo>
                      <a:pt x="1421" y="393"/>
                      <a:pt x="1412" y="395"/>
                      <a:pt x="1405" y="390"/>
                    </a:cubicBezTo>
                    <a:cubicBezTo>
                      <a:pt x="1398" y="385"/>
                      <a:pt x="1396" y="376"/>
                      <a:pt x="1401" y="369"/>
                    </a:cubicBezTo>
                    <a:close/>
                    <a:moveTo>
                      <a:pt x="1493" y="1717"/>
                    </a:moveTo>
                    <a:cubicBezTo>
                      <a:pt x="1486" y="1722"/>
                      <a:pt x="1476" y="1720"/>
                      <a:pt x="1472" y="1713"/>
                    </a:cubicBezTo>
                    <a:cubicBezTo>
                      <a:pt x="1402" y="1612"/>
                      <a:pt x="1402" y="1612"/>
                      <a:pt x="1402" y="1612"/>
                    </a:cubicBezTo>
                    <a:cubicBezTo>
                      <a:pt x="1397" y="1605"/>
                      <a:pt x="1399" y="1596"/>
                      <a:pt x="1406" y="1591"/>
                    </a:cubicBezTo>
                    <a:cubicBezTo>
                      <a:pt x="1413" y="1586"/>
                      <a:pt x="1422" y="1588"/>
                      <a:pt x="1427" y="1595"/>
                    </a:cubicBezTo>
                    <a:cubicBezTo>
                      <a:pt x="1497" y="1696"/>
                      <a:pt x="1497" y="1696"/>
                      <a:pt x="1497" y="1696"/>
                    </a:cubicBezTo>
                    <a:cubicBezTo>
                      <a:pt x="1502" y="1703"/>
                      <a:pt x="1500" y="1712"/>
                      <a:pt x="1493" y="1717"/>
                    </a:cubicBezTo>
                    <a:close/>
                    <a:moveTo>
                      <a:pt x="1525" y="1594"/>
                    </a:moveTo>
                    <a:cubicBezTo>
                      <a:pt x="1518" y="1599"/>
                      <a:pt x="1509" y="1599"/>
                      <a:pt x="1503" y="1592"/>
                    </a:cubicBezTo>
                    <a:cubicBezTo>
                      <a:pt x="1470" y="1555"/>
                      <a:pt x="1470" y="1555"/>
                      <a:pt x="1470" y="1555"/>
                    </a:cubicBezTo>
                    <a:cubicBezTo>
                      <a:pt x="1464" y="1549"/>
                      <a:pt x="1465" y="1539"/>
                      <a:pt x="1471" y="1533"/>
                    </a:cubicBezTo>
                    <a:cubicBezTo>
                      <a:pt x="1471" y="1533"/>
                      <a:pt x="1471" y="1533"/>
                      <a:pt x="1471" y="1533"/>
                    </a:cubicBezTo>
                    <a:cubicBezTo>
                      <a:pt x="1478" y="1528"/>
                      <a:pt x="1487" y="1528"/>
                      <a:pt x="1493" y="1535"/>
                    </a:cubicBezTo>
                    <a:cubicBezTo>
                      <a:pt x="1526" y="1572"/>
                      <a:pt x="1526" y="1572"/>
                      <a:pt x="1526" y="1572"/>
                    </a:cubicBezTo>
                    <a:cubicBezTo>
                      <a:pt x="1532" y="1578"/>
                      <a:pt x="1531" y="1588"/>
                      <a:pt x="1525" y="1594"/>
                    </a:cubicBezTo>
                    <a:close/>
                    <a:moveTo>
                      <a:pt x="1526" y="410"/>
                    </a:moveTo>
                    <a:cubicBezTo>
                      <a:pt x="1493" y="447"/>
                      <a:pt x="1493" y="447"/>
                      <a:pt x="1493" y="447"/>
                    </a:cubicBezTo>
                    <a:cubicBezTo>
                      <a:pt x="1487" y="454"/>
                      <a:pt x="1478" y="454"/>
                      <a:pt x="1471" y="449"/>
                    </a:cubicBezTo>
                    <a:cubicBezTo>
                      <a:pt x="1465" y="443"/>
                      <a:pt x="1464" y="433"/>
                      <a:pt x="1470" y="427"/>
                    </a:cubicBezTo>
                    <a:cubicBezTo>
                      <a:pt x="1503" y="390"/>
                      <a:pt x="1503" y="390"/>
                      <a:pt x="1503" y="390"/>
                    </a:cubicBezTo>
                    <a:cubicBezTo>
                      <a:pt x="1509" y="383"/>
                      <a:pt x="1518" y="383"/>
                      <a:pt x="1525" y="388"/>
                    </a:cubicBezTo>
                    <a:cubicBezTo>
                      <a:pt x="1525" y="388"/>
                      <a:pt x="1525" y="388"/>
                      <a:pt x="1525" y="388"/>
                    </a:cubicBezTo>
                    <a:cubicBezTo>
                      <a:pt x="1531" y="394"/>
                      <a:pt x="1532" y="404"/>
                      <a:pt x="1526" y="410"/>
                    </a:cubicBezTo>
                    <a:close/>
                    <a:moveTo>
                      <a:pt x="1538" y="485"/>
                    </a:moveTo>
                    <a:cubicBezTo>
                      <a:pt x="1629" y="404"/>
                      <a:pt x="1629" y="404"/>
                      <a:pt x="1629" y="404"/>
                    </a:cubicBezTo>
                    <a:cubicBezTo>
                      <a:pt x="1636" y="398"/>
                      <a:pt x="1645" y="399"/>
                      <a:pt x="1651" y="405"/>
                    </a:cubicBezTo>
                    <a:cubicBezTo>
                      <a:pt x="1657" y="411"/>
                      <a:pt x="1656" y="421"/>
                      <a:pt x="1650" y="427"/>
                    </a:cubicBezTo>
                    <a:cubicBezTo>
                      <a:pt x="1558" y="508"/>
                      <a:pt x="1558" y="508"/>
                      <a:pt x="1558" y="508"/>
                    </a:cubicBezTo>
                    <a:cubicBezTo>
                      <a:pt x="1552" y="514"/>
                      <a:pt x="1542" y="513"/>
                      <a:pt x="1537" y="507"/>
                    </a:cubicBezTo>
                    <a:cubicBezTo>
                      <a:pt x="1537" y="507"/>
                      <a:pt x="1537" y="507"/>
                      <a:pt x="1537" y="507"/>
                    </a:cubicBezTo>
                    <a:cubicBezTo>
                      <a:pt x="1531" y="500"/>
                      <a:pt x="1531" y="491"/>
                      <a:pt x="1538" y="485"/>
                    </a:cubicBezTo>
                    <a:close/>
                    <a:moveTo>
                      <a:pt x="1652" y="1576"/>
                    </a:moveTo>
                    <a:cubicBezTo>
                      <a:pt x="1647" y="1582"/>
                      <a:pt x="1637" y="1583"/>
                      <a:pt x="1630" y="1577"/>
                    </a:cubicBezTo>
                    <a:cubicBezTo>
                      <a:pt x="1539" y="1496"/>
                      <a:pt x="1539" y="1496"/>
                      <a:pt x="1539" y="1496"/>
                    </a:cubicBezTo>
                    <a:cubicBezTo>
                      <a:pt x="1532" y="1490"/>
                      <a:pt x="1532" y="1481"/>
                      <a:pt x="1537" y="1474"/>
                    </a:cubicBezTo>
                    <a:cubicBezTo>
                      <a:pt x="1543" y="1468"/>
                      <a:pt x="1553" y="1467"/>
                      <a:pt x="1559" y="1473"/>
                    </a:cubicBezTo>
                    <a:cubicBezTo>
                      <a:pt x="1651" y="1554"/>
                      <a:pt x="1651" y="1554"/>
                      <a:pt x="1651" y="1554"/>
                    </a:cubicBezTo>
                    <a:cubicBezTo>
                      <a:pt x="1657" y="1560"/>
                      <a:pt x="1658" y="1570"/>
                      <a:pt x="1652" y="1576"/>
                    </a:cubicBezTo>
                    <a:close/>
                    <a:moveTo>
                      <a:pt x="1653" y="1448"/>
                    </a:moveTo>
                    <a:cubicBezTo>
                      <a:pt x="1653" y="1448"/>
                      <a:pt x="1653" y="1448"/>
                      <a:pt x="1653" y="1448"/>
                    </a:cubicBezTo>
                    <a:cubicBezTo>
                      <a:pt x="1649" y="1455"/>
                      <a:pt x="1639" y="1457"/>
                      <a:pt x="1632" y="1452"/>
                    </a:cubicBezTo>
                    <a:cubicBezTo>
                      <a:pt x="1591" y="1424"/>
                      <a:pt x="1591" y="1424"/>
                      <a:pt x="1591" y="1424"/>
                    </a:cubicBezTo>
                    <a:cubicBezTo>
                      <a:pt x="1584" y="1419"/>
                      <a:pt x="1582" y="1409"/>
                      <a:pt x="1587" y="1402"/>
                    </a:cubicBezTo>
                    <a:cubicBezTo>
                      <a:pt x="1592" y="1396"/>
                      <a:pt x="1602" y="1394"/>
                      <a:pt x="1609" y="1399"/>
                    </a:cubicBezTo>
                    <a:cubicBezTo>
                      <a:pt x="1650" y="1427"/>
                      <a:pt x="1650" y="1427"/>
                      <a:pt x="1650" y="1427"/>
                    </a:cubicBezTo>
                    <a:cubicBezTo>
                      <a:pt x="1657" y="1432"/>
                      <a:pt x="1658" y="1441"/>
                      <a:pt x="1653" y="1448"/>
                    </a:cubicBezTo>
                    <a:close/>
                    <a:moveTo>
                      <a:pt x="1773" y="1401"/>
                    </a:moveTo>
                    <a:cubicBezTo>
                      <a:pt x="1769" y="1408"/>
                      <a:pt x="1760" y="1411"/>
                      <a:pt x="1752" y="1407"/>
                    </a:cubicBezTo>
                    <a:cubicBezTo>
                      <a:pt x="1644" y="1350"/>
                      <a:pt x="1644" y="1350"/>
                      <a:pt x="1644" y="1350"/>
                    </a:cubicBezTo>
                    <a:cubicBezTo>
                      <a:pt x="1636" y="1346"/>
                      <a:pt x="1633" y="1337"/>
                      <a:pt x="1637" y="1330"/>
                    </a:cubicBezTo>
                    <a:cubicBezTo>
                      <a:pt x="1641" y="1322"/>
                      <a:pt x="1650" y="1319"/>
                      <a:pt x="1658" y="1323"/>
                    </a:cubicBezTo>
                    <a:cubicBezTo>
                      <a:pt x="1766" y="1380"/>
                      <a:pt x="1766" y="1380"/>
                      <a:pt x="1766" y="1380"/>
                    </a:cubicBezTo>
                    <a:cubicBezTo>
                      <a:pt x="1774" y="1384"/>
                      <a:pt x="1777" y="1393"/>
                      <a:pt x="1773" y="1401"/>
                    </a:cubicBezTo>
                    <a:close/>
                    <a:moveTo>
                      <a:pt x="1848" y="1202"/>
                    </a:moveTo>
                    <a:cubicBezTo>
                      <a:pt x="1848" y="1202"/>
                      <a:pt x="1848" y="1202"/>
                      <a:pt x="1848" y="1202"/>
                    </a:cubicBezTo>
                    <a:cubicBezTo>
                      <a:pt x="1846" y="1210"/>
                      <a:pt x="1838" y="1215"/>
                      <a:pt x="1830" y="1213"/>
                    </a:cubicBezTo>
                    <a:cubicBezTo>
                      <a:pt x="1711" y="1184"/>
                      <a:pt x="1711" y="1184"/>
                      <a:pt x="1711" y="1184"/>
                    </a:cubicBezTo>
                    <a:cubicBezTo>
                      <a:pt x="1702" y="1182"/>
                      <a:pt x="1697" y="1173"/>
                      <a:pt x="1699" y="1165"/>
                    </a:cubicBezTo>
                    <a:cubicBezTo>
                      <a:pt x="1701" y="1157"/>
                      <a:pt x="1710" y="1152"/>
                      <a:pt x="1718" y="1154"/>
                    </a:cubicBezTo>
                    <a:cubicBezTo>
                      <a:pt x="1837" y="1183"/>
                      <a:pt x="1837" y="1183"/>
                      <a:pt x="1837" y="1183"/>
                    </a:cubicBezTo>
                    <a:cubicBezTo>
                      <a:pt x="1845" y="1185"/>
                      <a:pt x="1850" y="1193"/>
                      <a:pt x="1848" y="1202"/>
                    </a:cubicBezTo>
                    <a:close/>
                    <a:moveTo>
                      <a:pt x="1858" y="1006"/>
                    </a:moveTo>
                    <a:cubicBezTo>
                      <a:pt x="1736" y="1006"/>
                      <a:pt x="1736" y="1006"/>
                      <a:pt x="1736" y="1006"/>
                    </a:cubicBezTo>
                    <a:cubicBezTo>
                      <a:pt x="1727" y="1006"/>
                      <a:pt x="1720" y="999"/>
                      <a:pt x="1720" y="990"/>
                    </a:cubicBezTo>
                    <a:cubicBezTo>
                      <a:pt x="1720" y="982"/>
                      <a:pt x="1727" y="975"/>
                      <a:pt x="1736" y="975"/>
                    </a:cubicBezTo>
                    <a:cubicBezTo>
                      <a:pt x="1858" y="975"/>
                      <a:pt x="1858" y="975"/>
                      <a:pt x="1858" y="975"/>
                    </a:cubicBezTo>
                    <a:cubicBezTo>
                      <a:pt x="1867" y="975"/>
                      <a:pt x="1874" y="982"/>
                      <a:pt x="1874" y="990"/>
                    </a:cubicBezTo>
                    <a:cubicBezTo>
                      <a:pt x="1874" y="999"/>
                      <a:pt x="1867" y="1006"/>
                      <a:pt x="1858" y="1006"/>
                    </a:cubicBezTo>
                    <a:close/>
                  </a:path>
                </a:pathLst>
              </a:custGeom>
              <a:solidFill>
                <a:srgbClr val="F0F7FD"/>
              </a:solidFill>
              <a:ln>
                <a:noFill/>
              </a:ln>
            </p:spPr>
            <p:txBody>
              <a:bodyPr vert="horz" wrap="square" lIns="121731" tIns="60866" rIns="121731" bIns="60866" numCol="1" anchor="t" anchorCtr="0" compatLnSpc="1"/>
              <a:lstStyle/>
              <a:p>
                <a:pPr marL="0" marR="0" lvl="0" indent="0" algn="l" defTabSz="91313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OPPOSans R" panose="00020600040101010101" pitchFamily="18" charset="-122"/>
                  <a:ea typeface="OPPOSans R" panose="00020600040101010101" pitchFamily="18" charset="-122"/>
                  <a:cs typeface="OPPOSans R"/>
                  <a:sym typeface="OPPOSans R"/>
                </a:endParaRPr>
              </a:p>
            </p:txBody>
          </p:sp>
          <p:sp>
            <p:nvSpPr>
              <p:cNvPr id="112" name="Oval 30"/>
              <p:cNvSpPr/>
              <p:nvPr/>
            </p:nvSpPr>
            <p:spPr>
              <a:xfrm>
                <a:off x="5410395" y="2138943"/>
                <a:ext cx="1553327" cy="1553327"/>
              </a:xfrm>
              <a:prstGeom prst="ellipse">
                <a:avLst/>
              </a:prstGeom>
              <a:solidFill>
                <a:srgbClr val="00CCE2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313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POSans R" panose="00020600040101010101" pitchFamily="18" charset="-122"/>
                  <a:ea typeface="OPPOSans R" panose="00020600040101010101" pitchFamily="18" charset="-122"/>
                  <a:cs typeface="OPPOSans R"/>
                  <a:sym typeface="OPPOSans R"/>
                </a:endParaRPr>
              </a:p>
            </p:txBody>
          </p:sp>
          <p:sp>
            <p:nvSpPr>
              <p:cNvPr id="113" name="Rectangle 31"/>
              <p:cNvSpPr/>
              <p:nvPr/>
            </p:nvSpPr>
            <p:spPr>
              <a:xfrm>
                <a:off x="5554796" y="2500557"/>
                <a:ext cx="1461455" cy="77291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313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OPPOSans R"/>
                    <a:sym typeface="OPPOSans R"/>
                  </a:rPr>
                  <a:t>68%</a:t>
                </a:r>
                <a:endPara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OPPOSans R"/>
                  <a:sym typeface="OPPOSans R"/>
                </a:endParaRPr>
              </a:p>
            </p:txBody>
          </p:sp>
        </p:grpSp>
      </p:grpSp>
      <p:sp>
        <p:nvSpPr>
          <p:cNvPr id="114" name="AutoShape 5"/>
          <p:cNvSpPr/>
          <p:nvPr/>
        </p:nvSpPr>
        <p:spPr>
          <a:xfrm>
            <a:off x="8804910" y="5572760"/>
            <a:ext cx="594995" cy="3175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1000" b="1" i="0" u="none" strike="noStrike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自有流量</a:t>
            </a:r>
            <a:endParaRPr lang="zh-CN" altLang="en-US" sz="1000" b="1" i="0" u="none" strike="noStrike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/>
            </a:endParaRPr>
          </a:p>
        </p:txBody>
      </p:sp>
      <p:sp>
        <p:nvSpPr>
          <p:cNvPr id="115" name="AutoShape 5"/>
          <p:cNvSpPr/>
          <p:nvPr/>
        </p:nvSpPr>
        <p:spPr>
          <a:xfrm>
            <a:off x="10076815" y="5572760"/>
            <a:ext cx="594995" cy="3175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1000" b="1" i="0" u="none" strike="noStrike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外显流量</a:t>
            </a:r>
            <a:endParaRPr lang="zh-CN" altLang="en-US" sz="1000" b="1" i="0" u="none" strike="noStrike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/>
            </a:endParaRPr>
          </a:p>
        </p:txBody>
      </p:sp>
      <p:sp>
        <p:nvSpPr>
          <p:cNvPr id="116" name="AutoShape 4"/>
          <p:cNvSpPr/>
          <p:nvPr/>
        </p:nvSpPr>
        <p:spPr>
          <a:xfrm>
            <a:off x="7672070" y="1228725"/>
            <a:ext cx="3907790" cy="2334260"/>
          </a:xfrm>
          <a:prstGeom prst="roundRect">
            <a:avLst>
              <a:gd name="adj" fmla="val 592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l">
              <a:lnSpc>
                <a:spcPct val="150000"/>
              </a:lnSpc>
              <a:defRPr/>
            </a:pPr>
            <a:r>
              <a:rPr lang="en-US" sz="1400">
                <a:latin typeface="微软雅黑" panose="020B0503020204020204" charset="-122"/>
                <a:ea typeface="微软雅黑" panose="020B0503020204020204" charset="-122"/>
                <a:cs typeface="Noto Sans SC"/>
                <a:sym typeface="Noto Sans SC"/>
              </a:rPr>
              <a:t>精准锁定采购商，低成本、高转化，客户资产永久归属企业！</a:t>
            </a:r>
            <a:endParaRPr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7" name="AutoShape 5"/>
          <p:cNvSpPr/>
          <p:nvPr/>
        </p:nvSpPr>
        <p:spPr>
          <a:xfrm>
            <a:off x="7994650" y="1398270"/>
            <a:ext cx="381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1400" b="1" i="0" u="none" strike="noStrike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W</a:t>
            </a:r>
            <a:r>
              <a:rPr lang="en-US" altLang="en-US" sz="1400" b="1" i="0" u="none" strike="noStrike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À</a:t>
            </a:r>
            <a:r>
              <a:rPr lang="zh-CN" altLang="en-US" sz="1400" b="1" i="0" u="none" strike="noStrike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商机系统</a:t>
            </a:r>
            <a:r>
              <a:rPr lang="en-US" sz="1400" b="1" i="0" u="none" strike="noStrike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：</a:t>
            </a:r>
            <a:r>
              <a:rPr lang="zh-CN" altLang="en-US" sz="1400" b="1" i="0" u="none" strike="noStrike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客户主动搜索</a:t>
            </a:r>
            <a:r>
              <a:rPr lang="en-US" sz="1400" b="1" i="0" u="none" strike="noStrike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，</a:t>
            </a:r>
            <a:r>
              <a:rPr lang="zh-CN" altLang="en-US" sz="1400" b="1" i="0" u="none" strike="noStrike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客资归企业</a:t>
            </a:r>
            <a:endParaRPr lang="zh-CN" altLang="en-US" sz="1400" b="1" i="0" u="none" strike="noStrike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/>
            </a:endParaRPr>
          </a:p>
        </p:txBody>
      </p:sp>
      <p:sp>
        <p:nvSpPr>
          <p:cNvPr id="118" name="AutoShape 6"/>
          <p:cNvSpPr/>
          <p:nvPr/>
        </p:nvSpPr>
        <p:spPr>
          <a:xfrm>
            <a:off x="7994650" y="1842770"/>
            <a:ext cx="3338195" cy="36000"/>
          </a:xfrm>
          <a:prstGeom prst="roundRect">
            <a:avLst>
              <a:gd name="adj" fmla="val 0"/>
            </a:avLst>
          </a:prstGeom>
          <a:solidFill>
            <a:schemeClr val="accent1">
              <a:lumMod val="75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textbox 3970"/>
          <p:cNvSpPr/>
          <p:nvPr/>
        </p:nvSpPr>
        <p:spPr>
          <a:xfrm>
            <a:off x="707390" y="165735"/>
            <a:ext cx="9269095" cy="5334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lnSpc>
                <a:spcPct val="110000"/>
              </a:lnSpc>
              <a:defRPr/>
            </a:pPr>
            <a:r>
              <a:rPr lang="zh-CN" sz="27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OPPOSans R" charset="0"/>
              </a:rPr>
              <a:t>外贸获客渠道的</a:t>
            </a:r>
            <a:r>
              <a:rPr lang="zh-CN" altLang="en-US" sz="27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效果对比</a:t>
            </a:r>
            <a:r>
              <a:rPr lang="en-US" altLang="zh-CN" sz="27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</a:t>
            </a: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WA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商机丨传统</a:t>
            </a: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B2B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平台</a:t>
            </a:r>
            <a:endParaRPr lang="zh-CN" altLang="en-US" sz="20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20" name="矩形 319"/>
          <p:cNvSpPr>
            <a:spLocks noChangeArrowheads="1"/>
          </p:cNvSpPr>
          <p:nvPr/>
        </p:nvSpPr>
        <p:spPr bwMode="auto">
          <a:xfrm>
            <a:off x="0" y="174625"/>
            <a:ext cx="376555" cy="5238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1905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+mn-lt"/>
            </a:endParaRPr>
          </a:p>
        </p:txBody>
      </p:sp>
      <p:sp>
        <p:nvSpPr>
          <p:cNvPr id="321" name="矩形 320"/>
          <p:cNvSpPr>
            <a:spLocks noChangeArrowheads="1"/>
          </p:cNvSpPr>
          <p:nvPr/>
        </p:nvSpPr>
        <p:spPr bwMode="auto">
          <a:xfrm>
            <a:off x="408940" y="174625"/>
            <a:ext cx="140970" cy="5238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1905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+mn-lt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Picture 4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13783" y="98425"/>
            <a:ext cx="775970" cy="836930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1088" y="95885"/>
            <a:ext cx="775970" cy="836930"/>
          </a:xfrm>
          <a:prstGeom prst="rect">
            <a:avLst/>
          </a:prstGeom>
        </p:spPr>
      </p:pic>
      <p:sp>
        <p:nvSpPr>
          <p:cNvPr id="69" name="AutoShape 3"/>
          <p:cNvSpPr/>
          <p:nvPr/>
        </p:nvSpPr>
        <p:spPr>
          <a:xfrm>
            <a:off x="812800" y="1397000"/>
            <a:ext cx="3302000" cy="4572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" name="AutoShape 4"/>
          <p:cNvSpPr/>
          <p:nvPr/>
        </p:nvSpPr>
        <p:spPr>
          <a:xfrm>
            <a:off x="812800" y="1397000"/>
            <a:ext cx="3302000" cy="635000"/>
          </a:xfrm>
          <a:prstGeom prst="roundRect">
            <a:avLst>
              <a:gd name="adj" fmla="val 24000"/>
            </a:avLst>
          </a:prstGeom>
          <a:solidFill>
            <a:srgbClr val="E5E7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1" name="AutoShape 5"/>
          <p:cNvSpPr/>
          <p:nvPr/>
        </p:nvSpPr>
        <p:spPr>
          <a:xfrm>
            <a:off x="1016000" y="1549400"/>
            <a:ext cx="28956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传统模式：B2B平台</a:t>
            </a:r>
            <a:endParaRPr lang="en-US" sz="1800" b="1" i="0" u="none" strike="noStrike">
              <a:solidFill>
                <a:srgbClr val="37415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/>
            </a:endParaRPr>
          </a:p>
        </p:txBody>
      </p:sp>
      <p:sp>
        <p:nvSpPr>
          <p:cNvPr id="72" name="AutoShape 6"/>
          <p:cNvSpPr/>
          <p:nvPr/>
        </p:nvSpPr>
        <p:spPr>
          <a:xfrm>
            <a:off x="1016000" y="2222500"/>
            <a:ext cx="2895600" cy="889000"/>
          </a:xfrm>
          <a:prstGeom prst="roundRect">
            <a:avLst>
              <a:gd name="adj" fmla="val 11428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73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3000" y="2413000"/>
            <a:ext cx="457200" cy="457200"/>
          </a:xfrm>
          <a:prstGeom prst="rect">
            <a:avLst/>
          </a:prstGeom>
        </p:spPr>
      </p:pic>
      <p:sp>
        <p:nvSpPr>
          <p:cNvPr id="74" name="AutoShape 8"/>
          <p:cNvSpPr/>
          <p:nvPr/>
        </p:nvSpPr>
        <p:spPr>
          <a:xfrm>
            <a:off x="1727200" y="2311400"/>
            <a:ext cx="203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Noto Sans SC"/>
                <a:sym typeface="Noto Sans SC"/>
              </a:rPr>
              <a:t>平均询盘成本</a:t>
            </a:r>
            <a:endParaRPr lang="en-US" sz="1200" b="0" i="0" u="none" strike="noStrike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Noto Sans SC"/>
              <a:sym typeface="Noto Sans SC"/>
            </a:endParaRPr>
          </a:p>
        </p:txBody>
      </p:sp>
      <p:sp>
        <p:nvSpPr>
          <p:cNvPr id="75" name="AutoShape 9"/>
          <p:cNvSpPr/>
          <p:nvPr/>
        </p:nvSpPr>
        <p:spPr>
          <a:xfrm>
            <a:off x="1727200" y="2641600"/>
            <a:ext cx="203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¥200 - 800 / 个</a:t>
            </a:r>
            <a:endParaRPr lang="en-US" sz="1600" b="1" i="0" u="none" strike="noStrike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/>
            </a:endParaRPr>
          </a:p>
        </p:txBody>
      </p:sp>
      <p:sp>
        <p:nvSpPr>
          <p:cNvPr id="76" name="AutoShape 10"/>
          <p:cNvSpPr/>
          <p:nvPr/>
        </p:nvSpPr>
        <p:spPr>
          <a:xfrm>
            <a:off x="1016000" y="3302000"/>
            <a:ext cx="2895600" cy="889000"/>
          </a:xfrm>
          <a:prstGeom prst="roundRect">
            <a:avLst>
              <a:gd name="adj" fmla="val 11428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77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3000" y="3492500"/>
            <a:ext cx="457200" cy="457200"/>
          </a:xfrm>
          <a:prstGeom prst="rect">
            <a:avLst/>
          </a:prstGeom>
        </p:spPr>
      </p:pic>
      <p:sp>
        <p:nvSpPr>
          <p:cNvPr id="78" name="AutoShape 12"/>
          <p:cNvSpPr/>
          <p:nvPr/>
        </p:nvSpPr>
        <p:spPr>
          <a:xfrm>
            <a:off x="1727200" y="3390900"/>
            <a:ext cx="203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Noto Sans SC"/>
                <a:sym typeface="Noto Sans SC"/>
              </a:rPr>
              <a:t>月均有效询盘</a:t>
            </a:r>
            <a:endParaRPr lang="en-US" sz="1200" b="0" i="0" u="none" strike="noStrike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Noto Sans SC"/>
              <a:sym typeface="Noto Sans SC"/>
            </a:endParaRPr>
          </a:p>
        </p:txBody>
      </p:sp>
      <p:sp>
        <p:nvSpPr>
          <p:cNvPr id="79" name="AutoShape 13"/>
          <p:cNvSpPr/>
          <p:nvPr/>
        </p:nvSpPr>
        <p:spPr>
          <a:xfrm>
            <a:off x="1727200" y="3721100"/>
            <a:ext cx="203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5 - 200 个</a:t>
            </a:r>
            <a:endParaRPr lang="en-US" sz="1600" b="1" i="0" u="none" strike="noStrike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/>
            </a:endParaRPr>
          </a:p>
        </p:txBody>
      </p:sp>
      <p:sp>
        <p:nvSpPr>
          <p:cNvPr id="80" name="AutoShape 14"/>
          <p:cNvSpPr/>
          <p:nvPr/>
        </p:nvSpPr>
        <p:spPr>
          <a:xfrm>
            <a:off x="1016000" y="4381500"/>
            <a:ext cx="2895600" cy="889000"/>
          </a:xfrm>
          <a:prstGeom prst="roundRect">
            <a:avLst>
              <a:gd name="adj" fmla="val 11428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81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43000" y="4572000"/>
            <a:ext cx="457200" cy="457200"/>
          </a:xfrm>
          <a:prstGeom prst="rect">
            <a:avLst/>
          </a:prstGeom>
        </p:spPr>
      </p:pic>
      <p:sp>
        <p:nvSpPr>
          <p:cNvPr id="82" name="AutoShape 16"/>
          <p:cNvSpPr/>
          <p:nvPr/>
        </p:nvSpPr>
        <p:spPr>
          <a:xfrm>
            <a:off x="1727200" y="4470400"/>
            <a:ext cx="203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Noto Sans SC"/>
                <a:sym typeface="Noto Sans SC"/>
              </a:rPr>
              <a:t>客户有效联络率</a:t>
            </a:r>
            <a:endParaRPr lang="en-US" sz="1200" b="0" i="0" u="none" strike="noStrike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Noto Sans SC"/>
              <a:sym typeface="Noto Sans SC"/>
            </a:endParaRPr>
          </a:p>
        </p:txBody>
      </p:sp>
      <p:sp>
        <p:nvSpPr>
          <p:cNvPr id="83" name="AutoShape 17"/>
          <p:cNvSpPr/>
          <p:nvPr/>
        </p:nvSpPr>
        <p:spPr>
          <a:xfrm>
            <a:off x="1727200" y="4800600"/>
            <a:ext cx="203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约 30% (偏低)</a:t>
            </a:r>
            <a:endParaRPr lang="en-US" sz="1600" b="1" i="0" u="none" strike="noStrike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/>
            </a:endParaRPr>
          </a:p>
        </p:txBody>
      </p:sp>
      <p:sp>
        <p:nvSpPr>
          <p:cNvPr id="84" name="AutoShape 18"/>
          <p:cNvSpPr/>
          <p:nvPr/>
        </p:nvSpPr>
        <p:spPr>
          <a:xfrm>
            <a:off x="1016000" y="5461000"/>
            <a:ext cx="2895600" cy="457200"/>
          </a:xfrm>
          <a:prstGeom prst="roundRect">
            <a:avLst>
              <a:gd name="adj" fmla="val 22222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5" name="AutoShape 19"/>
          <p:cNvSpPr/>
          <p:nvPr/>
        </p:nvSpPr>
        <p:spPr>
          <a:xfrm>
            <a:off x="1016000" y="5562600"/>
            <a:ext cx="2895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租摊位等客来 · 拼价格 · 看平台脸色</a:t>
            </a:r>
            <a:endParaRPr lang="en-US" sz="1100" b="0" i="0" u="none" strike="noStrike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/>
            </a:endParaRPr>
          </a:p>
        </p:txBody>
      </p:sp>
      <p:sp>
        <p:nvSpPr>
          <p:cNvPr id="87" name="AutoShape 20"/>
          <p:cNvSpPr/>
          <p:nvPr/>
        </p:nvSpPr>
        <p:spPr>
          <a:xfrm>
            <a:off x="4394200" y="1397000"/>
            <a:ext cx="3302000" cy="4572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8" name="AutoShape 21"/>
          <p:cNvSpPr/>
          <p:nvPr/>
        </p:nvSpPr>
        <p:spPr>
          <a:xfrm>
            <a:off x="4394200" y="1397000"/>
            <a:ext cx="3302000" cy="635000"/>
          </a:xfrm>
          <a:prstGeom prst="roundRect">
            <a:avLst>
              <a:gd name="adj" fmla="val 24000"/>
            </a:avLst>
          </a:prstGeom>
          <a:solidFill>
            <a:srgbClr val="E5E7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9" name="AutoShape 22"/>
          <p:cNvSpPr/>
          <p:nvPr/>
        </p:nvSpPr>
        <p:spPr>
          <a:xfrm>
            <a:off x="4597400" y="1549400"/>
            <a:ext cx="301625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传统模式：独立站+谷歌广告</a:t>
            </a:r>
            <a:endParaRPr lang="en-US" sz="1800" b="1" i="0" u="none" strike="noStrike">
              <a:solidFill>
                <a:srgbClr val="37415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/>
            </a:endParaRPr>
          </a:p>
        </p:txBody>
      </p:sp>
      <p:sp>
        <p:nvSpPr>
          <p:cNvPr id="90" name="AutoShape 23"/>
          <p:cNvSpPr/>
          <p:nvPr/>
        </p:nvSpPr>
        <p:spPr>
          <a:xfrm>
            <a:off x="4597400" y="2222500"/>
            <a:ext cx="2895600" cy="889000"/>
          </a:xfrm>
          <a:prstGeom prst="roundRect">
            <a:avLst>
              <a:gd name="adj" fmla="val 11428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91" name="Picture 2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724400" y="2413000"/>
            <a:ext cx="457200" cy="457200"/>
          </a:xfrm>
          <a:prstGeom prst="rect">
            <a:avLst/>
          </a:prstGeom>
        </p:spPr>
      </p:pic>
      <p:sp>
        <p:nvSpPr>
          <p:cNvPr id="92" name="AutoShape 25"/>
          <p:cNvSpPr/>
          <p:nvPr/>
        </p:nvSpPr>
        <p:spPr>
          <a:xfrm>
            <a:off x="5308600" y="2311400"/>
            <a:ext cx="203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Noto Sans SC"/>
                <a:sym typeface="Noto Sans SC"/>
              </a:rPr>
              <a:t>平均询盘成本</a:t>
            </a:r>
            <a:endParaRPr lang="en-US" sz="1200" b="0" i="0" u="none" strike="noStrike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Noto Sans SC"/>
              <a:sym typeface="Noto Sans SC"/>
            </a:endParaRPr>
          </a:p>
        </p:txBody>
      </p:sp>
      <p:sp>
        <p:nvSpPr>
          <p:cNvPr id="93" name="AutoShape 26"/>
          <p:cNvSpPr/>
          <p:nvPr/>
        </p:nvSpPr>
        <p:spPr>
          <a:xfrm>
            <a:off x="5308600" y="2641600"/>
            <a:ext cx="203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¥70 - 400 / 个</a:t>
            </a:r>
            <a:endParaRPr lang="en-US" sz="1600" b="1" i="0" u="none" strike="noStrike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/>
            </a:endParaRPr>
          </a:p>
        </p:txBody>
      </p:sp>
      <p:sp>
        <p:nvSpPr>
          <p:cNvPr id="94" name="AutoShape 27"/>
          <p:cNvSpPr/>
          <p:nvPr/>
        </p:nvSpPr>
        <p:spPr>
          <a:xfrm>
            <a:off x="4597400" y="3302000"/>
            <a:ext cx="2895600" cy="889000"/>
          </a:xfrm>
          <a:prstGeom prst="roundRect">
            <a:avLst>
              <a:gd name="adj" fmla="val 11428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95" name="Picture 28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724400" y="3492500"/>
            <a:ext cx="457200" cy="457200"/>
          </a:xfrm>
          <a:prstGeom prst="rect">
            <a:avLst/>
          </a:prstGeom>
        </p:spPr>
      </p:pic>
      <p:sp>
        <p:nvSpPr>
          <p:cNvPr id="96" name="AutoShape 29"/>
          <p:cNvSpPr/>
          <p:nvPr/>
        </p:nvSpPr>
        <p:spPr>
          <a:xfrm>
            <a:off x="5308600" y="3390900"/>
            <a:ext cx="203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Noto Sans SC"/>
                <a:sym typeface="Noto Sans SC"/>
              </a:rPr>
              <a:t>月均有效询盘</a:t>
            </a:r>
            <a:endParaRPr lang="en-US" sz="1200" b="0" i="0" u="none" strike="noStrike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Noto Sans SC"/>
              <a:sym typeface="Noto Sans SC"/>
            </a:endParaRPr>
          </a:p>
        </p:txBody>
      </p:sp>
      <p:sp>
        <p:nvSpPr>
          <p:cNvPr id="97" name="AutoShape 30"/>
          <p:cNvSpPr/>
          <p:nvPr/>
        </p:nvSpPr>
        <p:spPr>
          <a:xfrm>
            <a:off x="5308600" y="3721100"/>
            <a:ext cx="203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5 - 50 个 (稀缺)</a:t>
            </a:r>
            <a:endParaRPr lang="en-US" sz="1600" b="1" i="0" u="none" strike="noStrike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/>
            </a:endParaRPr>
          </a:p>
        </p:txBody>
      </p:sp>
      <p:sp>
        <p:nvSpPr>
          <p:cNvPr id="98" name="AutoShape 31"/>
          <p:cNvSpPr/>
          <p:nvPr/>
        </p:nvSpPr>
        <p:spPr>
          <a:xfrm>
            <a:off x="4597400" y="4381500"/>
            <a:ext cx="2895600" cy="889000"/>
          </a:xfrm>
          <a:prstGeom prst="roundRect">
            <a:avLst>
              <a:gd name="adj" fmla="val 11428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99" name="Picture 32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724400" y="4572000"/>
            <a:ext cx="457200" cy="457200"/>
          </a:xfrm>
          <a:prstGeom prst="rect">
            <a:avLst/>
          </a:prstGeom>
        </p:spPr>
      </p:pic>
      <p:sp>
        <p:nvSpPr>
          <p:cNvPr id="100" name="AutoShape 33"/>
          <p:cNvSpPr/>
          <p:nvPr/>
        </p:nvSpPr>
        <p:spPr>
          <a:xfrm>
            <a:off x="5308600" y="4470400"/>
            <a:ext cx="203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运营稳定性/难度</a:t>
            </a:r>
            <a:endParaRPr lang="en-US" sz="1200" b="0" i="0" u="none" strike="noStrike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/>
            </a:endParaRPr>
          </a:p>
        </p:txBody>
      </p:sp>
      <p:sp>
        <p:nvSpPr>
          <p:cNvPr id="101" name="AutoShape 34"/>
          <p:cNvSpPr/>
          <p:nvPr/>
        </p:nvSpPr>
        <p:spPr>
          <a:xfrm>
            <a:off x="5308600" y="4800600"/>
            <a:ext cx="203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依赖算法 · 专业门槛高</a:t>
            </a:r>
            <a:endParaRPr lang="en-US" sz="1400" b="1" i="0" u="none" strike="noStrike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/>
            </a:endParaRPr>
          </a:p>
        </p:txBody>
      </p:sp>
      <p:sp>
        <p:nvSpPr>
          <p:cNvPr id="102" name="AutoShape 35"/>
          <p:cNvSpPr/>
          <p:nvPr/>
        </p:nvSpPr>
        <p:spPr>
          <a:xfrm>
            <a:off x="4597400" y="5461000"/>
            <a:ext cx="2895600" cy="457200"/>
          </a:xfrm>
          <a:prstGeom prst="roundRect">
            <a:avLst>
              <a:gd name="adj" fmla="val 22222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3" name="AutoShape 36"/>
          <p:cNvSpPr/>
          <p:nvPr/>
        </p:nvSpPr>
        <p:spPr>
          <a:xfrm>
            <a:off x="4597400" y="5562600"/>
            <a:ext cx="2895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建站测试周期长 · 客户来源单一 · 成本高</a:t>
            </a:r>
            <a:endParaRPr lang="en-US" sz="1100" b="0" i="0" u="none" strike="noStrike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/>
            </a:endParaRPr>
          </a:p>
        </p:txBody>
      </p:sp>
      <p:sp>
        <p:nvSpPr>
          <p:cNvPr id="104" name="AutoShape 37"/>
          <p:cNvSpPr/>
          <p:nvPr/>
        </p:nvSpPr>
        <p:spPr>
          <a:xfrm>
            <a:off x="7975600" y="1397000"/>
            <a:ext cx="3302000" cy="4572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5" name="AutoShape 38"/>
          <p:cNvSpPr/>
          <p:nvPr/>
        </p:nvSpPr>
        <p:spPr>
          <a:xfrm>
            <a:off x="7975600" y="1397000"/>
            <a:ext cx="3302000" cy="635000"/>
          </a:xfrm>
          <a:prstGeom prst="roundRect">
            <a:avLst>
              <a:gd name="adj" fmla="val 24000"/>
            </a:avLst>
          </a:prstGeom>
          <a:solidFill>
            <a:schemeClr val="tx2">
              <a:lumMod val="75000"/>
              <a:lumOff val="25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6" name="AutoShape 39"/>
          <p:cNvSpPr/>
          <p:nvPr/>
        </p:nvSpPr>
        <p:spPr>
          <a:xfrm>
            <a:off x="8178800" y="1549400"/>
            <a:ext cx="28956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创新模式：</a:t>
            </a:r>
            <a:r>
              <a:rPr lang="en-US" altLang="zh-CN" sz="1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W</a:t>
            </a:r>
            <a:r>
              <a:rPr lang="en-US" altLang="en-US" sz="1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À</a:t>
            </a:r>
            <a:r>
              <a:rPr lang="en-US" sz="1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商机系统</a:t>
            </a:r>
            <a:endParaRPr lang="en-US" sz="18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/>
            </a:endParaRPr>
          </a:p>
        </p:txBody>
      </p:sp>
      <p:sp>
        <p:nvSpPr>
          <p:cNvPr id="107" name="AutoShape 40"/>
          <p:cNvSpPr/>
          <p:nvPr/>
        </p:nvSpPr>
        <p:spPr>
          <a:xfrm>
            <a:off x="8178800" y="2222500"/>
            <a:ext cx="2895600" cy="889000"/>
          </a:xfrm>
          <a:prstGeom prst="roundRect">
            <a:avLst>
              <a:gd name="adj" fmla="val 11428"/>
            </a:avLst>
          </a:prstGeom>
          <a:solidFill>
            <a:schemeClr val="tx2">
              <a:lumMod val="10000"/>
              <a:lumOff val="90000"/>
            </a:schemeClr>
          </a:solidFill>
          <a:ln w="12700" cap="flat" cmpd="sng">
            <a:solidFill>
              <a:srgbClr val="A7F3D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9" name="AutoShape 42"/>
          <p:cNvSpPr/>
          <p:nvPr/>
        </p:nvSpPr>
        <p:spPr>
          <a:xfrm>
            <a:off x="8890000" y="2311400"/>
            <a:ext cx="203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chemeClr val="tx2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平均询盘成本 </a:t>
            </a:r>
            <a:endParaRPr lang="en-US" sz="1200" b="0" i="0" u="none" strike="noStrike">
              <a:solidFill>
                <a:schemeClr val="tx2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/>
            </a:endParaRPr>
          </a:p>
        </p:txBody>
      </p:sp>
      <p:sp>
        <p:nvSpPr>
          <p:cNvPr id="110" name="AutoShape 43"/>
          <p:cNvSpPr/>
          <p:nvPr/>
        </p:nvSpPr>
        <p:spPr>
          <a:xfrm>
            <a:off x="8890000" y="2603500"/>
            <a:ext cx="203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chemeClr val="tx2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¥3 - 50 / 个</a:t>
            </a:r>
            <a:endParaRPr lang="en-US" sz="1800" b="1" i="0" u="none" strike="noStrike">
              <a:solidFill>
                <a:schemeClr val="tx2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/>
            </a:endParaRPr>
          </a:p>
        </p:txBody>
      </p:sp>
      <p:sp>
        <p:nvSpPr>
          <p:cNvPr id="111" name="AutoShape 44"/>
          <p:cNvSpPr/>
          <p:nvPr/>
        </p:nvSpPr>
        <p:spPr>
          <a:xfrm>
            <a:off x="8178800" y="3302000"/>
            <a:ext cx="2895600" cy="889000"/>
          </a:xfrm>
          <a:prstGeom prst="roundRect">
            <a:avLst>
              <a:gd name="adj" fmla="val 11428"/>
            </a:avLst>
          </a:prstGeom>
          <a:solidFill>
            <a:schemeClr val="tx2">
              <a:lumMod val="10000"/>
              <a:lumOff val="90000"/>
            </a:schemeClr>
          </a:solidFill>
          <a:ln w="12700" cap="flat" cmpd="sng">
            <a:solidFill>
              <a:srgbClr val="A7F3D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3" name="AutoShape 46"/>
          <p:cNvSpPr/>
          <p:nvPr/>
        </p:nvSpPr>
        <p:spPr>
          <a:xfrm>
            <a:off x="8890000" y="3390900"/>
            <a:ext cx="203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chemeClr val="tx2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月均有效询盘</a:t>
            </a:r>
            <a:endParaRPr lang="en-US" sz="1200" b="0" i="0" u="none" strike="noStrike">
              <a:solidFill>
                <a:schemeClr val="tx2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/>
            </a:endParaRPr>
          </a:p>
        </p:txBody>
      </p:sp>
      <p:sp>
        <p:nvSpPr>
          <p:cNvPr id="114" name="AutoShape 47"/>
          <p:cNvSpPr/>
          <p:nvPr/>
        </p:nvSpPr>
        <p:spPr>
          <a:xfrm>
            <a:off x="8890000" y="3683000"/>
            <a:ext cx="203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chemeClr val="tx2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300 - 2000+ 个</a:t>
            </a:r>
            <a:endParaRPr lang="en-US" sz="1800" b="1" i="0" u="none" strike="noStrike">
              <a:solidFill>
                <a:schemeClr val="tx2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/>
            </a:endParaRPr>
          </a:p>
        </p:txBody>
      </p:sp>
      <p:sp>
        <p:nvSpPr>
          <p:cNvPr id="115" name="AutoShape 48"/>
          <p:cNvSpPr/>
          <p:nvPr/>
        </p:nvSpPr>
        <p:spPr>
          <a:xfrm>
            <a:off x="8178800" y="4381500"/>
            <a:ext cx="2895600" cy="889000"/>
          </a:xfrm>
          <a:prstGeom prst="roundRect">
            <a:avLst>
              <a:gd name="adj" fmla="val 11428"/>
            </a:avLst>
          </a:prstGeom>
          <a:solidFill>
            <a:schemeClr val="tx2">
              <a:lumMod val="10000"/>
              <a:lumOff val="90000"/>
            </a:schemeClr>
          </a:solidFill>
          <a:ln w="12700" cap="flat" cmpd="sng">
            <a:solidFill>
              <a:srgbClr val="A7F3D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7" name="AutoShape 50"/>
          <p:cNvSpPr/>
          <p:nvPr/>
        </p:nvSpPr>
        <p:spPr>
          <a:xfrm>
            <a:off x="8890000" y="4470400"/>
            <a:ext cx="203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chemeClr val="tx2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客户有效联络率 </a:t>
            </a:r>
            <a:endParaRPr lang="en-US" sz="1200" b="0" i="0" u="none" strike="noStrike">
              <a:solidFill>
                <a:schemeClr val="tx2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/>
            </a:endParaRPr>
          </a:p>
        </p:txBody>
      </p:sp>
      <p:sp>
        <p:nvSpPr>
          <p:cNvPr id="118" name="AutoShape 51"/>
          <p:cNvSpPr/>
          <p:nvPr/>
        </p:nvSpPr>
        <p:spPr>
          <a:xfrm>
            <a:off x="8890000" y="4762500"/>
            <a:ext cx="203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chemeClr val="tx2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80% + (直接触达)</a:t>
            </a:r>
            <a:endParaRPr lang="en-US" sz="1800" b="1" i="0" u="none" strike="noStrike">
              <a:solidFill>
                <a:schemeClr val="tx2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/>
            </a:endParaRPr>
          </a:p>
        </p:txBody>
      </p:sp>
      <p:sp>
        <p:nvSpPr>
          <p:cNvPr id="119" name="AutoShape 52"/>
          <p:cNvSpPr/>
          <p:nvPr/>
        </p:nvSpPr>
        <p:spPr>
          <a:xfrm>
            <a:off x="8178800" y="5461000"/>
            <a:ext cx="2895600" cy="457200"/>
          </a:xfrm>
          <a:prstGeom prst="roundRect">
            <a:avLst>
              <a:gd name="adj" fmla="val 22222"/>
            </a:avLst>
          </a:prstGeom>
          <a:solidFill>
            <a:schemeClr val="tx2">
              <a:lumMod val="75000"/>
              <a:lumOff val="25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0" name="AutoShape 53"/>
          <p:cNvSpPr/>
          <p:nvPr/>
        </p:nvSpPr>
        <p:spPr>
          <a:xfrm>
            <a:off x="8178800" y="5562600"/>
            <a:ext cx="2895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精准采购商直连 · 客户归己 · 稳定长久</a:t>
            </a:r>
            <a:endParaRPr lang="en-US" sz="11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/>
            </a:endParaRPr>
          </a:p>
        </p:txBody>
      </p:sp>
      <p:sp>
        <p:nvSpPr>
          <p:cNvPr id="2" name="textbox 3970"/>
          <p:cNvSpPr/>
          <p:nvPr/>
        </p:nvSpPr>
        <p:spPr>
          <a:xfrm>
            <a:off x="707390" y="165735"/>
            <a:ext cx="9269095" cy="5334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lnSpc>
                <a:spcPct val="110000"/>
              </a:lnSpc>
              <a:defRPr/>
            </a:pPr>
            <a:r>
              <a:rPr lang="zh-CN" sz="27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OPPOSans R" charset="0"/>
              </a:rPr>
              <a:t>外贸获客渠道的</a:t>
            </a:r>
            <a:r>
              <a:rPr lang="zh-CN" altLang="en-US" sz="27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效果对比</a:t>
            </a:r>
            <a:r>
              <a:rPr lang="en-US" altLang="zh-CN" sz="27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</a:t>
            </a: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WA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商机丨传统</a:t>
            </a: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B2B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平台丨独立站</a:t>
            </a:r>
            <a:endParaRPr lang="zh-CN" altLang="en-US" sz="20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20" name="矩形 319"/>
          <p:cNvSpPr>
            <a:spLocks noChangeArrowheads="1"/>
          </p:cNvSpPr>
          <p:nvPr/>
        </p:nvSpPr>
        <p:spPr bwMode="auto">
          <a:xfrm>
            <a:off x="0" y="174625"/>
            <a:ext cx="376555" cy="5238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1905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+mn-lt"/>
            </a:endParaRPr>
          </a:p>
        </p:txBody>
      </p:sp>
      <p:sp>
        <p:nvSpPr>
          <p:cNvPr id="321" name="矩形 320"/>
          <p:cNvSpPr>
            <a:spLocks noChangeArrowheads="1"/>
          </p:cNvSpPr>
          <p:nvPr/>
        </p:nvSpPr>
        <p:spPr bwMode="auto">
          <a:xfrm>
            <a:off x="408940" y="174625"/>
            <a:ext cx="140970" cy="5238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1905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+mn-lt"/>
            </a:endParaRPr>
          </a:p>
        </p:txBody>
      </p:sp>
      <p:pic>
        <p:nvPicPr>
          <p:cNvPr id="4" name="图片 3" descr="3b35303032313836303bb7c5b4f3beb5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305800" y="4572000"/>
            <a:ext cx="432000" cy="432000"/>
          </a:xfrm>
          <a:prstGeom prst="rect">
            <a:avLst/>
          </a:prstGeom>
        </p:spPr>
      </p:pic>
      <p:pic>
        <p:nvPicPr>
          <p:cNvPr id="5" name="图片 4" descr="3b35303032313835373bb9abcec4b0fc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305800" y="2438400"/>
            <a:ext cx="432000" cy="432000"/>
          </a:xfrm>
          <a:prstGeom prst="rect">
            <a:avLst/>
          </a:prstGeom>
        </p:spPr>
      </p:pic>
      <p:pic>
        <p:nvPicPr>
          <p:cNvPr id="6" name="图片 5" descr="3b35303032313835313bcad6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8305800" y="3492500"/>
            <a:ext cx="432000" cy="432000"/>
          </a:xfrm>
          <a:prstGeom prst="rect">
            <a:avLst/>
          </a:prstGeom>
        </p:spPr>
      </p:pic>
    </p:spTree>
    <p:custDataLst>
      <p:tags r:id="rId23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" name="图片 7"/>
          <p:cNvPicPr/>
          <p:nvPr/>
        </p:nvPicPr>
        <p:blipFill rotWithShape="1">
          <a:blip r:embed="rId1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6" b="15226"/>
          <a:stretch>
            <a:fillRect/>
          </a:stretch>
        </p:blipFill>
        <p:spPr>
          <a:xfrm flipH="1">
            <a:off x="5080" y="-22225"/>
            <a:ext cx="12192000" cy="6858000"/>
          </a:xfrm>
          <a:prstGeom prst="rect">
            <a:avLst/>
          </a:prstGeom>
        </p:spPr>
      </p:pic>
      <p:sp>
        <p:nvSpPr>
          <p:cNvPr id="15" name="任意多边形: 形状 5"/>
          <p:cNvSpPr/>
          <p:nvPr/>
        </p:nvSpPr>
        <p:spPr>
          <a:xfrm flipH="1" flipV="1">
            <a:off x="0" y="0"/>
            <a:ext cx="507986" cy="220469"/>
          </a:xfrm>
          <a:custGeom>
            <a:avLst/>
            <a:gdLst>
              <a:gd name="connsiteX0" fmla="*/ 762268 w 762268"/>
              <a:gd name="connsiteY0" fmla="*/ 0 h 330829"/>
              <a:gd name="connsiteX1" fmla="*/ 762268 w 762268"/>
              <a:gd name="connsiteY1" fmla="*/ 330829 h 330829"/>
              <a:gd name="connsiteX2" fmla="*/ 0 w 762268"/>
              <a:gd name="connsiteY2" fmla="*/ 330829 h 330829"/>
              <a:gd name="connsiteX3" fmla="*/ 217219 w 762268"/>
              <a:gd name="connsiteY3" fmla="*/ 253107 h 330829"/>
              <a:gd name="connsiteX4" fmla="*/ 578200 w 762268"/>
              <a:gd name="connsiteY4" fmla="*/ 97578 h 3308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2268" h="330829">
                <a:moveTo>
                  <a:pt x="762268" y="0"/>
                </a:moveTo>
                <a:lnTo>
                  <a:pt x="762268" y="330829"/>
                </a:lnTo>
                <a:lnTo>
                  <a:pt x="0" y="330829"/>
                </a:lnTo>
                <a:lnTo>
                  <a:pt x="217219" y="253107"/>
                </a:lnTo>
                <a:cubicBezTo>
                  <a:pt x="340678" y="205442"/>
                  <a:pt x="461172" y="153578"/>
                  <a:pt x="578200" y="97578"/>
                </a:cubicBezTo>
                <a:close/>
              </a:path>
            </a:pathLst>
          </a:custGeom>
          <a:solidFill>
            <a:srgbClr val="00CCE2"/>
          </a:solidFill>
          <a:ln>
            <a:noFill/>
          </a:ln>
          <a:effectLst>
            <a:innerShdw blurRad="127000">
              <a:srgbClr val="FFFFFF">
                <a:alpha val="70000"/>
              </a:srgbClr>
            </a:innerShdw>
          </a:effectLst>
        </p:spPr>
        <p:style>
          <a:lnRef idx="2">
            <a:srgbClr val="006EFF">
              <a:shade val="50000"/>
            </a:srgbClr>
          </a:lnRef>
          <a:fillRef idx="1">
            <a:srgbClr val="006EFF"/>
          </a:fillRef>
          <a:effectRef idx="0">
            <a:srgbClr val="006EFF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788035" y="1560195"/>
            <a:ext cx="10159365" cy="24618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4000" dirty="0">
                <a:solidFill>
                  <a:schemeClr val="tx2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WÀ商机系统</a:t>
            </a:r>
            <a:br>
              <a:rPr lang="zh-CN" altLang="en-US" sz="4000" dirty="0">
                <a:solidFill>
                  <a:schemeClr val="tx2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</a:br>
            <a:r>
              <a:rPr lang="zh-CN" altLang="en-US" sz="4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系统后台演示</a:t>
            </a:r>
            <a:r>
              <a:rPr lang="zh-CN" altLang="en-US" sz="4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丨</a:t>
            </a:r>
            <a:r>
              <a:rPr lang="zh-CN" altLang="en-US" sz="4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客户行业调查报告</a:t>
            </a:r>
            <a:endParaRPr lang="zh-CN" altLang="en-US" sz="4000" dirty="0">
              <a:solidFill>
                <a:schemeClr val="tx2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8068164" y="4654336"/>
            <a:ext cx="4128918" cy="2201762"/>
            <a:chOff x="8259180" y="4756192"/>
            <a:chExt cx="3937902" cy="2099900"/>
          </a:xfrm>
        </p:grpSpPr>
        <p:sp>
          <p:nvSpPr>
            <p:cNvPr id="4" name="任意多边形: 形状 4"/>
            <p:cNvSpPr/>
            <p:nvPr/>
          </p:nvSpPr>
          <p:spPr>
            <a:xfrm>
              <a:off x="8259180" y="4756192"/>
              <a:ext cx="3937902" cy="2099896"/>
            </a:xfrm>
            <a:custGeom>
              <a:avLst/>
              <a:gdLst>
                <a:gd name="connsiteX0" fmla="*/ 1922330 w 1922330"/>
                <a:gd name="connsiteY0" fmla="*/ 0 h 1025088"/>
                <a:gd name="connsiteX1" fmla="*/ 1922330 w 1922330"/>
                <a:gd name="connsiteY1" fmla="*/ 500286 h 1025088"/>
                <a:gd name="connsiteX2" fmla="*/ 1622475 w 1922330"/>
                <a:gd name="connsiteY2" fmla="*/ 653457 h 1025088"/>
                <a:gd name="connsiteX3" fmla="*/ 654821 w 1922330"/>
                <a:gd name="connsiteY3" fmla="*/ 1016553 h 1025088"/>
                <a:gd name="connsiteX4" fmla="*/ 620432 w 1922330"/>
                <a:gd name="connsiteY4" fmla="*/ 1025088 h 1025088"/>
                <a:gd name="connsiteX5" fmla="*/ 0 w 1922330"/>
                <a:gd name="connsiteY5" fmla="*/ 1025088 h 1025088"/>
                <a:gd name="connsiteX6" fmla="*/ 305983 w 1922330"/>
                <a:gd name="connsiteY6" fmla="*/ 915745 h 1025088"/>
                <a:gd name="connsiteX7" fmla="*/ 1729604 w 1922330"/>
                <a:gd name="connsiteY7" fmla="*/ 147722 h 1025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22330" h="1025088">
                  <a:moveTo>
                    <a:pt x="1922330" y="0"/>
                  </a:moveTo>
                  <a:lnTo>
                    <a:pt x="1922330" y="500286"/>
                  </a:lnTo>
                  <a:lnTo>
                    <a:pt x="1622475" y="653457"/>
                  </a:lnTo>
                  <a:cubicBezTo>
                    <a:pt x="1314164" y="799776"/>
                    <a:pt x="990088" y="920872"/>
                    <a:pt x="654821" y="1016553"/>
                  </a:cubicBezTo>
                  <a:lnTo>
                    <a:pt x="620432" y="1025088"/>
                  </a:lnTo>
                  <a:lnTo>
                    <a:pt x="0" y="1025088"/>
                  </a:lnTo>
                  <a:lnTo>
                    <a:pt x="305983" y="915745"/>
                  </a:lnTo>
                  <a:cubicBezTo>
                    <a:pt x="817066" y="717297"/>
                    <a:pt x="1297300" y="460424"/>
                    <a:pt x="1729604" y="147722"/>
                  </a:cubicBezTo>
                  <a:close/>
                </a:path>
              </a:pathLst>
            </a:custGeom>
            <a:gradFill>
              <a:gsLst>
                <a:gs pos="13000">
                  <a:srgbClr val="006EFF"/>
                </a:gs>
                <a:gs pos="100000">
                  <a:srgbClr val="00CCE2"/>
                </a:gs>
              </a:gsLst>
              <a:lin ang="2700000" scaled="0"/>
            </a:gradFill>
            <a:ln>
              <a:noFill/>
            </a:ln>
            <a:effectLst>
              <a:innerShdw blurRad="127000">
                <a:srgbClr val="FFFFFF">
                  <a:alpha val="70000"/>
                </a:srgbClr>
              </a:innerShdw>
            </a:effectLst>
          </p:spPr>
          <p:style>
            <a:lnRef idx="2">
              <a:srgbClr val="006EFF">
                <a:shade val="50000"/>
              </a:srgbClr>
            </a:lnRef>
            <a:fillRef idx="1">
              <a:srgbClr val="006EFF"/>
            </a:fillRef>
            <a:effectRef idx="0">
              <a:srgbClr val="006EFF"/>
            </a:effectRef>
            <a:fontRef idx="minor">
              <a:srgbClr val="FFFFFF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" name="任意多边形: 形状 3"/>
            <p:cNvSpPr/>
            <p:nvPr/>
          </p:nvSpPr>
          <p:spPr>
            <a:xfrm>
              <a:off x="10635571" y="6178387"/>
              <a:ext cx="1561509" cy="677705"/>
            </a:xfrm>
            <a:custGeom>
              <a:avLst/>
              <a:gdLst>
                <a:gd name="connsiteX0" fmla="*/ 762268 w 762268"/>
                <a:gd name="connsiteY0" fmla="*/ 0 h 330829"/>
                <a:gd name="connsiteX1" fmla="*/ 762268 w 762268"/>
                <a:gd name="connsiteY1" fmla="*/ 330829 h 330829"/>
                <a:gd name="connsiteX2" fmla="*/ 0 w 762268"/>
                <a:gd name="connsiteY2" fmla="*/ 330829 h 330829"/>
                <a:gd name="connsiteX3" fmla="*/ 217219 w 762268"/>
                <a:gd name="connsiteY3" fmla="*/ 253107 h 330829"/>
                <a:gd name="connsiteX4" fmla="*/ 578200 w 762268"/>
                <a:gd name="connsiteY4" fmla="*/ 97578 h 330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2268" h="330829">
                  <a:moveTo>
                    <a:pt x="762268" y="0"/>
                  </a:moveTo>
                  <a:lnTo>
                    <a:pt x="762268" y="330829"/>
                  </a:lnTo>
                  <a:lnTo>
                    <a:pt x="0" y="330829"/>
                  </a:lnTo>
                  <a:lnTo>
                    <a:pt x="217219" y="253107"/>
                  </a:lnTo>
                  <a:cubicBezTo>
                    <a:pt x="340678" y="205442"/>
                    <a:pt x="461172" y="153578"/>
                    <a:pt x="578200" y="97578"/>
                  </a:cubicBezTo>
                  <a:close/>
                </a:path>
              </a:pathLst>
            </a:custGeom>
            <a:solidFill>
              <a:srgbClr val="00CCE2"/>
            </a:solidFill>
            <a:ln>
              <a:noFill/>
            </a:ln>
            <a:effectLst>
              <a:innerShdw blurRad="127000">
                <a:srgbClr val="FFFFFF">
                  <a:alpha val="70000"/>
                </a:srgbClr>
              </a:innerShdw>
            </a:effectLst>
          </p:spPr>
          <p:style>
            <a:lnRef idx="2">
              <a:srgbClr val="006EFF">
                <a:shade val="50000"/>
              </a:srgbClr>
            </a:lnRef>
            <a:fillRef idx="1">
              <a:srgbClr val="006EFF"/>
            </a:fillRef>
            <a:effectRef idx="0">
              <a:srgbClr val="006EFF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42" name="Picture 4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3783" y="98425"/>
            <a:ext cx="775970" cy="83693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Picture 4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13783" y="98425"/>
            <a:ext cx="775970" cy="836930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1088" y="95885"/>
            <a:ext cx="775970" cy="836930"/>
          </a:xfrm>
          <a:prstGeom prst="rect">
            <a:avLst/>
          </a:prstGeom>
        </p:spPr>
      </p:pic>
      <p:sp>
        <p:nvSpPr>
          <p:cNvPr id="242" name="textbox 3970"/>
          <p:cNvSpPr/>
          <p:nvPr/>
        </p:nvSpPr>
        <p:spPr>
          <a:xfrm>
            <a:off x="3383280" y="2221865"/>
            <a:ext cx="5558155" cy="16865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4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/>
            </a:pPr>
            <a:r>
              <a:rPr lang="en-US" altLang="zh-CN" sz="4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</a:t>
            </a:r>
            <a:r>
              <a:rPr lang="en-US" altLang="en-US" sz="4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À</a:t>
            </a:r>
            <a:r>
              <a:rPr lang="zh-CN" altLang="en-US" sz="4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商机后台演示</a:t>
            </a:r>
            <a:endParaRPr lang="zh-CN" altLang="en-US" sz="4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Picture 4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13783" y="98425"/>
            <a:ext cx="775970" cy="836930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1088" y="95885"/>
            <a:ext cx="775970" cy="836930"/>
          </a:xfrm>
          <a:prstGeom prst="rect">
            <a:avLst/>
          </a:prstGeom>
        </p:spPr>
      </p:pic>
      <p:sp>
        <p:nvSpPr>
          <p:cNvPr id="242" name="textbox 3970"/>
          <p:cNvSpPr/>
          <p:nvPr/>
        </p:nvSpPr>
        <p:spPr>
          <a:xfrm>
            <a:off x="3383280" y="2221865"/>
            <a:ext cx="5558155" cy="16865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4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/>
            </a:pPr>
            <a:r>
              <a:rPr lang="zh-CN" altLang="en-US" sz="4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行业调查规划报告</a:t>
            </a:r>
            <a:endParaRPr lang="zh-CN" altLang="en-US" sz="4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" name="图片 7"/>
          <p:cNvPicPr/>
          <p:nvPr/>
        </p:nvPicPr>
        <p:blipFill rotWithShape="1">
          <a:blip r:embed="rId1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6" b="15226"/>
          <a:stretch>
            <a:fillRect/>
          </a:stretch>
        </p:blipFill>
        <p:spPr>
          <a:xfrm flipH="1">
            <a:off x="5080" y="-22225"/>
            <a:ext cx="12192000" cy="6858000"/>
          </a:xfrm>
          <a:prstGeom prst="rect">
            <a:avLst/>
          </a:prstGeom>
        </p:spPr>
      </p:pic>
      <p:sp>
        <p:nvSpPr>
          <p:cNvPr id="15" name="任意多边形: 形状 5"/>
          <p:cNvSpPr/>
          <p:nvPr/>
        </p:nvSpPr>
        <p:spPr>
          <a:xfrm flipH="1" flipV="1">
            <a:off x="0" y="0"/>
            <a:ext cx="507986" cy="220469"/>
          </a:xfrm>
          <a:custGeom>
            <a:avLst/>
            <a:gdLst>
              <a:gd name="connsiteX0" fmla="*/ 762268 w 762268"/>
              <a:gd name="connsiteY0" fmla="*/ 0 h 330829"/>
              <a:gd name="connsiteX1" fmla="*/ 762268 w 762268"/>
              <a:gd name="connsiteY1" fmla="*/ 330829 h 330829"/>
              <a:gd name="connsiteX2" fmla="*/ 0 w 762268"/>
              <a:gd name="connsiteY2" fmla="*/ 330829 h 330829"/>
              <a:gd name="connsiteX3" fmla="*/ 217219 w 762268"/>
              <a:gd name="connsiteY3" fmla="*/ 253107 h 330829"/>
              <a:gd name="connsiteX4" fmla="*/ 578200 w 762268"/>
              <a:gd name="connsiteY4" fmla="*/ 97578 h 3308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2268" h="330829">
                <a:moveTo>
                  <a:pt x="762268" y="0"/>
                </a:moveTo>
                <a:lnTo>
                  <a:pt x="762268" y="330829"/>
                </a:lnTo>
                <a:lnTo>
                  <a:pt x="0" y="330829"/>
                </a:lnTo>
                <a:lnTo>
                  <a:pt x="217219" y="253107"/>
                </a:lnTo>
                <a:cubicBezTo>
                  <a:pt x="340678" y="205442"/>
                  <a:pt x="461172" y="153578"/>
                  <a:pt x="578200" y="97578"/>
                </a:cubicBezTo>
                <a:close/>
              </a:path>
            </a:pathLst>
          </a:custGeom>
          <a:solidFill>
            <a:srgbClr val="00CCE2"/>
          </a:solidFill>
          <a:ln>
            <a:noFill/>
          </a:ln>
          <a:effectLst>
            <a:innerShdw blurRad="127000">
              <a:srgbClr val="FFFFFF">
                <a:alpha val="70000"/>
              </a:srgbClr>
            </a:innerShdw>
          </a:effectLst>
        </p:spPr>
        <p:style>
          <a:lnRef idx="2">
            <a:srgbClr val="006EFF">
              <a:shade val="50000"/>
            </a:srgbClr>
          </a:lnRef>
          <a:fillRef idx="1">
            <a:srgbClr val="006EFF"/>
          </a:fillRef>
          <a:effectRef idx="0">
            <a:srgbClr val="006EFF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788035" y="1560195"/>
            <a:ext cx="10159365" cy="24618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4000" dirty="0">
                <a:solidFill>
                  <a:schemeClr val="tx2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尚益科技企业介绍</a:t>
            </a:r>
            <a:br>
              <a:rPr lang="zh-CN" altLang="en-US" sz="4000" dirty="0">
                <a:solidFill>
                  <a:schemeClr val="tx2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</a:br>
            <a:r>
              <a:rPr lang="zh-CN" altLang="en-US" sz="4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公司实力丨企业价值观</a:t>
            </a:r>
            <a:endParaRPr lang="zh-CN" altLang="en-US" sz="4000" dirty="0">
              <a:solidFill>
                <a:schemeClr val="tx2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8068164" y="4654336"/>
            <a:ext cx="4128918" cy="2201762"/>
            <a:chOff x="8259180" y="4756192"/>
            <a:chExt cx="3937902" cy="2099900"/>
          </a:xfrm>
        </p:grpSpPr>
        <p:sp>
          <p:nvSpPr>
            <p:cNvPr id="4" name="任意多边形: 形状 4"/>
            <p:cNvSpPr/>
            <p:nvPr/>
          </p:nvSpPr>
          <p:spPr>
            <a:xfrm>
              <a:off x="8259180" y="4756192"/>
              <a:ext cx="3937902" cy="2099896"/>
            </a:xfrm>
            <a:custGeom>
              <a:avLst/>
              <a:gdLst>
                <a:gd name="connsiteX0" fmla="*/ 1922330 w 1922330"/>
                <a:gd name="connsiteY0" fmla="*/ 0 h 1025088"/>
                <a:gd name="connsiteX1" fmla="*/ 1922330 w 1922330"/>
                <a:gd name="connsiteY1" fmla="*/ 500286 h 1025088"/>
                <a:gd name="connsiteX2" fmla="*/ 1622475 w 1922330"/>
                <a:gd name="connsiteY2" fmla="*/ 653457 h 1025088"/>
                <a:gd name="connsiteX3" fmla="*/ 654821 w 1922330"/>
                <a:gd name="connsiteY3" fmla="*/ 1016553 h 1025088"/>
                <a:gd name="connsiteX4" fmla="*/ 620432 w 1922330"/>
                <a:gd name="connsiteY4" fmla="*/ 1025088 h 1025088"/>
                <a:gd name="connsiteX5" fmla="*/ 0 w 1922330"/>
                <a:gd name="connsiteY5" fmla="*/ 1025088 h 1025088"/>
                <a:gd name="connsiteX6" fmla="*/ 305983 w 1922330"/>
                <a:gd name="connsiteY6" fmla="*/ 915745 h 1025088"/>
                <a:gd name="connsiteX7" fmla="*/ 1729604 w 1922330"/>
                <a:gd name="connsiteY7" fmla="*/ 147722 h 1025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22330" h="1025088">
                  <a:moveTo>
                    <a:pt x="1922330" y="0"/>
                  </a:moveTo>
                  <a:lnTo>
                    <a:pt x="1922330" y="500286"/>
                  </a:lnTo>
                  <a:lnTo>
                    <a:pt x="1622475" y="653457"/>
                  </a:lnTo>
                  <a:cubicBezTo>
                    <a:pt x="1314164" y="799776"/>
                    <a:pt x="990088" y="920872"/>
                    <a:pt x="654821" y="1016553"/>
                  </a:cubicBezTo>
                  <a:lnTo>
                    <a:pt x="620432" y="1025088"/>
                  </a:lnTo>
                  <a:lnTo>
                    <a:pt x="0" y="1025088"/>
                  </a:lnTo>
                  <a:lnTo>
                    <a:pt x="305983" y="915745"/>
                  </a:lnTo>
                  <a:cubicBezTo>
                    <a:pt x="817066" y="717297"/>
                    <a:pt x="1297300" y="460424"/>
                    <a:pt x="1729604" y="147722"/>
                  </a:cubicBezTo>
                  <a:close/>
                </a:path>
              </a:pathLst>
            </a:custGeom>
            <a:gradFill>
              <a:gsLst>
                <a:gs pos="13000">
                  <a:srgbClr val="006EFF"/>
                </a:gs>
                <a:gs pos="100000">
                  <a:srgbClr val="00CCE2"/>
                </a:gs>
              </a:gsLst>
              <a:lin ang="2700000" scaled="0"/>
            </a:gradFill>
            <a:ln>
              <a:noFill/>
            </a:ln>
            <a:effectLst>
              <a:innerShdw blurRad="127000">
                <a:srgbClr val="FFFFFF">
                  <a:alpha val="70000"/>
                </a:srgbClr>
              </a:innerShdw>
            </a:effectLst>
          </p:spPr>
          <p:style>
            <a:lnRef idx="2">
              <a:srgbClr val="006EFF">
                <a:shade val="50000"/>
              </a:srgbClr>
            </a:lnRef>
            <a:fillRef idx="1">
              <a:srgbClr val="006EFF"/>
            </a:fillRef>
            <a:effectRef idx="0">
              <a:srgbClr val="006EFF"/>
            </a:effectRef>
            <a:fontRef idx="minor">
              <a:srgbClr val="FFFFFF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" name="任意多边形: 形状 3"/>
            <p:cNvSpPr/>
            <p:nvPr/>
          </p:nvSpPr>
          <p:spPr>
            <a:xfrm>
              <a:off x="10635571" y="6178387"/>
              <a:ext cx="1561509" cy="677705"/>
            </a:xfrm>
            <a:custGeom>
              <a:avLst/>
              <a:gdLst>
                <a:gd name="connsiteX0" fmla="*/ 762268 w 762268"/>
                <a:gd name="connsiteY0" fmla="*/ 0 h 330829"/>
                <a:gd name="connsiteX1" fmla="*/ 762268 w 762268"/>
                <a:gd name="connsiteY1" fmla="*/ 330829 h 330829"/>
                <a:gd name="connsiteX2" fmla="*/ 0 w 762268"/>
                <a:gd name="connsiteY2" fmla="*/ 330829 h 330829"/>
                <a:gd name="connsiteX3" fmla="*/ 217219 w 762268"/>
                <a:gd name="connsiteY3" fmla="*/ 253107 h 330829"/>
                <a:gd name="connsiteX4" fmla="*/ 578200 w 762268"/>
                <a:gd name="connsiteY4" fmla="*/ 97578 h 330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2268" h="330829">
                  <a:moveTo>
                    <a:pt x="762268" y="0"/>
                  </a:moveTo>
                  <a:lnTo>
                    <a:pt x="762268" y="330829"/>
                  </a:lnTo>
                  <a:lnTo>
                    <a:pt x="0" y="330829"/>
                  </a:lnTo>
                  <a:lnTo>
                    <a:pt x="217219" y="253107"/>
                  </a:lnTo>
                  <a:cubicBezTo>
                    <a:pt x="340678" y="205442"/>
                    <a:pt x="461172" y="153578"/>
                    <a:pt x="578200" y="97578"/>
                  </a:cubicBezTo>
                  <a:close/>
                </a:path>
              </a:pathLst>
            </a:custGeom>
            <a:solidFill>
              <a:srgbClr val="00CCE2"/>
            </a:solidFill>
            <a:ln>
              <a:noFill/>
            </a:ln>
            <a:effectLst>
              <a:innerShdw blurRad="127000">
                <a:srgbClr val="FFFFFF">
                  <a:alpha val="70000"/>
                </a:srgbClr>
              </a:innerShdw>
            </a:effectLst>
          </p:spPr>
          <p:style>
            <a:lnRef idx="2">
              <a:srgbClr val="006EFF">
                <a:shade val="50000"/>
              </a:srgbClr>
            </a:lnRef>
            <a:fillRef idx="1">
              <a:srgbClr val="006EFF"/>
            </a:fillRef>
            <a:effectRef idx="0">
              <a:srgbClr val="006EFF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42" name="Picture 4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3783" y="98425"/>
            <a:ext cx="775970" cy="83693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6" name="rect 1256"/>
          <p:cNvSpPr/>
          <p:nvPr/>
        </p:nvSpPr>
        <p:spPr>
          <a:xfrm>
            <a:off x="0" y="0"/>
            <a:ext cx="12192000" cy="6857998"/>
          </a:xfrm>
          <a:prstGeom prst="rect">
            <a:avLst/>
          </a:prstGeom>
          <a:solidFill>
            <a:srgbClr val="E1EAE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258" name="picture 125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91" y="606"/>
            <a:ext cx="12191872" cy="6857389"/>
          </a:xfrm>
          <a:prstGeom prst="rect">
            <a:avLst/>
          </a:prstGeom>
        </p:spPr>
      </p:pic>
      <p:grpSp>
        <p:nvGrpSpPr>
          <p:cNvPr id="146" name="group 146"/>
          <p:cNvGrpSpPr/>
          <p:nvPr/>
        </p:nvGrpSpPr>
        <p:grpSpPr>
          <a:xfrm rot="21600000">
            <a:off x="559435" y="1699895"/>
            <a:ext cx="7073265" cy="2468245"/>
            <a:chOff x="-12700" y="-12700"/>
            <a:chExt cx="6859514" cy="2011680"/>
          </a:xfrm>
        </p:grpSpPr>
        <p:pic>
          <p:nvPicPr>
            <p:cNvPr id="1260" name="picture 126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6678635" cy="1762994"/>
            </a:xfrm>
            <a:prstGeom prst="rect">
              <a:avLst/>
            </a:prstGeom>
          </p:spPr>
        </p:pic>
        <p:sp>
          <p:nvSpPr>
            <p:cNvPr id="1262" name="textbox 1262"/>
            <p:cNvSpPr/>
            <p:nvPr/>
          </p:nvSpPr>
          <p:spPr>
            <a:xfrm>
              <a:off x="-12700" y="-12700"/>
              <a:ext cx="6859514" cy="201168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30000"/>
                </a:lnSpc>
              </a:pPr>
              <a:endParaRPr sz="1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 rtl="0" eaLnBrk="0">
                <a:lnSpc>
                  <a:spcPct val="131000"/>
                </a:lnSpc>
              </a:pPr>
              <a:endParaRPr sz="1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 rtl="0" eaLnBrk="0">
                <a:lnSpc>
                  <a:spcPct val="10000"/>
                </a:lnSpc>
              </a:pPr>
              <a:r>
                <a:rPr lang="en-US" altLang="zh-CN" sz="2000" b="1" kern="0" spc="-40" dirty="0">
                  <a:solidFill>
                    <a:srgbClr val="012296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   </a:t>
              </a:r>
              <a:r>
                <a:rPr lang="zh-CN" sz="2000" b="1" kern="0" spc="-40" dirty="0">
                  <a:solidFill>
                    <a:srgbClr val="012296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尚益科技</a:t>
              </a:r>
              <a:endParaRPr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 rtl="0" eaLnBrk="0">
                <a:lnSpc>
                  <a:spcPct val="117000"/>
                </a:lnSpc>
              </a:pPr>
              <a:endParaRPr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327660" indent="1270" algn="l" rtl="0" eaLnBrk="0">
                <a:lnSpc>
                  <a:spcPct val="200000"/>
                </a:lnSpc>
                <a:spcBef>
                  <a:spcPts val="5"/>
                </a:spcBef>
              </a:pPr>
              <a:r>
                <a:rPr lang="zh-CN" altLang="en-US" sz="14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尚益科技集团成立于</a:t>
              </a:r>
              <a:r>
                <a:rPr lang="en-US" altLang="zh-CN" sz="14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2017 </a:t>
              </a:r>
              <a:r>
                <a:rPr lang="zh-CN" altLang="en-US" sz="14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年，是</a:t>
              </a:r>
              <a:r>
                <a:rPr lang="en-US" altLang="zh-CN" sz="14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Google</a:t>
              </a:r>
              <a:r>
                <a:rPr lang="zh-CN" altLang="en-US" sz="14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、</a:t>
              </a:r>
              <a:r>
                <a:rPr lang="en-US" altLang="zh-CN" sz="14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Meta</a:t>
              </a:r>
              <a:r>
                <a:rPr lang="zh-CN" altLang="en-US" sz="14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、</a:t>
              </a:r>
              <a:r>
                <a:rPr lang="en-US" altLang="zh-CN" sz="14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Alibaba </a:t>
              </a:r>
              <a:r>
                <a:rPr lang="zh-CN" altLang="en-US" sz="14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国际站官方授权服务商。</a:t>
              </a:r>
              <a:endPara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327660" indent="1270" algn="l" rtl="0" eaLnBrk="0">
                <a:lnSpc>
                  <a:spcPct val="200000"/>
                </a:lnSpc>
                <a:spcBef>
                  <a:spcPts val="5"/>
                </a:spcBef>
              </a:pPr>
              <a:r>
                <a:rPr lang="zh-CN" altLang="en-US" sz="14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公司深耕外贸</a:t>
              </a:r>
              <a:r>
                <a:rPr lang="en-US" altLang="zh-CN" sz="14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B2B </a:t>
              </a:r>
              <a:r>
                <a:rPr lang="zh-CN" altLang="en-US" sz="14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领域，在</a:t>
              </a:r>
              <a:r>
                <a:rPr lang="zh-CN" altLang="en-US" sz="14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深圳、宁波、长沙、嘉兴、东莞、广州、台州、绍兴</a:t>
              </a:r>
              <a:r>
                <a:rPr lang="zh-CN" altLang="en-US" sz="14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等多地设分公司，构建</a:t>
              </a:r>
              <a:r>
                <a:rPr lang="en-US" altLang="zh-CN" sz="14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“</a:t>
              </a:r>
              <a:r>
                <a:rPr lang="zh-CN" altLang="en-US" sz="14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立足全国核心外贸区域、联通全球</a:t>
              </a:r>
              <a:r>
                <a:rPr lang="en-US" altLang="zh-CN" sz="14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” </a:t>
              </a:r>
              <a:r>
                <a:rPr lang="zh-CN" altLang="en-US" sz="14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的布局。</a:t>
              </a:r>
              <a:endPara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1264" name="textbox 1264"/>
          <p:cNvSpPr/>
          <p:nvPr/>
        </p:nvSpPr>
        <p:spPr>
          <a:xfrm>
            <a:off x="668655" y="174625"/>
            <a:ext cx="4820285" cy="5238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7000"/>
              </a:lnSpc>
            </a:pPr>
            <a:endParaRPr sz="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algn="l" rtl="0" eaLnBrk="0">
              <a:lnSpc>
                <a:spcPct val="117000"/>
              </a:lnSpc>
            </a:pPr>
            <a:r>
              <a:rPr sz="2700" b="1" kern="0" spc="30" dirty="0">
                <a:solidFill>
                  <a:srgbClr val="18181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企业概</a:t>
            </a:r>
            <a:r>
              <a:rPr lang="zh-CN" sz="2700" b="1" kern="0" spc="30" dirty="0">
                <a:solidFill>
                  <a:srgbClr val="18181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况</a:t>
            </a:r>
            <a:r>
              <a:rPr lang="en-US" altLang="zh-CN" sz="2700" b="1" kern="0" spc="30" dirty="0">
                <a:solidFill>
                  <a:srgbClr val="18181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kern="0" spc="1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COMPANY</a:t>
            </a:r>
            <a:r>
              <a:rPr sz="2000" kern="0" spc="1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PROFILE</a:t>
            </a: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66" name="textbox 1266"/>
          <p:cNvSpPr/>
          <p:nvPr/>
        </p:nvSpPr>
        <p:spPr>
          <a:xfrm>
            <a:off x="1373505" y="5771515"/>
            <a:ext cx="2583180" cy="9950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3655" algn="l" rtl="0" eaLnBrk="0">
              <a:lnSpc>
                <a:spcPct val="78000"/>
              </a:lnSpc>
            </a:pPr>
            <a:r>
              <a:rPr lang="zh-CN" sz="2000" b="1" kern="0" spc="-50" dirty="0">
                <a:solidFill>
                  <a:srgbClr val="0122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全国超</a:t>
            </a:r>
            <a:r>
              <a:rPr lang="en-US" altLang="zh-CN" sz="2000" b="1" kern="0" spc="-50" dirty="0">
                <a:solidFill>
                  <a:srgbClr val="0122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r>
              <a:rPr lang="zh-CN" altLang="en-US" sz="2000" b="1" kern="0" spc="-50" dirty="0">
                <a:solidFill>
                  <a:srgbClr val="0122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家分公司</a:t>
            </a:r>
            <a:endParaRPr sz="2000" baseline="38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algn="l" rtl="0" eaLnBrk="0">
              <a:lnSpc>
                <a:spcPct val="92000"/>
              </a:lnSpc>
              <a:spcBef>
                <a:spcPts val="230"/>
              </a:spcBef>
            </a:pPr>
            <a:endParaRPr sz="900" kern="0" spc="70" dirty="0">
              <a:solidFill>
                <a:srgbClr val="4D5663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algn="l" rtl="0" eaLnBrk="0">
              <a:lnSpc>
                <a:spcPct val="92000"/>
              </a:lnSpc>
              <a:spcBef>
                <a:spcPts val="230"/>
              </a:spcBef>
            </a:pPr>
            <a:endParaRPr lang="zh-CN" sz="1400" kern="0" spc="70" dirty="0">
              <a:solidFill>
                <a:srgbClr val="4D5663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algn="l" rtl="0" eaLnBrk="0">
              <a:lnSpc>
                <a:spcPct val="92000"/>
              </a:lnSpc>
              <a:spcBef>
                <a:spcPts val="230"/>
              </a:spcBef>
            </a:pPr>
            <a:r>
              <a:rPr lang="zh-CN" sz="1400" kern="0" spc="70" dirty="0">
                <a:solidFill>
                  <a:srgbClr val="4D56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布局浙江和广东市场</a:t>
            </a:r>
            <a:endParaRPr lang="zh-CN" sz="1400" kern="0" spc="70" dirty="0">
              <a:solidFill>
                <a:srgbClr val="4D5663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68" name="textbox 1268"/>
          <p:cNvSpPr/>
          <p:nvPr/>
        </p:nvSpPr>
        <p:spPr>
          <a:xfrm>
            <a:off x="1374140" y="4616450"/>
            <a:ext cx="2544445" cy="7067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8415" algn="l" rtl="0" eaLnBrk="0">
              <a:lnSpc>
                <a:spcPct val="78000"/>
              </a:lnSpc>
            </a:pPr>
            <a:r>
              <a:rPr lang="zh-CN" altLang="en-US" sz="2000" b="1" kern="0" spc="-30" dirty="0">
                <a:solidFill>
                  <a:srgbClr val="0122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服务超</a:t>
            </a:r>
            <a:r>
              <a:rPr lang="en-US" altLang="zh-CN" sz="2000" b="1" kern="0" spc="-30" dirty="0">
                <a:solidFill>
                  <a:srgbClr val="0122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000" b="1" kern="0" spc="-30" dirty="0">
                <a:solidFill>
                  <a:srgbClr val="0122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万家企业</a:t>
            </a:r>
            <a:r>
              <a:rPr sz="2400" kern="0" spc="-390" dirty="0">
                <a:solidFill>
                  <a:srgbClr val="0122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sz="1600" baseline="3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algn="l" rtl="0" eaLnBrk="0">
              <a:lnSpc>
                <a:spcPct val="92000"/>
              </a:lnSpc>
              <a:spcBef>
                <a:spcPts val="235"/>
              </a:spcBef>
            </a:pPr>
            <a:endParaRPr lang="zh-CN" sz="900" kern="0" spc="70" dirty="0">
              <a:solidFill>
                <a:srgbClr val="4D5663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algn="l" rtl="0" eaLnBrk="0">
              <a:lnSpc>
                <a:spcPct val="92000"/>
              </a:lnSpc>
              <a:spcBef>
                <a:spcPts val="235"/>
              </a:spcBef>
            </a:pPr>
            <a:r>
              <a:rPr lang="zh-CN" sz="1400" kern="0" spc="70" dirty="0">
                <a:solidFill>
                  <a:srgbClr val="4D56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总服务客户数量</a:t>
            </a:r>
            <a:endParaRPr lang="zh-CN" sz="1400" kern="0" spc="70" dirty="0">
              <a:solidFill>
                <a:srgbClr val="4D5663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70" name="textbox 1270"/>
          <p:cNvSpPr/>
          <p:nvPr/>
        </p:nvSpPr>
        <p:spPr>
          <a:xfrm>
            <a:off x="4725670" y="4616450"/>
            <a:ext cx="2563495" cy="4667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000"/>
              </a:lnSpc>
            </a:pPr>
            <a:endParaRPr sz="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5875" algn="l" rtl="0" eaLnBrk="0">
              <a:lnSpc>
                <a:spcPct val="77000"/>
              </a:lnSpc>
            </a:pPr>
            <a:r>
              <a:rPr lang="zh-CN" sz="2000" b="1" kern="0" spc="50" dirty="0">
                <a:solidFill>
                  <a:srgbClr val="0122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一百多个行业类目</a:t>
            </a:r>
            <a:endParaRPr sz="1600" baseline="3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algn="l" rtl="0" eaLnBrk="0">
              <a:lnSpc>
                <a:spcPct val="92000"/>
              </a:lnSpc>
              <a:spcBef>
                <a:spcPts val="235"/>
              </a:spcBef>
            </a:pPr>
            <a:endParaRPr lang="zh-CN" sz="1400" kern="0" spc="70" dirty="0">
              <a:solidFill>
                <a:srgbClr val="4D5663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2700" algn="l" rtl="0" eaLnBrk="0">
              <a:lnSpc>
                <a:spcPct val="92000"/>
              </a:lnSpc>
              <a:spcBef>
                <a:spcPts val="235"/>
              </a:spcBef>
            </a:pPr>
            <a:r>
              <a:rPr lang="zh-CN" sz="1400" kern="0" spc="70" dirty="0">
                <a:solidFill>
                  <a:srgbClr val="4D56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总服务产品类目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72" name="textbox 1272"/>
          <p:cNvSpPr/>
          <p:nvPr/>
        </p:nvSpPr>
        <p:spPr>
          <a:xfrm>
            <a:off x="4695825" y="5607685"/>
            <a:ext cx="2230755" cy="10344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50000"/>
              </a:lnSpc>
            </a:pPr>
            <a:r>
              <a:rPr lang="zh-CN" sz="1600" b="1" kern="0" spc="-70" dirty="0">
                <a:solidFill>
                  <a:srgbClr val="0122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涵盖</a:t>
            </a:r>
            <a:r>
              <a:rPr lang="en-US" altLang="zh-CN" sz="1600" b="1" kern="0" spc="-70" dirty="0">
                <a:solidFill>
                  <a:srgbClr val="0122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B2B/B2C/</a:t>
            </a:r>
            <a:r>
              <a:rPr lang="zh-CN" altLang="en-US" sz="1600" b="1" kern="0" spc="-70" dirty="0">
                <a:solidFill>
                  <a:srgbClr val="0122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社媒</a:t>
            </a:r>
            <a:r>
              <a:rPr lang="en-US" altLang="zh-CN" sz="1600" b="1" kern="0" spc="-70" dirty="0">
                <a:solidFill>
                  <a:srgbClr val="0122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600" b="1" kern="0" spc="-70" dirty="0">
                <a:solidFill>
                  <a:srgbClr val="0122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独立站等业务</a:t>
            </a:r>
            <a:endParaRPr sz="1600" baseline="3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algn="l" rtl="0" eaLnBrk="0">
              <a:lnSpc>
                <a:spcPct val="92000"/>
              </a:lnSpc>
              <a:spcBef>
                <a:spcPts val="245"/>
              </a:spcBef>
            </a:pPr>
            <a:br>
              <a:rPr lang="zh-CN" sz="900" kern="0" spc="70" dirty="0">
                <a:solidFill>
                  <a:srgbClr val="4D56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sz="1400" kern="0" spc="70" dirty="0">
                <a:solidFill>
                  <a:srgbClr val="4D56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覆盖外贸出海全链路</a:t>
            </a:r>
            <a:endParaRPr lang="zh-CN" sz="1400" kern="0" spc="70" dirty="0">
              <a:solidFill>
                <a:srgbClr val="4D5663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74" name="path 1274"/>
          <p:cNvSpPr/>
          <p:nvPr/>
        </p:nvSpPr>
        <p:spPr>
          <a:xfrm>
            <a:off x="4253229" y="4627879"/>
            <a:ext cx="252603" cy="252476"/>
          </a:xfrm>
          <a:custGeom>
            <a:avLst/>
            <a:gdLst/>
            <a:ahLst/>
            <a:cxnLst/>
            <a:rect l="0" t="0" r="0" b="0"/>
            <a:pathLst>
              <a:path w="397" h="397">
                <a:moveTo>
                  <a:pt x="195" y="165"/>
                </a:moveTo>
                <a:cubicBezTo>
                  <a:pt x="195" y="165"/>
                  <a:pt x="195" y="165"/>
                  <a:pt x="195" y="165"/>
                </a:cubicBezTo>
                <a:cubicBezTo>
                  <a:pt x="195" y="164"/>
                  <a:pt x="194" y="164"/>
                  <a:pt x="194" y="164"/>
                </a:cubicBezTo>
                <a:cubicBezTo>
                  <a:pt x="194" y="164"/>
                  <a:pt x="195" y="164"/>
                  <a:pt x="195" y="165"/>
                </a:cubicBezTo>
                <a:moveTo>
                  <a:pt x="271" y="248"/>
                </a:moveTo>
                <a:cubicBezTo>
                  <a:pt x="271" y="248"/>
                  <a:pt x="271" y="248"/>
                  <a:pt x="271" y="248"/>
                </a:cubicBezTo>
                <a:cubicBezTo>
                  <a:pt x="271" y="248"/>
                  <a:pt x="271" y="248"/>
                  <a:pt x="271" y="248"/>
                </a:cubicBezTo>
                <a:cubicBezTo>
                  <a:pt x="271" y="248"/>
                  <a:pt x="271" y="248"/>
                  <a:pt x="271" y="248"/>
                </a:cubicBezTo>
                <a:moveTo>
                  <a:pt x="273" y="248"/>
                </a:moveTo>
                <a:cubicBezTo>
                  <a:pt x="272" y="248"/>
                  <a:pt x="271" y="248"/>
                  <a:pt x="271" y="248"/>
                </a:cubicBezTo>
                <a:cubicBezTo>
                  <a:pt x="270" y="249"/>
                  <a:pt x="271" y="249"/>
                  <a:pt x="273" y="248"/>
                </a:cubicBezTo>
                <a:moveTo>
                  <a:pt x="198" y="0"/>
                </a:moveTo>
                <a:cubicBezTo>
                  <a:pt x="88" y="0"/>
                  <a:pt x="0" y="88"/>
                  <a:pt x="0" y="198"/>
                </a:cubicBezTo>
                <a:cubicBezTo>
                  <a:pt x="0" y="308"/>
                  <a:pt x="88" y="397"/>
                  <a:pt x="198" y="397"/>
                </a:cubicBezTo>
                <a:cubicBezTo>
                  <a:pt x="308" y="397"/>
                  <a:pt x="397" y="308"/>
                  <a:pt x="397" y="198"/>
                </a:cubicBezTo>
                <a:cubicBezTo>
                  <a:pt x="397" y="88"/>
                  <a:pt x="308" y="0"/>
                  <a:pt x="198" y="0"/>
                </a:cubicBezTo>
                <a:moveTo>
                  <a:pt x="326" y="77"/>
                </a:moveTo>
                <a:cubicBezTo>
                  <a:pt x="318" y="77"/>
                  <a:pt x="314" y="77"/>
                  <a:pt x="308" y="81"/>
                </a:cubicBezTo>
                <a:cubicBezTo>
                  <a:pt x="306" y="83"/>
                  <a:pt x="305" y="85"/>
                  <a:pt x="302" y="86"/>
                </a:cubicBezTo>
                <a:cubicBezTo>
                  <a:pt x="299" y="86"/>
                  <a:pt x="297" y="86"/>
                  <a:pt x="294" y="87"/>
                </a:cubicBezTo>
                <a:cubicBezTo>
                  <a:pt x="285" y="90"/>
                  <a:pt x="286" y="109"/>
                  <a:pt x="275" y="106"/>
                </a:cubicBezTo>
                <a:cubicBezTo>
                  <a:pt x="269" y="105"/>
                  <a:pt x="265" y="98"/>
                  <a:pt x="262" y="94"/>
                </a:cubicBezTo>
                <a:cubicBezTo>
                  <a:pt x="260" y="90"/>
                  <a:pt x="255" y="87"/>
                  <a:pt x="258" y="82"/>
                </a:cubicBezTo>
                <a:cubicBezTo>
                  <a:pt x="257" y="82"/>
                  <a:pt x="255" y="82"/>
                  <a:pt x="254" y="82"/>
                </a:cubicBezTo>
                <a:cubicBezTo>
                  <a:pt x="256" y="78"/>
                  <a:pt x="262" y="78"/>
                  <a:pt x="263" y="76"/>
                </a:cubicBezTo>
                <a:cubicBezTo>
                  <a:pt x="266" y="71"/>
                  <a:pt x="256" y="70"/>
                  <a:pt x="253" y="70"/>
                </a:cubicBezTo>
                <a:cubicBezTo>
                  <a:pt x="257" y="66"/>
                  <a:pt x="258" y="71"/>
                  <a:pt x="262" y="70"/>
                </a:cubicBezTo>
                <a:cubicBezTo>
                  <a:pt x="265" y="69"/>
                  <a:pt x="260" y="65"/>
                  <a:pt x="258" y="65"/>
                </a:cubicBezTo>
                <a:cubicBezTo>
                  <a:pt x="257" y="64"/>
                  <a:pt x="246" y="68"/>
                  <a:pt x="252" y="62"/>
                </a:cubicBezTo>
                <a:cubicBezTo>
                  <a:pt x="245" y="57"/>
                  <a:pt x="236" y="51"/>
                  <a:pt x="228" y="46"/>
                </a:cubicBezTo>
                <a:cubicBezTo>
                  <a:pt x="227" y="52"/>
                  <a:pt x="239" y="55"/>
                  <a:pt x="243" y="57"/>
                </a:cubicBezTo>
                <a:cubicBezTo>
                  <a:pt x="242" y="60"/>
                  <a:pt x="239" y="63"/>
                  <a:pt x="236" y="62"/>
                </a:cubicBezTo>
                <a:cubicBezTo>
                  <a:pt x="233" y="61"/>
                  <a:pt x="234" y="57"/>
                  <a:pt x="230" y="57"/>
                </a:cubicBezTo>
                <a:cubicBezTo>
                  <a:pt x="227" y="64"/>
                  <a:pt x="236" y="62"/>
                  <a:pt x="237" y="66"/>
                </a:cubicBezTo>
                <a:cubicBezTo>
                  <a:pt x="238" y="71"/>
                  <a:pt x="234" y="69"/>
                  <a:pt x="232" y="68"/>
                </a:cubicBezTo>
                <a:cubicBezTo>
                  <a:pt x="232" y="68"/>
                  <a:pt x="229" y="65"/>
                  <a:pt x="228" y="68"/>
                </a:cubicBezTo>
                <a:cubicBezTo>
                  <a:pt x="228" y="71"/>
                  <a:pt x="234" y="70"/>
                  <a:pt x="234" y="72"/>
                </a:cubicBezTo>
                <a:cubicBezTo>
                  <a:pt x="228" y="73"/>
                  <a:pt x="225" y="71"/>
                  <a:pt x="220" y="67"/>
                </a:cubicBezTo>
                <a:cubicBezTo>
                  <a:pt x="214" y="64"/>
                  <a:pt x="211" y="64"/>
                  <a:pt x="204" y="64"/>
                </a:cubicBezTo>
                <a:cubicBezTo>
                  <a:pt x="206" y="63"/>
                  <a:pt x="209" y="62"/>
                  <a:pt x="211" y="61"/>
                </a:cubicBezTo>
                <a:cubicBezTo>
                  <a:pt x="212" y="60"/>
                  <a:pt x="216" y="57"/>
                  <a:pt x="216" y="56"/>
                </a:cubicBezTo>
                <a:cubicBezTo>
                  <a:pt x="217" y="52"/>
                  <a:pt x="216" y="52"/>
                  <a:pt x="212" y="50"/>
                </a:cubicBezTo>
                <a:cubicBezTo>
                  <a:pt x="210" y="48"/>
                  <a:pt x="206" y="44"/>
                  <a:pt x="202" y="44"/>
                </a:cubicBezTo>
                <a:cubicBezTo>
                  <a:pt x="189" y="41"/>
                  <a:pt x="198" y="56"/>
                  <a:pt x="188" y="58"/>
                </a:cubicBezTo>
                <a:cubicBezTo>
                  <a:pt x="188" y="58"/>
                  <a:pt x="188" y="58"/>
                  <a:pt x="188" y="58"/>
                </a:cubicBezTo>
                <a:lnTo>
                  <a:pt x="188" y="58"/>
                </a:lnTo>
                <a:cubicBezTo>
                  <a:pt x="188" y="58"/>
                  <a:pt x="188" y="58"/>
                  <a:pt x="188" y="58"/>
                </a:cubicBezTo>
                <a:cubicBezTo>
                  <a:pt x="186" y="58"/>
                  <a:pt x="181" y="57"/>
                  <a:pt x="180" y="58"/>
                </a:cubicBezTo>
                <a:cubicBezTo>
                  <a:pt x="178" y="59"/>
                  <a:pt x="178" y="63"/>
                  <a:pt x="177" y="64"/>
                </a:cubicBezTo>
                <a:cubicBezTo>
                  <a:pt x="175" y="66"/>
                  <a:pt x="172" y="67"/>
                  <a:pt x="170" y="68"/>
                </a:cubicBezTo>
                <a:cubicBezTo>
                  <a:pt x="167" y="70"/>
                  <a:pt x="162" y="74"/>
                  <a:pt x="160" y="77"/>
                </a:cubicBezTo>
                <a:cubicBezTo>
                  <a:pt x="155" y="87"/>
                  <a:pt x="172" y="90"/>
                  <a:pt x="179" y="93"/>
                </a:cubicBezTo>
                <a:cubicBezTo>
                  <a:pt x="182" y="94"/>
                  <a:pt x="190" y="96"/>
                  <a:pt x="192" y="98"/>
                </a:cubicBezTo>
                <a:cubicBezTo>
                  <a:pt x="194" y="102"/>
                  <a:pt x="190" y="104"/>
                  <a:pt x="195" y="107"/>
                </a:cubicBezTo>
                <a:cubicBezTo>
                  <a:pt x="196" y="107"/>
                  <a:pt x="199" y="107"/>
                  <a:pt x="200" y="106"/>
                </a:cubicBezTo>
                <a:cubicBezTo>
                  <a:pt x="202" y="104"/>
                  <a:pt x="200" y="103"/>
                  <a:pt x="199" y="100"/>
                </a:cubicBezTo>
                <a:cubicBezTo>
                  <a:pt x="198" y="95"/>
                  <a:pt x="200" y="97"/>
                  <a:pt x="202" y="96"/>
                </a:cubicBezTo>
                <a:cubicBezTo>
                  <a:pt x="207" y="92"/>
                  <a:pt x="206" y="91"/>
                  <a:pt x="205" y="85"/>
                </a:cubicBezTo>
                <a:cubicBezTo>
                  <a:pt x="204" y="82"/>
                  <a:pt x="200" y="74"/>
                  <a:pt x="203" y="72"/>
                </a:cubicBezTo>
                <a:cubicBezTo>
                  <a:pt x="207" y="70"/>
                  <a:pt x="215" y="74"/>
                  <a:pt x="218" y="74"/>
                </a:cubicBezTo>
                <a:cubicBezTo>
                  <a:pt x="221" y="75"/>
                  <a:pt x="223" y="79"/>
                  <a:pt x="225" y="81"/>
                </a:cubicBezTo>
                <a:cubicBezTo>
                  <a:pt x="226" y="82"/>
                  <a:pt x="228" y="85"/>
                  <a:pt x="230" y="85"/>
                </a:cubicBezTo>
                <a:cubicBezTo>
                  <a:pt x="234" y="84"/>
                  <a:pt x="232" y="81"/>
                  <a:pt x="235" y="80"/>
                </a:cubicBezTo>
                <a:cubicBezTo>
                  <a:pt x="240" y="76"/>
                  <a:pt x="241" y="81"/>
                  <a:pt x="243" y="86"/>
                </a:cubicBezTo>
                <a:cubicBezTo>
                  <a:pt x="245" y="91"/>
                  <a:pt x="247" y="93"/>
                  <a:pt x="250" y="96"/>
                </a:cubicBezTo>
                <a:cubicBezTo>
                  <a:pt x="252" y="97"/>
                  <a:pt x="259" y="102"/>
                  <a:pt x="259" y="105"/>
                </a:cubicBezTo>
                <a:cubicBezTo>
                  <a:pt x="258" y="107"/>
                  <a:pt x="250" y="110"/>
                  <a:pt x="248" y="111"/>
                </a:cubicBezTo>
                <a:cubicBezTo>
                  <a:pt x="240" y="113"/>
                  <a:pt x="225" y="107"/>
                  <a:pt x="223" y="119"/>
                </a:cubicBezTo>
                <a:cubicBezTo>
                  <a:pt x="227" y="118"/>
                  <a:pt x="235" y="111"/>
                  <a:pt x="238" y="115"/>
                </a:cubicBezTo>
                <a:cubicBezTo>
                  <a:pt x="239" y="116"/>
                  <a:pt x="237" y="118"/>
                  <a:pt x="237" y="120"/>
                </a:cubicBezTo>
                <a:cubicBezTo>
                  <a:pt x="239" y="124"/>
                  <a:pt x="242" y="123"/>
                  <a:pt x="246" y="122"/>
                </a:cubicBezTo>
                <a:cubicBezTo>
                  <a:pt x="246" y="122"/>
                  <a:pt x="246" y="122"/>
                  <a:pt x="246" y="123"/>
                </a:cubicBezTo>
                <a:cubicBezTo>
                  <a:pt x="250" y="120"/>
                  <a:pt x="250" y="120"/>
                  <a:pt x="252" y="116"/>
                </a:cubicBezTo>
                <a:cubicBezTo>
                  <a:pt x="253" y="115"/>
                  <a:pt x="254" y="111"/>
                  <a:pt x="255" y="111"/>
                </a:cubicBezTo>
                <a:cubicBezTo>
                  <a:pt x="259" y="107"/>
                  <a:pt x="260" y="109"/>
                  <a:pt x="262" y="112"/>
                </a:cubicBezTo>
                <a:cubicBezTo>
                  <a:pt x="262" y="113"/>
                  <a:pt x="268" y="121"/>
                  <a:pt x="266" y="121"/>
                </a:cubicBezTo>
                <a:cubicBezTo>
                  <a:pt x="260" y="119"/>
                  <a:pt x="253" y="119"/>
                  <a:pt x="248" y="123"/>
                </a:cubicBezTo>
                <a:cubicBezTo>
                  <a:pt x="245" y="125"/>
                  <a:pt x="242" y="128"/>
                  <a:pt x="238" y="129"/>
                </a:cubicBezTo>
                <a:cubicBezTo>
                  <a:pt x="237" y="130"/>
                  <a:pt x="230" y="130"/>
                  <a:pt x="231" y="129"/>
                </a:cubicBezTo>
                <a:cubicBezTo>
                  <a:pt x="232" y="127"/>
                  <a:pt x="236" y="126"/>
                  <a:pt x="238" y="125"/>
                </a:cubicBezTo>
                <a:cubicBezTo>
                  <a:pt x="233" y="123"/>
                  <a:pt x="230" y="127"/>
                  <a:pt x="226" y="129"/>
                </a:cubicBezTo>
                <a:cubicBezTo>
                  <a:pt x="223" y="131"/>
                  <a:pt x="222" y="134"/>
                  <a:pt x="219" y="137"/>
                </a:cubicBezTo>
                <a:cubicBezTo>
                  <a:pt x="217" y="138"/>
                  <a:pt x="215" y="138"/>
                  <a:pt x="214" y="140"/>
                </a:cubicBezTo>
                <a:cubicBezTo>
                  <a:pt x="212" y="141"/>
                  <a:pt x="212" y="144"/>
                  <a:pt x="211" y="145"/>
                </a:cubicBezTo>
                <a:cubicBezTo>
                  <a:pt x="210" y="146"/>
                  <a:pt x="208" y="146"/>
                  <a:pt x="207" y="147"/>
                </a:cubicBezTo>
                <a:cubicBezTo>
                  <a:pt x="206" y="149"/>
                  <a:pt x="208" y="151"/>
                  <a:pt x="208" y="153"/>
                </a:cubicBezTo>
                <a:cubicBezTo>
                  <a:pt x="207" y="155"/>
                  <a:pt x="202" y="157"/>
                  <a:pt x="200" y="159"/>
                </a:cubicBezTo>
                <a:cubicBezTo>
                  <a:pt x="200" y="159"/>
                  <a:pt x="200" y="159"/>
                  <a:pt x="200" y="158"/>
                </a:cubicBezTo>
                <a:cubicBezTo>
                  <a:pt x="198" y="161"/>
                  <a:pt x="196" y="162"/>
                  <a:pt x="195" y="165"/>
                </a:cubicBezTo>
                <a:cubicBezTo>
                  <a:pt x="195" y="168"/>
                  <a:pt x="197" y="176"/>
                  <a:pt x="197" y="178"/>
                </a:cubicBezTo>
                <a:cubicBezTo>
                  <a:pt x="195" y="184"/>
                  <a:pt x="191" y="174"/>
                  <a:pt x="189" y="172"/>
                </a:cubicBezTo>
                <a:cubicBezTo>
                  <a:pt x="184" y="164"/>
                  <a:pt x="173" y="169"/>
                  <a:pt x="165" y="170"/>
                </a:cubicBezTo>
                <a:cubicBezTo>
                  <a:pt x="156" y="171"/>
                  <a:pt x="146" y="183"/>
                  <a:pt x="152" y="193"/>
                </a:cubicBezTo>
                <a:cubicBezTo>
                  <a:pt x="155" y="198"/>
                  <a:pt x="160" y="200"/>
                  <a:pt x="165" y="199"/>
                </a:cubicBezTo>
                <a:cubicBezTo>
                  <a:pt x="170" y="198"/>
                  <a:pt x="172" y="191"/>
                  <a:pt x="176" y="191"/>
                </a:cubicBezTo>
                <a:cubicBezTo>
                  <a:pt x="185" y="191"/>
                  <a:pt x="177" y="199"/>
                  <a:pt x="176" y="202"/>
                </a:cubicBezTo>
                <a:cubicBezTo>
                  <a:pt x="175" y="205"/>
                  <a:pt x="177" y="206"/>
                  <a:pt x="180" y="206"/>
                </a:cubicBezTo>
                <a:cubicBezTo>
                  <a:pt x="182" y="207"/>
                  <a:pt x="185" y="205"/>
                  <a:pt x="187" y="207"/>
                </a:cubicBezTo>
                <a:cubicBezTo>
                  <a:pt x="188" y="207"/>
                  <a:pt x="188" y="212"/>
                  <a:pt x="190" y="210"/>
                </a:cubicBezTo>
                <a:cubicBezTo>
                  <a:pt x="187" y="213"/>
                  <a:pt x="187" y="220"/>
                  <a:pt x="190" y="222"/>
                </a:cubicBezTo>
                <a:cubicBezTo>
                  <a:pt x="194" y="224"/>
                  <a:pt x="199" y="222"/>
                  <a:pt x="202" y="223"/>
                </a:cubicBezTo>
                <a:cubicBezTo>
                  <a:pt x="210" y="225"/>
                  <a:pt x="206" y="222"/>
                  <a:pt x="213" y="218"/>
                </a:cubicBezTo>
                <a:cubicBezTo>
                  <a:pt x="217" y="216"/>
                  <a:pt x="218" y="219"/>
                  <a:pt x="221" y="219"/>
                </a:cubicBezTo>
                <a:cubicBezTo>
                  <a:pt x="223" y="219"/>
                  <a:pt x="224" y="216"/>
                  <a:pt x="227" y="217"/>
                </a:cubicBezTo>
                <a:cubicBezTo>
                  <a:pt x="230" y="218"/>
                  <a:pt x="231" y="220"/>
                  <a:pt x="235" y="220"/>
                </a:cubicBezTo>
                <a:cubicBezTo>
                  <a:pt x="236" y="221"/>
                  <a:pt x="237" y="220"/>
                  <a:pt x="238" y="220"/>
                </a:cubicBezTo>
                <a:cubicBezTo>
                  <a:pt x="245" y="221"/>
                  <a:pt x="249" y="224"/>
                  <a:pt x="254" y="228"/>
                </a:cubicBezTo>
                <a:cubicBezTo>
                  <a:pt x="258" y="231"/>
                  <a:pt x="260" y="230"/>
                  <a:pt x="265" y="232"/>
                </a:cubicBezTo>
                <a:cubicBezTo>
                  <a:pt x="268" y="233"/>
                  <a:pt x="275" y="237"/>
                  <a:pt x="274" y="242"/>
                </a:cubicBezTo>
                <a:cubicBezTo>
                  <a:pt x="274" y="242"/>
                  <a:pt x="271" y="246"/>
                  <a:pt x="271" y="248"/>
                </a:cubicBezTo>
                <a:cubicBezTo>
                  <a:pt x="272" y="248"/>
                  <a:pt x="278" y="247"/>
                  <a:pt x="280" y="247"/>
                </a:cubicBezTo>
                <a:cubicBezTo>
                  <a:pt x="279" y="248"/>
                  <a:pt x="275" y="251"/>
                  <a:pt x="275" y="249"/>
                </a:cubicBezTo>
                <a:cubicBezTo>
                  <a:pt x="275" y="250"/>
                  <a:pt x="278" y="252"/>
                  <a:pt x="278" y="252"/>
                </a:cubicBezTo>
                <a:cubicBezTo>
                  <a:pt x="280" y="245"/>
                  <a:pt x="284" y="250"/>
                  <a:pt x="288" y="251"/>
                </a:cubicBezTo>
                <a:cubicBezTo>
                  <a:pt x="292" y="253"/>
                  <a:pt x="296" y="253"/>
                  <a:pt x="300" y="254"/>
                </a:cubicBezTo>
                <a:cubicBezTo>
                  <a:pt x="303" y="254"/>
                  <a:pt x="310" y="257"/>
                  <a:pt x="313" y="259"/>
                </a:cubicBezTo>
                <a:cubicBezTo>
                  <a:pt x="316" y="262"/>
                  <a:pt x="314" y="268"/>
                  <a:pt x="312" y="271"/>
                </a:cubicBezTo>
                <a:cubicBezTo>
                  <a:pt x="309" y="275"/>
                  <a:pt x="305" y="277"/>
                  <a:pt x="303" y="281"/>
                </a:cubicBezTo>
                <a:cubicBezTo>
                  <a:pt x="301" y="285"/>
                  <a:pt x="302" y="289"/>
                  <a:pt x="302" y="293"/>
                </a:cubicBezTo>
                <a:cubicBezTo>
                  <a:pt x="300" y="299"/>
                  <a:pt x="300" y="297"/>
                  <a:pt x="296" y="301"/>
                </a:cubicBezTo>
                <a:cubicBezTo>
                  <a:pt x="293" y="304"/>
                  <a:pt x="296" y="303"/>
                  <a:pt x="292" y="305"/>
                </a:cubicBezTo>
                <a:cubicBezTo>
                  <a:pt x="287" y="307"/>
                  <a:pt x="284" y="307"/>
                  <a:pt x="280" y="311"/>
                </a:cubicBezTo>
                <a:cubicBezTo>
                  <a:pt x="281" y="311"/>
                  <a:pt x="281" y="311"/>
                  <a:pt x="281" y="310"/>
                </a:cubicBezTo>
                <a:cubicBezTo>
                  <a:pt x="280" y="312"/>
                  <a:pt x="279" y="316"/>
                  <a:pt x="278" y="317"/>
                </a:cubicBezTo>
                <a:cubicBezTo>
                  <a:pt x="277" y="320"/>
                  <a:pt x="275" y="322"/>
                  <a:pt x="272" y="324"/>
                </a:cubicBezTo>
                <a:cubicBezTo>
                  <a:pt x="272" y="325"/>
                  <a:pt x="263" y="337"/>
                  <a:pt x="263" y="336"/>
                </a:cubicBezTo>
                <a:cubicBezTo>
                  <a:pt x="262" y="335"/>
                  <a:pt x="256" y="337"/>
                  <a:pt x="255" y="335"/>
                </a:cubicBezTo>
                <a:cubicBezTo>
                  <a:pt x="256" y="337"/>
                  <a:pt x="255" y="336"/>
                  <a:pt x="257" y="337"/>
                </a:cubicBezTo>
                <a:cubicBezTo>
                  <a:pt x="255" y="346"/>
                  <a:pt x="251" y="348"/>
                  <a:pt x="242" y="348"/>
                </a:cubicBezTo>
                <a:cubicBezTo>
                  <a:pt x="243" y="352"/>
                  <a:pt x="239" y="351"/>
                  <a:pt x="237" y="354"/>
                </a:cubicBezTo>
                <a:cubicBezTo>
                  <a:pt x="236" y="355"/>
                  <a:pt x="235" y="359"/>
                  <a:pt x="234" y="361"/>
                </a:cubicBezTo>
                <a:cubicBezTo>
                  <a:pt x="234" y="362"/>
                  <a:pt x="230" y="367"/>
                  <a:pt x="230" y="368"/>
                </a:cubicBezTo>
                <a:cubicBezTo>
                  <a:pt x="230" y="368"/>
                  <a:pt x="232" y="370"/>
                  <a:pt x="232" y="371"/>
                </a:cubicBezTo>
                <a:cubicBezTo>
                  <a:pt x="226" y="372"/>
                  <a:pt x="220" y="373"/>
                  <a:pt x="213" y="374"/>
                </a:cubicBezTo>
                <a:cubicBezTo>
                  <a:pt x="214" y="372"/>
                  <a:pt x="214" y="371"/>
                  <a:pt x="210" y="371"/>
                </a:cubicBezTo>
                <a:cubicBezTo>
                  <a:pt x="211" y="368"/>
                  <a:pt x="214" y="366"/>
                  <a:pt x="215" y="363"/>
                </a:cubicBezTo>
                <a:cubicBezTo>
                  <a:pt x="216" y="362"/>
                  <a:pt x="215" y="361"/>
                  <a:pt x="216" y="360"/>
                </a:cubicBezTo>
                <a:cubicBezTo>
                  <a:pt x="217" y="356"/>
                  <a:pt x="216" y="357"/>
                  <a:pt x="216" y="354"/>
                </a:cubicBezTo>
                <a:cubicBezTo>
                  <a:pt x="214" y="345"/>
                  <a:pt x="216" y="343"/>
                  <a:pt x="218" y="336"/>
                </a:cubicBezTo>
                <a:cubicBezTo>
                  <a:pt x="221" y="328"/>
                  <a:pt x="220" y="318"/>
                  <a:pt x="222" y="309"/>
                </a:cubicBezTo>
                <a:cubicBezTo>
                  <a:pt x="223" y="305"/>
                  <a:pt x="224" y="297"/>
                  <a:pt x="222" y="293"/>
                </a:cubicBezTo>
                <a:cubicBezTo>
                  <a:pt x="221" y="288"/>
                  <a:pt x="214" y="285"/>
                  <a:pt x="211" y="282"/>
                </a:cubicBezTo>
                <a:cubicBezTo>
                  <a:pt x="206" y="278"/>
                  <a:pt x="204" y="274"/>
                  <a:pt x="200" y="269"/>
                </a:cubicBezTo>
                <a:cubicBezTo>
                  <a:pt x="199" y="266"/>
                  <a:pt x="197" y="264"/>
                  <a:pt x="196" y="261"/>
                </a:cubicBezTo>
                <a:cubicBezTo>
                  <a:pt x="193" y="255"/>
                  <a:pt x="196" y="258"/>
                  <a:pt x="196" y="255"/>
                </a:cubicBezTo>
                <a:cubicBezTo>
                  <a:pt x="197" y="252"/>
                  <a:pt x="196" y="248"/>
                  <a:pt x="197" y="245"/>
                </a:cubicBezTo>
                <a:cubicBezTo>
                  <a:pt x="198" y="241"/>
                  <a:pt x="202" y="238"/>
                  <a:pt x="204" y="235"/>
                </a:cubicBezTo>
                <a:cubicBezTo>
                  <a:pt x="205" y="231"/>
                  <a:pt x="204" y="227"/>
                  <a:pt x="200" y="225"/>
                </a:cubicBezTo>
                <a:cubicBezTo>
                  <a:pt x="198" y="225"/>
                  <a:pt x="196" y="226"/>
                  <a:pt x="194" y="226"/>
                </a:cubicBezTo>
                <a:cubicBezTo>
                  <a:pt x="191" y="225"/>
                  <a:pt x="188" y="223"/>
                  <a:pt x="186" y="222"/>
                </a:cubicBezTo>
                <a:cubicBezTo>
                  <a:pt x="182" y="219"/>
                  <a:pt x="181" y="215"/>
                  <a:pt x="178" y="213"/>
                </a:cubicBezTo>
                <a:cubicBezTo>
                  <a:pt x="175" y="211"/>
                  <a:pt x="173" y="212"/>
                  <a:pt x="170" y="211"/>
                </a:cubicBezTo>
                <a:cubicBezTo>
                  <a:pt x="167" y="211"/>
                  <a:pt x="165" y="207"/>
                  <a:pt x="163" y="206"/>
                </a:cubicBezTo>
                <a:cubicBezTo>
                  <a:pt x="159" y="204"/>
                  <a:pt x="157" y="206"/>
                  <a:pt x="153" y="206"/>
                </a:cubicBezTo>
                <a:cubicBezTo>
                  <a:pt x="150" y="205"/>
                  <a:pt x="144" y="202"/>
                  <a:pt x="141" y="200"/>
                </a:cubicBezTo>
                <a:cubicBezTo>
                  <a:pt x="135" y="197"/>
                  <a:pt x="131" y="194"/>
                  <a:pt x="128" y="188"/>
                </a:cubicBezTo>
                <a:cubicBezTo>
                  <a:pt x="126" y="182"/>
                  <a:pt x="123" y="179"/>
                  <a:pt x="119" y="175"/>
                </a:cubicBezTo>
                <a:cubicBezTo>
                  <a:pt x="115" y="170"/>
                  <a:pt x="114" y="166"/>
                  <a:pt x="108" y="165"/>
                </a:cubicBezTo>
                <a:cubicBezTo>
                  <a:pt x="107" y="165"/>
                  <a:pt x="110" y="170"/>
                  <a:pt x="110" y="170"/>
                </a:cubicBezTo>
                <a:cubicBezTo>
                  <a:pt x="112" y="174"/>
                  <a:pt x="115" y="178"/>
                  <a:pt x="118" y="181"/>
                </a:cubicBezTo>
                <a:cubicBezTo>
                  <a:pt x="122" y="187"/>
                  <a:pt x="120" y="188"/>
                  <a:pt x="116" y="182"/>
                </a:cubicBezTo>
                <a:cubicBezTo>
                  <a:pt x="112" y="177"/>
                  <a:pt x="107" y="171"/>
                  <a:pt x="103" y="164"/>
                </a:cubicBezTo>
                <a:cubicBezTo>
                  <a:pt x="102" y="162"/>
                  <a:pt x="102" y="161"/>
                  <a:pt x="99" y="158"/>
                </a:cubicBezTo>
                <a:cubicBezTo>
                  <a:pt x="97" y="156"/>
                  <a:pt x="94" y="155"/>
                  <a:pt x="92" y="153"/>
                </a:cubicBezTo>
                <a:cubicBezTo>
                  <a:pt x="84" y="146"/>
                  <a:pt x="82" y="136"/>
                  <a:pt x="83" y="125"/>
                </a:cubicBezTo>
                <a:cubicBezTo>
                  <a:pt x="83" y="122"/>
                  <a:pt x="85" y="119"/>
                  <a:pt x="84" y="116"/>
                </a:cubicBezTo>
                <a:cubicBezTo>
                  <a:pt x="84" y="113"/>
                  <a:pt x="82" y="111"/>
                  <a:pt x="80" y="108"/>
                </a:cubicBezTo>
                <a:cubicBezTo>
                  <a:pt x="79" y="108"/>
                  <a:pt x="78" y="105"/>
                  <a:pt x="77" y="105"/>
                </a:cubicBezTo>
                <a:cubicBezTo>
                  <a:pt x="76" y="102"/>
                  <a:pt x="74" y="99"/>
                  <a:pt x="71" y="96"/>
                </a:cubicBezTo>
                <a:cubicBezTo>
                  <a:pt x="70" y="95"/>
                  <a:pt x="65" y="91"/>
                  <a:pt x="61" y="88"/>
                </a:cubicBezTo>
                <a:cubicBezTo>
                  <a:pt x="80" y="65"/>
                  <a:pt x="104" y="47"/>
                  <a:pt x="132" y="35"/>
                </a:cubicBezTo>
                <a:cubicBezTo>
                  <a:pt x="132" y="37"/>
                  <a:pt x="133" y="38"/>
                  <a:pt x="134" y="40"/>
                </a:cubicBezTo>
                <a:cubicBezTo>
                  <a:pt x="136" y="43"/>
                  <a:pt x="138" y="43"/>
                  <a:pt x="143" y="44"/>
                </a:cubicBezTo>
                <a:cubicBezTo>
                  <a:pt x="142" y="49"/>
                  <a:pt x="136" y="49"/>
                  <a:pt x="132" y="48"/>
                </a:cubicBezTo>
                <a:cubicBezTo>
                  <a:pt x="127" y="48"/>
                  <a:pt x="122" y="46"/>
                  <a:pt x="118" y="50"/>
                </a:cubicBezTo>
                <a:cubicBezTo>
                  <a:pt x="120" y="52"/>
                  <a:pt x="127" y="57"/>
                  <a:pt x="126" y="51"/>
                </a:cubicBezTo>
                <a:cubicBezTo>
                  <a:pt x="130" y="51"/>
                  <a:pt x="135" y="51"/>
                  <a:pt x="140" y="52"/>
                </a:cubicBezTo>
                <a:cubicBezTo>
                  <a:pt x="141" y="52"/>
                  <a:pt x="147" y="54"/>
                  <a:pt x="149" y="53"/>
                </a:cubicBezTo>
                <a:cubicBezTo>
                  <a:pt x="150" y="53"/>
                  <a:pt x="151" y="49"/>
                  <a:pt x="152" y="48"/>
                </a:cubicBezTo>
                <a:cubicBezTo>
                  <a:pt x="150" y="48"/>
                  <a:pt x="149" y="47"/>
                  <a:pt x="147" y="48"/>
                </a:cubicBezTo>
                <a:cubicBezTo>
                  <a:pt x="150" y="44"/>
                  <a:pt x="154" y="47"/>
                  <a:pt x="157" y="48"/>
                </a:cubicBezTo>
                <a:cubicBezTo>
                  <a:pt x="153" y="51"/>
                  <a:pt x="156" y="57"/>
                  <a:pt x="160" y="52"/>
                </a:cubicBezTo>
                <a:cubicBezTo>
                  <a:pt x="163" y="48"/>
                  <a:pt x="159" y="45"/>
                  <a:pt x="155" y="43"/>
                </a:cubicBezTo>
                <a:cubicBezTo>
                  <a:pt x="159" y="37"/>
                  <a:pt x="162" y="37"/>
                  <a:pt x="166" y="43"/>
                </a:cubicBezTo>
                <a:cubicBezTo>
                  <a:pt x="167" y="39"/>
                  <a:pt x="170" y="41"/>
                  <a:pt x="173" y="41"/>
                </a:cubicBezTo>
                <a:lnTo>
                  <a:pt x="173" y="40"/>
                </a:lnTo>
                <a:cubicBezTo>
                  <a:pt x="172" y="40"/>
                  <a:pt x="170" y="39"/>
                  <a:pt x="168" y="39"/>
                </a:cubicBezTo>
                <a:cubicBezTo>
                  <a:pt x="172" y="34"/>
                  <a:pt x="170" y="33"/>
                  <a:pt x="175" y="31"/>
                </a:cubicBezTo>
                <a:cubicBezTo>
                  <a:pt x="178" y="30"/>
                  <a:pt x="189" y="31"/>
                  <a:pt x="190" y="27"/>
                </a:cubicBezTo>
                <a:cubicBezTo>
                  <a:pt x="183" y="29"/>
                  <a:pt x="174" y="29"/>
                  <a:pt x="167" y="33"/>
                </a:cubicBezTo>
                <a:cubicBezTo>
                  <a:pt x="164" y="34"/>
                  <a:pt x="160" y="39"/>
                  <a:pt x="158" y="36"/>
                </a:cubicBezTo>
                <a:cubicBezTo>
                  <a:pt x="155" y="33"/>
                  <a:pt x="160" y="28"/>
                  <a:pt x="162" y="26"/>
                </a:cubicBezTo>
                <a:lnTo>
                  <a:pt x="162" y="26"/>
                </a:lnTo>
                <a:cubicBezTo>
                  <a:pt x="174" y="24"/>
                  <a:pt x="186" y="22"/>
                  <a:pt x="198" y="22"/>
                </a:cubicBezTo>
                <a:cubicBezTo>
                  <a:pt x="207" y="22"/>
                  <a:pt x="215" y="23"/>
                  <a:pt x="222" y="24"/>
                </a:cubicBezTo>
                <a:cubicBezTo>
                  <a:pt x="220" y="25"/>
                  <a:pt x="222" y="26"/>
                  <a:pt x="220" y="28"/>
                </a:cubicBezTo>
                <a:cubicBezTo>
                  <a:pt x="216" y="31"/>
                  <a:pt x="209" y="33"/>
                  <a:pt x="205" y="35"/>
                </a:cubicBezTo>
                <a:cubicBezTo>
                  <a:pt x="210" y="35"/>
                  <a:pt x="224" y="40"/>
                  <a:pt x="227" y="32"/>
                </a:cubicBezTo>
                <a:cubicBezTo>
                  <a:pt x="225" y="32"/>
                  <a:pt x="223" y="31"/>
                  <a:pt x="221" y="31"/>
                </a:cubicBezTo>
                <a:cubicBezTo>
                  <a:pt x="225" y="29"/>
                  <a:pt x="229" y="27"/>
                  <a:pt x="233" y="26"/>
                </a:cubicBezTo>
                <a:cubicBezTo>
                  <a:pt x="269" y="33"/>
                  <a:pt x="301" y="51"/>
                  <a:pt x="326" y="77"/>
                </a:cubicBezTo>
                <a:cubicBezTo>
                  <a:pt x="326" y="77"/>
                  <a:pt x="326" y="77"/>
                  <a:pt x="326" y="77"/>
                </a:cubicBezTo>
                <a:moveTo>
                  <a:pt x="358" y="147"/>
                </a:moveTo>
                <a:cubicBezTo>
                  <a:pt x="358" y="146"/>
                  <a:pt x="359" y="146"/>
                  <a:pt x="359" y="146"/>
                </a:cubicBezTo>
                <a:cubicBezTo>
                  <a:pt x="360" y="144"/>
                  <a:pt x="360" y="144"/>
                  <a:pt x="360" y="142"/>
                </a:cubicBezTo>
                <a:cubicBezTo>
                  <a:pt x="361" y="141"/>
                  <a:pt x="362" y="141"/>
                  <a:pt x="363" y="140"/>
                </a:cubicBezTo>
                <a:cubicBezTo>
                  <a:pt x="364" y="140"/>
                  <a:pt x="364" y="140"/>
                  <a:pt x="364" y="139"/>
                </a:cubicBezTo>
                <a:cubicBezTo>
                  <a:pt x="367" y="147"/>
                  <a:pt x="370" y="156"/>
                  <a:pt x="371" y="165"/>
                </a:cubicBezTo>
                <a:cubicBezTo>
                  <a:pt x="371" y="165"/>
                  <a:pt x="371" y="165"/>
                  <a:pt x="371" y="165"/>
                </a:cubicBezTo>
                <a:cubicBezTo>
                  <a:pt x="370" y="165"/>
                  <a:pt x="368" y="165"/>
                  <a:pt x="367" y="165"/>
                </a:cubicBezTo>
                <a:cubicBezTo>
                  <a:pt x="365" y="166"/>
                  <a:pt x="364" y="164"/>
                  <a:pt x="362" y="163"/>
                </a:cubicBezTo>
                <a:cubicBezTo>
                  <a:pt x="361" y="162"/>
                  <a:pt x="359" y="160"/>
                  <a:pt x="358" y="158"/>
                </a:cubicBezTo>
                <a:cubicBezTo>
                  <a:pt x="357" y="157"/>
                  <a:pt x="357" y="155"/>
                  <a:pt x="358" y="153"/>
                </a:cubicBezTo>
                <a:cubicBezTo>
                  <a:pt x="358" y="151"/>
                  <a:pt x="357" y="148"/>
                  <a:pt x="358" y="147"/>
                </a:cubicBezTo>
                <a:moveTo>
                  <a:pt x="360" y="238"/>
                </a:moveTo>
                <a:cubicBezTo>
                  <a:pt x="357" y="235"/>
                  <a:pt x="352" y="231"/>
                  <a:pt x="350" y="227"/>
                </a:cubicBezTo>
                <a:cubicBezTo>
                  <a:pt x="347" y="223"/>
                  <a:pt x="349" y="219"/>
                  <a:pt x="349" y="214"/>
                </a:cubicBezTo>
                <a:cubicBezTo>
                  <a:pt x="349" y="210"/>
                  <a:pt x="347" y="205"/>
                  <a:pt x="349" y="201"/>
                </a:cubicBezTo>
                <a:cubicBezTo>
                  <a:pt x="350" y="200"/>
                  <a:pt x="352" y="199"/>
                  <a:pt x="352" y="198"/>
                </a:cubicBezTo>
                <a:cubicBezTo>
                  <a:pt x="354" y="195"/>
                  <a:pt x="354" y="193"/>
                  <a:pt x="356" y="191"/>
                </a:cubicBezTo>
                <a:cubicBezTo>
                  <a:pt x="357" y="188"/>
                  <a:pt x="360" y="187"/>
                  <a:pt x="362" y="185"/>
                </a:cubicBezTo>
                <a:cubicBezTo>
                  <a:pt x="365" y="183"/>
                  <a:pt x="365" y="182"/>
                  <a:pt x="366" y="179"/>
                </a:cubicBezTo>
                <a:cubicBezTo>
                  <a:pt x="367" y="177"/>
                  <a:pt x="370" y="173"/>
                  <a:pt x="372" y="172"/>
                </a:cubicBezTo>
                <a:cubicBezTo>
                  <a:pt x="374" y="180"/>
                  <a:pt x="375" y="189"/>
                  <a:pt x="375" y="198"/>
                </a:cubicBezTo>
                <a:cubicBezTo>
                  <a:pt x="375" y="214"/>
                  <a:pt x="372" y="229"/>
                  <a:pt x="368" y="244"/>
                </a:cubicBezTo>
                <a:cubicBezTo>
                  <a:pt x="365" y="243"/>
                  <a:pt x="362" y="241"/>
                  <a:pt x="360" y="238"/>
                </a:cubicBezTo>
              </a:path>
            </a:pathLst>
          </a:custGeom>
          <a:solidFill>
            <a:srgbClr val="01229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76" name="path 1276"/>
          <p:cNvSpPr/>
          <p:nvPr/>
        </p:nvSpPr>
        <p:spPr>
          <a:xfrm>
            <a:off x="907580" y="5765419"/>
            <a:ext cx="244678" cy="244601"/>
          </a:xfrm>
          <a:custGeom>
            <a:avLst/>
            <a:gdLst/>
            <a:ahLst/>
            <a:cxnLst/>
            <a:rect l="0" t="0" r="0" b="0"/>
            <a:pathLst>
              <a:path w="385" h="385">
                <a:moveTo>
                  <a:pt x="73" y="0"/>
                </a:moveTo>
                <a:cubicBezTo>
                  <a:pt x="75" y="0"/>
                  <a:pt x="77" y="1"/>
                  <a:pt x="77" y="3"/>
                </a:cubicBezTo>
                <a:lnTo>
                  <a:pt x="77" y="38"/>
                </a:lnTo>
                <a:lnTo>
                  <a:pt x="308" y="38"/>
                </a:lnTo>
                <a:lnTo>
                  <a:pt x="308" y="3"/>
                </a:lnTo>
                <a:cubicBezTo>
                  <a:pt x="308" y="1"/>
                  <a:pt x="309" y="0"/>
                  <a:pt x="312" y="0"/>
                </a:cubicBezTo>
                <a:lnTo>
                  <a:pt x="381" y="0"/>
                </a:lnTo>
                <a:cubicBezTo>
                  <a:pt x="383" y="0"/>
                  <a:pt x="385" y="1"/>
                  <a:pt x="385" y="3"/>
                </a:cubicBezTo>
                <a:lnTo>
                  <a:pt x="385" y="73"/>
                </a:lnTo>
                <a:cubicBezTo>
                  <a:pt x="385" y="75"/>
                  <a:pt x="383" y="76"/>
                  <a:pt x="381" y="76"/>
                </a:cubicBezTo>
                <a:cubicBezTo>
                  <a:pt x="381" y="76"/>
                  <a:pt x="381" y="76"/>
                  <a:pt x="381" y="76"/>
                </a:cubicBezTo>
                <a:lnTo>
                  <a:pt x="346" y="76"/>
                </a:lnTo>
                <a:lnTo>
                  <a:pt x="346" y="308"/>
                </a:lnTo>
                <a:lnTo>
                  <a:pt x="381" y="308"/>
                </a:lnTo>
                <a:cubicBezTo>
                  <a:pt x="383" y="308"/>
                  <a:pt x="385" y="309"/>
                  <a:pt x="385" y="312"/>
                </a:cubicBezTo>
                <a:lnTo>
                  <a:pt x="385" y="381"/>
                </a:lnTo>
                <a:cubicBezTo>
                  <a:pt x="385" y="383"/>
                  <a:pt x="383" y="385"/>
                  <a:pt x="381" y="385"/>
                </a:cubicBezTo>
                <a:cubicBezTo>
                  <a:pt x="381" y="385"/>
                  <a:pt x="381" y="385"/>
                  <a:pt x="381" y="385"/>
                </a:cubicBezTo>
                <a:lnTo>
                  <a:pt x="312" y="385"/>
                </a:lnTo>
                <a:cubicBezTo>
                  <a:pt x="309" y="385"/>
                  <a:pt x="308" y="383"/>
                  <a:pt x="308" y="381"/>
                </a:cubicBezTo>
                <a:cubicBezTo>
                  <a:pt x="308" y="381"/>
                  <a:pt x="308" y="381"/>
                  <a:pt x="308" y="381"/>
                </a:cubicBezTo>
                <a:lnTo>
                  <a:pt x="308" y="346"/>
                </a:lnTo>
                <a:lnTo>
                  <a:pt x="77" y="346"/>
                </a:lnTo>
                <a:lnTo>
                  <a:pt x="77" y="381"/>
                </a:lnTo>
                <a:cubicBezTo>
                  <a:pt x="77" y="383"/>
                  <a:pt x="75" y="385"/>
                  <a:pt x="73" y="385"/>
                </a:cubicBezTo>
                <a:cubicBezTo>
                  <a:pt x="73" y="385"/>
                  <a:pt x="73" y="385"/>
                  <a:pt x="73" y="385"/>
                </a:cubicBezTo>
                <a:lnTo>
                  <a:pt x="3" y="385"/>
                </a:lnTo>
                <a:cubicBezTo>
                  <a:pt x="1" y="385"/>
                  <a:pt x="0" y="383"/>
                  <a:pt x="0" y="381"/>
                </a:cubicBezTo>
                <a:cubicBezTo>
                  <a:pt x="0" y="381"/>
                  <a:pt x="0" y="381"/>
                  <a:pt x="0" y="381"/>
                </a:cubicBezTo>
                <a:lnTo>
                  <a:pt x="0" y="312"/>
                </a:lnTo>
                <a:cubicBezTo>
                  <a:pt x="0" y="309"/>
                  <a:pt x="1" y="308"/>
                  <a:pt x="3" y="308"/>
                </a:cubicBezTo>
                <a:lnTo>
                  <a:pt x="38" y="308"/>
                </a:lnTo>
                <a:lnTo>
                  <a:pt x="38" y="76"/>
                </a:lnTo>
                <a:lnTo>
                  <a:pt x="3" y="76"/>
                </a:lnTo>
                <a:cubicBezTo>
                  <a:pt x="1" y="76"/>
                  <a:pt x="0" y="75"/>
                  <a:pt x="0" y="7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73" y="0"/>
                </a:lnTo>
                <a:lnTo>
                  <a:pt x="73" y="0"/>
                </a:lnTo>
                <a:close/>
                <a:moveTo>
                  <a:pt x="308" y="76"/>
                </a:moveTo>
                <a:lnTo>
                  <a:pt x="290" y="76"/>
                </a:lnTo>
                <a:lnTo>
                  <a:pt x="76" y="290"/>
                </a:lnTo>
                <a:lnTo>
                  <a:pt x="76" y="308"/>
                </a:lnTo>
                <a:lnTo>
                  <a:pt x="94" y="308"/>
                </a:lnTo>
                <a:lnTo>
                  <a:pt x="308" y="94"/>
                </a:lnTo>
                <a:lnTo>
                  <a:pt x="308" y="76"/>
                </a:lnTo>
                <a:lnTo>
                  <a:pt x="308" y="76"/>
                </a:lnTo>
                <a:close/>
                <a:moveTo>
                  <a:pt x="308" y="174"/>
                </a:moveTo>
                <a:lnTo>
                  <a:pt x="174" y="308"/>
                </a:lnTo>
                <a:lnTo>
                  <a:pt x="210" y="308"/>
                </a:lnTo>
                <a:lnTo>
                  <a:pt x="308" y="210"/>
                </a:lnTo>
                <a:lnTo>
                  <a:pt x="308" y="174"/>
                </a:lnTo>
                <a:lnTo>
                  <a:pt x="308" y="174"/>
                </a:lnTo>
                <a:close/>
                <a:moveTo>
                  <a:pt x="210" y="76"/>
                </a:moveTo>
                <a:lnTo>
                  <a:pt x="175" y="76"/>
                </a:lnTo>
                <a:lnTo>
                  <a:pt x="76" y="175"/>
                </a:lnTo>
                <a:lnTo>
                  <a:pt x="76" y="210"/>
                </a:lnTo>
                <a:lnTo>
                  <a:pt x="210" y="76"/>
                </a:lnTo>
                <a:close/>
              </a:path>
            </a:pathLst>
          </a:custGeom>
          <a:solidFill>
            <a:srgbClr val="01229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78" name="path 1278"/>
          <p:cNvSpPr/>
          <p:nvPr/>
        </p:nvSpPr>
        <p:spPr>
          <a:xfrm>
            <a:off x="4242815" y="5767451"/>
            <a:ext cx="215011" cy="252857"/>
          </a:xfrm>
          <a:custGeom>
            <a:avLst/>
            <a:gdLst/>
            <a:ahLst/>
            <a:cxnLst/>
            <a:rect l="0" t="0" r="0" b="0"/>
            <a:pathLst>
              <a:path w="338" h="398">
                <a:moveTo>
                  <a:pt x="204" y="138"/>
                </a:moveTo>
                <a:lnTo>
                  <a:pt x="130" y="138"/>
                </a:lnTo>
                <a:cubicBezTo>
                  <a:pt x="146" y="126"/>
                  <a:pt x="158" y="117"/>
                  <a:pt x="168" y="105"/>
                </a:cubicBezTo>
                <a:cubicBezTo>
                  <a:pt x="178" y="118"/>
                  <a:pt x="190" y="128"/>
                  <a:pt x="204" y="138"/>
                </a:cubicBezTo>
                <a:moveTo>
                  <a:pt x="215" y="208"/>
                </a:moveTo>
                <a:lnTo>
                  <a:pt x="118" y="208"/>
                </a:lnTo>
                <a:lnTo>
                  <a:pt x="118" y="239"/>
                </a:lnTo>
                <a:lnTo>
                  <a:pt x="213" y="239"/>
                </a:lnTo>
                <a:lnTo>
                  <a:pt x="215" y="208"/>
                </a:lnTo>
                <a:close/>
                <a:moveTo>
                  <a:pt x="338" y="75"/>
                </a:moveTo>
                <a:lnTo>
                  <a:pt x="338" y="154"/>
                </a:lnTo>
                <a:cubicBezTo>
                  <a:pt x="338" y="225"/>
                  <a:pt x="307" y="291"/>
                  <a:pt x="251" y="336"/>
                </a:cubicBezTo>
                <a:lnTo>
                  <a:pt x="178" y="396"/>
                </a:lnTo>
                <a:cubicBezTo>
                  <a:pt x="176" y="398"/>
                  <a:pt x="172" y="398"/>
                  <a:pt x="170" y="398"/>
                </a:cubicBezTo>
                <a:cubicBezTo>
                  <a:pt x="168" y="398"/>
                  <a:pt x="164" y="398"/>
                  <a:pt x="160" y="396"/>
                </a:cubicBezTo>
                <a:lnTo>
                  <a:pt x="87" y="336"/>
                </a:lnTo>
                <a:cubicBezTo>
                  <a:pt x="31" y="291"/>
                  <a:pt x="0" y="225"/>
                  <a:pt x="0" y="154"/>
                </a:cubicBezTo>
                <a:lnTo>
                  <a:pt x="0" y="75"/>
                </a:lnTo>
                <a:cubicBezTo>
                  <a:pt x="2" y="69"/>
                  <a:pt x="5" y="63"/>
                  <a:pt x="11" y="61"/>
                </a:cubicBezTo>
                <a:lnTo>
                  <a:pt x="166" y="2"/>
                </a:lnTo>
                <a:cubicBezTo>
                  <a:pt x="170" y="0"/>
                  <a:pt x="174" y="0"/>
                  <a:pt x="176" y="2"/>
                </a:cubicBezTo>
                <a:lnTo>
                  <a:pt x="328" y="61"/>
                </a:lnTo>
                <a:cubicBezTo>
                  <a:pt x="334" y="63"/>
                  <a:pt x="338" y="69"/>
                  <a:pt x="338" y="75"/>
                </a:cubicBezTo>
                <a:moveTo>
                  <a:pt x="241" y="182"/>
                </a:moveTo>
                <a:lnTo>
                  <a:pt x="92" y="182"/>
                </a:lnTo>
                <a:lnTo>
                  <a:pt x="92" y="275"/>
                </a:lnTo>
                <a:lnTo>
                  <a:pt x="120" y="275"/>
                </a:lnTo>
                <a:lnTo>
                  <a:pt x="120" y="265"/>
                </a:lnTo>
                <a:lnTo>
                  <a:pt x="215" y="265"/>
                </a:lnTo>
                <a:lnTo>
                  <a:pt x="215" y="275"/>
                </a:lnTo>
                <a:lnTo>
                  <a:pt x="243" y="275"/>
                </a:lnTo>
                <a:lnTo>
                  <a:pt x="241" y="182"/>
                </a:lnTo>
                <a:close/>
                <a:moveTo>
                  <a:pt x="267" y="144"/>
                </a:moveTo>
                <a:cubicBezTo>
                  <a:pt x="231" y="128"/>
                  <a:pt x="204" y="111"/>
                  <a:pt x="186" y="87"/>
                </a:cubicBezTo>
                <a:lnTo>
                  <a:pt x="194" y="79"/>
                </a:lnTo>
                <a:lnTo>
                  <a:pt x="154" y="79"/>
                </a:lnTo>
                <a:cubicBezTo>
                  <a:pt x="138" y="101"/>
                  <a:pt x="108" y="124"/>
                  <a:pt x="67" y="146"/>
                </a:cubicBezTo>
                <a:lnTo>
                  <a:pt x="85" y="170"/>
                </a:lnTo>
                <a:cubicBezTo>
                  <a:pt x="95" y="164"/>
                  <a:pt x="102" y="158"/>
                  <a:pt x="110" y="154"/>
                </a:cubicBezTo>
                <a:lnTo>
                  <a:pt x="110" y="166"/>
                </a:lnTo>
                <a:lnTo>
                  <a:pt x="223" y="166"/>
                </a:lnTo>
                <a:lnTo>
                  <a:pt x="223" y="154"/>
                </a:lnTo>
                <a:cubicBezTo>
                  <a:pt x="231" y="160"/>
                  <a:pt x="239" y="164"/>
                  <a:pt x="247" y="168"/>
                </a:cubicBezTo>
                <a:cubicBezTo>
                  <a:pt x="253" y="160"/>
                  <a:pt x="259" y="152"/>
                  <a:pt x="267" y="144"/>
                </a:cubicBezTo>
              </a:path>
            </a:pathLst>
          </a:custGeom>
          <a:solidFill>
            <a:srgbClr val="01229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80" name="path 1280"/>
          <p:cNvSpPr/>
          <p:nvPr/>
        </p:nvSpPr>
        <p:spPr>
          <a:xfrm>
            <a:off x="907427" y="4683125"/>
            <a:ext cx="231698" cy="230758"/>
          </a:xfrm>
          <a:custGeom>
            <a:avLst/>
            <a:gdLst/>
            <a:ahLst/>
            <a:cxnLst/>
            <a:rect l="0" t="0" r="0" b="0"/>
            <a:pathLst>
              <a:path w="364" h="363">
                <a:moveTo>
                  <a:pt x="57" y="0"/>
                </a:moveTo>
                <a:cubicBezTo>
                  <a:pt x="59" y="0"/>
                  <a:pt x="61" y="0"/>
                  <a:pt x="62" y="0"/>
                </a:cubicBezTo>
                <a:cubicBezTo>
                  <a:pt x="140" y="0"/>
                  <a:pt x="218" y="0"/>
                  <a:pt x="297" y="0"/>
                </a:cubicBezTo>
                <a:cubicBezTo>
                  <a:pt x="302" y="0"/>
                  <a:pt x="308" y="2"/>
                  <a:pt x="312" y="5"/>
                </a:cubicBezTo>
                <a:cubicBezTo>
                  <a:pt x="318" y="10"/>
                  <a:pt x="321" y="18"/>
                  <a:pt x="321" y="25"/>
                </a:cubicBezTo>
                <a:cubicBezTo>
                  <a:pt x="321" y="37"/>
                  <a:pt x="321" y="49"/>
                  <a:pt x="321" y="61"/>
                </a:cubicBezTo>
                <a:cubicBezTo>
                  <a:pt x="321" y="71"/>
                  <a:pt x="316" y="80"/>
                  <a:pt x="308" y="84"/>
                </a:cubicBezTo>
                <a:cubicBezTo>
                  <a:pt x="304" y="86"/>
                  <a:pt x="301" y="87"/>
                  <a:pt x="297" y="87"/>
                </a:cubicBezTo>
                <a:cubicBezTo>
                  <a:pt x="220" y="87"/>
                  <a:pt x="143" y="87"/>
                  <a:pt x="66" y="87"/>
                </a:cubicBezTo>
                <a:cubicBezTo>
                  <a:pt x="63" y="87"/>
                  <a:pt x="60" y="87"/>
                  <a:pt x="58" y="87"/>
                </a:cubicBezTo>
                <a:cubicBezTo>
                  <a:pt x="51" y="86"/>
                  <a:pt x="46" y="82"/>
                  <a:pt x="42" y="77"/>
                </a:cubicBezTo>
                <a:cubicBezTo>
                  <a:pt x="39" y="72"/>
                  <a:pt x="37" y="66"/>
                  <a:pt x="37" y="61"/>
                </a:cubicBezTo>
                <a:lnTo>
                  <a:pt x="37" y="26"/>
                </a:lnTo>
                <a:cubicBezTo>
                  <a:pt x="37" y="20"/>
                  <a:pt x="39" y="15"/>
                  <a:pt x="42" y="10"/>
                </a:cubicBezTo>
                <a:cubicBezTo>
                  <a:pt x="45" y="5"/>
                  <a:pt x="51" y="1"/>
                  <a:pt x="57" y="0"/>
                </a:cubicBezTo>
                <a:moveTo>
                  <a:pt x="69" y="34"/>
                </a:moveTo>
                <a:cubicBezTo>
                  <a:pt x="65" y="35"/>
                  <a:pt x="63" y="38"/>
                  <a:pt x="63" y="42"/>
                </a:cubicBezTo>
                <a:cubicBezTo>
                  <a:pt x="62" y="44"/>
                  <a:pt x="62" y="46"/>
                  <a:pt x="64" y="48"/>
                </a:cubicBezTo>
                <a:cubicBezTo>
                  <a:pt x="65" y="51"/>
                  <a:pt x="68" y="53"/>
                  <a:pt x="71" y="53"/>
                </a:cubicBezTo>
                <a:cubicBezTo>
                  <a:pt x="90" y="53"/>
                  <a:pt x="110" y="53"/>
                  <a:pt x="129" y="53"/>
                </a:cubicBezTo>
                <a:cubicBezTo>
                  <a:pt x="133" y="53"/>
                  <a:pt x="136" y="50"/>
                  <a:pt x="137" y="46"/>
                </a:cubicBezTo>
                <a:cubicBezTo>
                  <a:pt x="137" y="43"/>
                  <a:pt x="137" y="41"/>
                  <a:pt x="136" y="38"/>
                </a:cubicBezTo>
                <a:cubicBezTo>
                  <a:pt x="135" y="36"/>
                  <a:pt x="132" y="34"/>
                  <a:pt x="129" y="34"/>
                </a:cubicBezTo>
                <a:cubicBezTo>
                  <a:pt x="110" y="34"/>
                  <a:pt x="91" y="34"/>
                  <a:pt x="73" y="34"/>
                </a:cubicBezTo>
                <a:cubicBezTo>
                  <a:pt x="71" y="34"/>
                  <a:pt x="70" y="34"/>
                  <a:pt x="69" y="34"/>
                </a:cubicBezTo>
                <a:moveTo>
                  <a:pt x="57" y="101"/>
                </a:moveTo>
                <a:cubicBezTo>
                  <a:pt x="59" y="101"/>
                  <a:pt x="60" y="101"/>
                  <a:pt x="61" y="101"/>
                </a:cubicBezTo>
                <a:cubicBezTo>
                  <a:pt x="140" y="101"/>
                  <a:pt x="218" y="101"/>
                  <a:pt x="297" y="101"/>
                </a:cubicBezTo>
                <a:cubicBezTo>
                  <a:pt x="303" y="101"/>
                  <a:pt x="310" y="103"/>
                  <a:pt x="314" y="108"/>
                </a:cubicBezTo>
                <a:cubicBezTo>
                  <a:pt x="319" y="113"/>
                  <a:pt x="321" y="120"/>
                  <a:pt x="321" y="126"/>
                </a:cubicBezTo>
                <a:cubicBezTo>
                  <a:pt x="321" y="138"/>
                  <a:pt x="321" y="150"/>
                  <a:pt x="321" y="162"/>
                </a:cubicBezTo>
                <a:cubicBezTo>
                  <a:pt x="321" y="169"/>
                  <a:pt x="318" y="177"/>
                  <a:pt x="313" y="181"/>
                </a:cubicBezTo>
                <a:cubicBezTo>
                  <a:pt x="309" y="186"/>
                  <a:pt x="303" y="188"/>
                  <a:pt x="297" y="188"/>
                </a:cubicBezTo>
                <a:cubicBezTo>
                  <a:pt x="218" y="188"/>
                  <a:pt x="140" y="188"/>
                  <a:pt x="62" y="188"/>
                </a:cubicBezTo>
                <a:cubicBezTo>
                  <a:pt x="56" y="188"/>
                  <a:pt x="51" y="186"/>
                  <a:pt x="46" y="182"/>
                </a:cubicBezTo>
                <a:cubicBezTo>
                  <a:pt x="41" y="178"/>
                  <a:pt x="37" y="170"/>
                  <a:pt x="37" y="162"/>
                </a:cubicBezTo>
                <a:cubicBezTo>
                  <a:pt x="37" y="150"/>
                  <a:pt x="37" y="138"/>
                  <a:pt x="37" y="127"/>
                </a:cubicBezTo>
                <a:cubicBezTo>
                  <a:pt x="37" y="121"/>
                  <a:pt x="39" y="115"/>
                  <a:pt x="43" y="110"/>
                </a:cubicBezTo>
                <a:cubicBezTo>
                  <a:pt x="46" y="105"/>
                  <a:pt x="52" y="102"/>
                  <a:pt x="57" y="101"/>
                </a:cubicBezTo>
                <a:moveTo>
                  <a:pt x="70" y="135"/>
                </a:moveTo>
                <a:cubicBezTo>
                  <a:pt x="66" y="135"/>
                  <a:pt x="63" y="138"/>
                  <a:pt x="63" y="142"/>
                </a:cubicBezTo>
                <a:cubicBezTo>
                  <a:pt x="62" y="144"/>
                  <a:pt x="62" y="147"/>
                  <a:pt x="64" y="149"/>
                </a:cubicBezTo>
                <a:cubicBezTo>
                  <a:pt x="65" y="152"/>
                  <a:pt x="68" y="153"/>
                  <a:pt x="71" y="153"/>
                </a:cubicBezTo>
                <a:cubicBezTo>
                  <a:pt x="90" y="153"/>
                  <a:pt x="110" y="153"/>
                  <a:pt x="129" y="153"/>
                </a:cubicBezTo>
                <a:cubicBezTo>
                  <a:pt x="133" y="153"/>
                  <a:pt x="136" y="151"/>
                  <a:pt x="137" y="147"/>
                </a:cubicBezTo>
                <a:cubicBezTo>
                  <a:pt x="137" y="144"/>
                  <a:pt x="137" y="141"/>
                  <a:pt x="136" y="138"/>
                </a:cubicBezTo>
                <a:cubicBezTo>
                  <a:pt x="134" y="136"/>
                  <a:pt x="131" y="135"/>
                  <a:pt x="129" y="135"/>
                </a:cubicBezTo>
                <a:cubicBezTo>
                  <a:pt x="109" y="135"/>
                  <a:pt x="89" y="135"/>
                  <a:pt x="70" y="135"/>
                </a:cubicBezTo>
                <a:moveTo>
                  <a:pt x="300" y="210"/>
                </a:moveTo>
                <a:cubicBezTo>
                  <a:pt x="306" y="206"/>
                  <a:pt x="312" y="203"/>
                  <a:pt x="319" y="203"/>
                </a:cubicBezTo>
                <a:cubicBezTo>
                  <a:pt x="325" y="203"/>
                  <a:pt x="332" y="205"/>
                  <a:pt x="337" y="209"/>
                </a:cubicBezTo>
                <a:cubicBezTo>
                  <a:pt x="346" y="215"/>
                  <a:pt x="353" y="225"/>
                  <a:pt x="359" y="234"/>
                </a:cubicBezTo>
                <a:cubicBezTo>
                  <a:pt x="363" y="240"/>
                  <a:pt x="364" y="247"/>
                  <a:pt x="363" y="253"/>
                </a:cubicBezTo>
                <a:cubicBezTo>
                  <a:pt x="362" y="257"/>
                  <a:pt x="359" y="260"/>
                  <a:pt x="358" y="263"/>
                </a:cubicBezTo>
                <a:cubicBezTo>
                  <a:pt x="351" y="275"/>
                  <a:pt x="345" y="286"/>
                  <a:pt x="338" y="297"/>
                </a:cubicBezTo>
                <a:cubicBezTo>
                  <a:pt x="326" y="315"/>
                  <a:pt x="312" y="332"/>
                  <a:pt x="294" y="344"/>
                </a:cubicBezTo>
                <a:cubicBezTo>
                  <a:pt x="278" y="354"/>
                  <a:pt x="260" y="360"/>
                  <a:pt x="242" y="362"/>
                </a:cubicBezTo>
                <a:cubicBezTo>
                  <a:pt x="234" y="363"/>
                  <a:pt x="225" y="363"/>
                  <a:pt x="217" y="362"/>
                </a:cubicBezTo>
                <a:cubicBezTo>
                  <a:pt x="176" y="362"/>
                  <a:pt x="135" y="362"/>
                  <a:pt x="94" y="363"/>
                </a:cubicBezTo>
                <a:cubicBezTo>
                  <a:pt x="90" y="363"/>
                  <a:pt x="85" y="363"/>
                  <a:pt x="82" y="361"/>
                </a:cubicBezTo>
                <a:cubicBezTo>
                  <a:pt x="79" y="359"/>
                  <a:pt x="77" y="356"/>
                  <a:pt x="77" y="353"/>
                </a:cubicBezTo>
                <a:cubicBezTo>
                  <a:pt x="76" y="350"/>
                  <a:pt x="76" y="346"/>
                  <a:pt x="76" y="343"/>
                </a:cubicBezTo>
                <a:cubicBezTo>
                  <a:pt x="77" y="306"/>
                  <a:pt x="76" y="270"/>
                  <a:pt x="76" y="233"/>
                </a:cubicBezTo>
                <a:cubicBezTo>
                  <a:pt x="76" y="229"/>
                  <a:pt x="76" y="224"/>
                  <a:pt x="79" y="220"/>
                </a:cubicBezTo>
                <a:cubicBezTo>
                  <a:pt x="82" y="217"/>
                  <a:pt x="87" y="217"/>
                  <a:pt x="91" y="217"/>
                </a:cubicBezTo>
                <a:cubicBezTo>
                  <a:pt x="122" y="217"/>
                  <a:pt x="154" y="217"/>
                  <a:pt x="185" y="217"/>
                </a:cubicBezTo>
                <a:cubicBezTo>
                  <a:pt x="195" y="217"/>
                  <a:pt x="205" y="217"/>
                  <a:pt x="216" y="217"/>
                </a:cubicBezTo>
                <a:cubicBezTo>
                  <a:pt x="223" y="218"/>
                  <a:pt x="231" y="219"/>
                  <a:pt x="238" y="223"/>
                </a:cubicBezTo>
                <a:cubicBezTo>
                  <a:pt x="243" y="227"/>
                  <a:pt x="247" y="232"/>
                  <a:pt x="250" y="238"/>
                </a:cubicBezTo>
                <a:cubicBezTo>
                  <a:pt x="255" y="246"/>
                  <a:pt x="257" y="255"/>
                  <a:pt x="260" y="264"/>
                </a:cubicBezTo>
                <a:cubicBezTo>
                  <a:pt x="264" y="258"/>
                  <a:pt x="269" y="251"/>
                  <a:pt x="274" y="244"/>
                </a:cubicBezTo>
                <a:cubicBezTo>
                  <a:pt x="277" y="239"/>
                  <a:pt x="280" y="233"/>
                  <a:pt x="284" y="228"/>
                </a:cubicBezTo>
                <a:cubicBezTo>
                  <a:pt x="288" y="221"/>
                  <a:pt x="294" y="215"/>
                  <a:pt x="300" y="210"/>
                </a:cubicBezTo>
                <a:moveTo>
                  <a:pt x="110" y="245"/>
                </a:moveTo>
                <a:cubicBezTo>
                  <a:pt x="110" y="260"/>
                  <a:pt x="110" y="275"/>
                  <a:pt x="110" y="291"/>
                </a:cubicBezTo>
                <a:cubicBezTo>
                  <a:pt x="143" y="291"/>
                  <a:pt x="176" y="291"/>
                  <a:pt x="209" y="291"/>
                </a:cubicBezTo>
                <a:cubicBezTo>
                  <a:pt x="213" y="291"/>
                  <a:pt x="216" y="290"/>
                  <a:pt x="219" y="289"/>
                </a:cubicBezTo>
                <a:cubicBezTo>
                  <a:pt x="222" y="287"/>
                  <a:pt x="224" y="284"/>
                  <a:pt x="225" y="281"/>
                </a:cubicBezTo>
                <a:cubicBezTo>
                  <a:pt x="227" y="275"/>
                  <a:pt x="226" y="268"/>
                  <a:pt x="224" y="262"/>
                </a:cubicBezTo>
                <a:cubicBezTo>
                  <a:pt x="223" y="256"/>
                  <a:pt x="219" y="249"/>
                  <a:pt x="213" y="246"/>
                </a:cubicBezTo>
                <a:cubicBezTo>
                  <a:pt x="210" y="245"/>
                  <a:pt x="207" y="245"/>
                  <a:pt x="203" y="245"/>
                </a:cubicBezTo>
                <a:lnTo>
                  <a:pt x="110" y="245"/>
                </a:lnTo>
                <a:close/>
                <a:moveTo>
                  <a:pt x="11" y="219"/>
                </a:moveTo>
                <a:cubicBezTo>
                  <a:pt x="14" y="218"/>
                  <a:pt x="16" y="218"/>
                  <a:pt x="18" y="218"/>
                </a:cubicBezTo>
                <a:cubicBezTo>
                  <a:pt x="29" y="218"/>
                  <a:pt x="39" y="218"/>
                  <a:pt x="49" y="218"/>
                </a:cubicBezTo>
                <a:cubicBezTo>
                  <a:pt x="53" y="218"/>
                  <a:pt x="57" y="220"/>
                  <a:pt x="60" y="222"/>
                </a:cubicBezTo>
                <a:cubicBezTo>
                  <a:pt x="63" y="226"/>
                  <a:pt x="66" y="231"/>
                  <a:pt x="65" y="236"/>
                </a:cubicBezTo>
                <a:cubicBezTo>
                  <a:pt x="65" y="272"/>
                  <a:pt x="65" y="309"/>
                  <a:pt x="65" y="346"/>
                </a:cubicBezTo>
                <a:cubicBezTo>
                  <a:pt x="66" y="350"/>
                  <a:pt x="64" y="355"/>
                  <a:pt x="60" y="358"/>
                </a:cubicBezTo>
                <a:cubicBezTo>
                  <a:pt x="57" y="361"/>
                  <a:pt x="53" y="363"/>
                  <a:pt x="49" y="363"/>
                </a:cubicBezTo>
                <a:cubicBezTo>
                  <a:pt x="38" y="363"/>
                  <a:pt x="27" y="363"/>
                  <a:pt x="16" y="363"/>
                </a:cubicBezTo>
                <a:cubicBezTo>
                  <a:pt x="10" y="363"/>
                  <a:pt x="4" y="359"/>
                  <a:pt x="2" y="354"/>
                </a:cubicBezTo>
                <a:cubicBezTo>
                  <a:pt x="0" y="351"/>
                  <a:pt x="0" y="348"/>
                  <a:pt x="0" y="344"/>
                </a:cubicBezTo>
                <a:lnTo>
                  <a:pt x="0" y="238"/>
                </a:lnTo>
                <a:cubicBezTo>
                  <a:pt x="0" y="236"/>
                  <a:pt x="0" y="233"/>
                  <a:pt x="0" y="230"/>
                </a:cubicBezTo>
                <a:cubicBezTo>
                  <a:pt x="2" y="225"/>
                  <a:pt x="6" y="221"/>
                  <a:pt x="11" y="219"/>
                </a:cubicBezTo>
                <a:moveTo>
                  <a:pt x="31" y="245"/>
                </a:moveTo>
                <a:cubicBezTo>
                  <a:pt x="28" y="246"/>
                  <a:pt x="25" y="249"/>
                  <a:pt x="24" y="252"/>
                </a:cubicBezTo>
                <a:cubicBezTo>
                  <a:pt x="24" y="256"/>
                  <a:pt x="25" y="259"/>
                  <a:pt x="28" y="261"/>
                </a:cubicBezTo>
                <a:cubicBezTo>
                  <a:pt x="30" y="263"/>
                  <a:pt x="34" y="264"/>
                  <a:pt x="36" y="262"/>
                </a:cubicBezTo>
                <a:cubicBezTo>
                  <a:pt x="39" y="261"/>
                  <a:pt x="41" y="258"/>
                  <a:pt x="41" y="255"/>
                </a:cubicBezTo>
                <a:cubicBezTo>
                  <a:pt x="41" y="252"/>
                  <a:pt x="40" y="249"/>
                  <a:pt x="38" y="247"/>
                </a:cubicBezTo>
                <a:cubicBezTo>
                  <a:pt x="36" y="245"/>
                  <a:pt x="33" y="245"/>
                  <a:pt x="31" y="245"/>
                </a:cubicBezTo>
              </a:path>
            </a:pathLst>
          </a:custGeom>
          <a:solidFill>
            <a:srgbClr val="01229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2" name="Picture 4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3783" y="98425"/>
            <a:ext cx="775970" cy="836930"/>
          </a:xfrm>
          <a:prstGeom prst="rect">
            <a:avLst/>
          </a:prstGeom>
        </p:spPr>
      </p:pic>
      <p:sp>
        <p:nvSpPr>
          <p:cNvPr id="320" name="矩形 319"/>
          <p:cNvSpPr>
            <a:spLocks noChangeArrowheads="1"/>
          </p:cNvSpPr>
          <p:nvPr/>
        </p:nvSpPr>
        <p:spPr bwMode="auto">
          <a:xfrm>
            <a:off x="0" y="174625"/>
            <a:ext cx="376555" cy="5238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1905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+mn-lt"/>
            </a:endParaRPr>
          </a:p>
        </p:txBody>
      </p:sp>
      <p:sp>
        <p:nvSpPr>
          <p:cNvPr id="321" name="矩形 320"/>
          <p:cNvSpPr>
            <a:spLocks noChangeArrowheads="1"/>
          </p:cNvSpPr>
          <p:nvPr/>
        </p:nvSpPr>
        <p:spPr bwMode="auto">
          <a:xfrm>
            <a:off x="408940" y="174625"/>
            <a:ext cx="140970" cy="5238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1905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+mn-l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rect 440"/>
          <p:cNvSpPr/>
          <p:nvPr/>
        </p:nvSpPr>
        <p:spPr>
          <a:xfrm>
            <a:off x="0" y="0"/>
            <a:ext cx="12192000" cy="6857998"/>
          </a:xfrm>
          <a:prstGeom prst="rect">
            <a:avLst/>
          </a:prstGeom>
          <a:solidFill>
            <a:srgbClr val="E1EAE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442" name="picture 44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91" y="-40669"/>
            <a:ext cx="12191872" cy="6856728"/>
          </a:xfrm>
          <a:prstGeom prst="rect">
            <a:avLst/>
          </a:prstGeom>
        </p:spPr>
      </p:pic>
      <p:grpSp>
        <p:nvGrpSpPr>
          <p:cNvPr id="36" name="group 36"/>
          <p:cNvGrpSpPr/>
          <p:nvPr>
            <p:custDataLst>
              <p:tags r:id="rId2"/>
            </p:custDataLst>
          </p:nvPr>
        </p:nvGrpSpPr>
        <p:grpSpPr>
          <a:xfrm rot="21600000">
            <a:off x="4778375" y="1475105"/>
            <a:ext cx="1941830" cy="2403475"/>
            <a:chOff x="0" y="0"/>
            <a:chExt cx="1943480" cy="4655819"/>
          </a:xfrm>
        </p:grpSpPr>
        <p:pic>
          <p:nvPicPr>
            <p:cNvPr id="444" name="picture 444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1943480" cy="4655819"/>
            </a:xfrm>
            <a:prstGeom prst="rect">
              <a:avLst/>
            </a:prstGeom>
          </p:spPr>
        </p:pic>
        <p:pic>
          <p:nvPicPr>
            <p:cNvPr id="446" name="picture 446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6"/>
            <a:stretch>
              <a:fillRect/>
            </a:stretch>
          </p:blipFill>
          <p:spPr>
            <a:xfrm rot="21600000">
              <a:off x="0" y="0"/>
              <a:ext cx="1943099" cy="1796669"/>
            </a:xfrm>
            <a:prstGeom prst="rect">
              <a:avLst/>
            </a:prstGeom>
          </p:spPr>
        </p:pic>
      </p:grpSp>
      <p:grpSp>
        <p:nvGrpSpPr>
          <p:cNvPr id="38" name="group 38"/>
          <p:cNvGrpSpPr/>
          <p:nvPr>
            <p:custDataLst>
              <p:tags r:id="rId7"/>
            </p:custDataLst>
          </p:nvPr>
        </p:nvGrpSpPr>
        <p:grpSpPr>
          <a:xfrm rot="21600000">
            <a:off x="2606040" y="1475105"/>
            <a:ext cx="1941830" cy="2403475"/>
            <a:chOff x="0" y="0"/>
            <a:chExt cx="1943480" cy="4655819"/>
          </a:xfrm>
        </p:grpSpPr>
        <p:pic>
          <p:nvPicPr>
            <p:cNvPr id="450" name="picture 450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 rot="21600000">
              <a:off x="0" y="0"/>
              <a:ext cx="1943480" cy="4655819"/>
            </a:xfrm>
            <a:prstGeom prst="rect">
              <a:avLst/>
            </a:prstGeom>
          </p:spPr>
        </p:pic>
        <p:pic>
          <p:nvPicPr>
            <p:cNvPr id="452" name="picture 452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 rot="21600000">
              <a:off x="0" y="0"/>
              <a:ext cx="1943100" cy="1796669"/>
            </a:xfrm>
            <a:prstGeom prst="rect">
              <a:avLst/>
            </a:prstGeom>
          </p:spPr>
        </p:pic>
      </p:grpSp>
      <p:grpSp>
        <p:nvGrpSpPr>
          <p:cNvPr id="40" name="group 40"/>
          <p:cNvGrpSpPr/>
          <p:nvPr>
            <p:custDataLst>
              <p:tags r:id="rId12"/>
            </p:custDataLst>
          </p:nvPr>
        </p:nvGrpSpPr>
        <p:grpSpPr>
          <a:xfrm rot="21600000">
            <a:off x="443204" y="1475105"/>
            <a:ext cx="1941221" cy="2403475"/>
            <a:chOff x="0" y="0"/>
            <a:chExt cx="1943417" cy="4655819"/>
          </a:xfrm>
        </p:grpSpPr>
        <p:pic>
          <p:nvPicPr>
            <p:cNvPr id="456" name="picture 456"/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14"/>
            <a:stretch>
              <a:fillRect/>
            </a:stretch>
          </p:blipFill>
          <p:spPr>
            <a:xfrm rot="21600000">
              <a:off x="0" y="0"/>
              <a:ext cx="1943417" cy="4655819"/>
            </a:xfrm>
            <a:prstGeom prst="rect">
              <a:avLst/>
            </a:prstGeom>
          </p:spPr>
        </p:pic>
        <p:pic>
          <p:nvPicPr>
            <p:cNvPr id="458" name="picture 458"/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16"/>
            <a:stretch>
              <a:fillRect/>
            </a:stretch>
          </p:blipFill>
          <p:spPr>
            <a:xfrm rot="21600000">
              <a:off x="0" y="0"/>
              <a:ext cx="1943100" cy="1796669"/>
            </a:xfrm>
            <a:prstGeom prst="rect">
              <a:avLst/>
            </a:prstGeom>
          </p:spPr>
        </p:pic>
      </p:grpSp>
      <p:sp>
        <p:nvSpPr>
          <p:cNvPr id="466" name="textbox 466"/>
          <p:cNvSpPr/>
          <p:nvPr/>
        </p:nvSpPr>
        <p:spPr>
          <a:xfrm>
            <a:off x="712470" y="174625"/>
            <a:ext cx="8454390" cy="5238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08000"/>
              </a:lnSpc>
            </a:pPr>
            <a:r>
              <a:rPr sz="2700" b="1" kern="0" spc="30" dirty="0">
                <a:solidFill>
                  <a:srgbClr val="18181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企业核心价值观</a:t>
            </a:r>
            <a:r>
              <a:rPr lang="en-US" sz="2700" b="1" kern="0" spc="30" dirty="0">
                <a:solidFill>
                  <a:srgbClr val="18181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000" kern="0" spc="1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CORPORATE</a:t>
            </a:r>
            <a:r>
              <a:rPr sz="2000" kern="0" spc="-1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000" kern="0" spc="1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CORE</a:t>
            </a:r>
            <a:r>
              <a:rPr sz="2000" kern="0" spc="1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000" kern="0" spc="1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VALUES</a:t>
            </a:r>
            <a:endParaRPr sz="2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68" name="textbox 468"/>
          <p:cNvSpPr/>
          <p:nvPr/>
        </p:nvSpPr>
        <p:spPr>
          <a:xfrm>
            <a:off x="7516495" y="2788285"/>
            <a:ext cx="4321175" cy="12712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5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50000"/>
              </a:lnSpc>
            </a:pPr>
            <a:r>
              <a:rPr lang="zh-CN" altLang="en-US" sz="15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秉持</a:t>
            </a:r>
            <a:r>
              <a:rPr lang="en-US" altLang="zh-CN" sz="15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“</a:t>
            </a:r>
            <a:r>
              <a:rPr lang="zh-CN" altLang="en-US" sz="15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尚为人品、益于他人</a:t>
            </a:r>
            <a:r>
              <a:rPr lang="en-US" altLang="zh-CN" sz="15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 </a:t>
            </a:r>
            <a:r>
              <a:rPr lang="zh-CN" altLang="en-US" sz="15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的核心价值观，坚守</a:t>
            </a:r>
            <a:r>
              <a:rPr lang="en-US" altLang="zh-CN" sz="15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“</a:t>
            </a:r>
            <a:r>
              <a:rPr lang="zh-CN" altLang="en-US" sz="15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客户第一、携手共赢</a:t>
            </a:r>
            <a:r>
              <a:rPr lang="en-US" altLang="zh-CN" sz="15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 </a:t>
            </a:r>
            <a:r>
              <a:rPr lang="zh-CN" altLang="en-US" sz="15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的经营理念，成为全国外贸企业出海的可靠伙伴。</a:t>
            </a:r>
            <a:endParaRPr lang="zh-CN" altLang="en-US" sz="1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0" name="textbox 470"/>
          <p:cNvSpPr/>
          <p:nvPr/>
        </p:nvSpPr>
        <p:spPr>
          <a:xfrm>
            <a:off x="7516234" y="1661845"/>
            <a:ext cx="2517775" cy="5467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3900" b="1" kern="0" spc="20" dirty="0">
                <a:solidFill>
                  <a:srgbClr val="0122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核心价值观</a:t>
            </a:r>
            <a:endParaRPr sz="3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2" name="path 472"/>
          <p:cNvSpPr/>
          <p:nvPr/>
        </p:nvSpPr>
        <p:spPr>
          <a:xfrm>
            <a:off x="7565390" y="2498597"/>
            <a:ext cx="3954779" cy="12700"/>
          </a:xfrm>
          <a:custGeom>
            <a:avLst/>
            <a:gdLst/>
            <a:ahLst/>
            <a:cxnLst/>
            <a:rect l="0" t="0" r="0" b="0"/>
            <a:pathLst>
              <a:path w="6227" h="20">
                <a:moveTo>
                  <a:pt x="0" y="10"/>
                </a:moveTo>
                <a:lnTo>
                  <a:pt x="6227" y="10"/>
                </a:lnTo>
              </a:path>
            </a:pathLst>
          </a:custGeom>
          <a:noFill/>
          <a:ln w="12700" cap="flat">
            <a:solidFill>
              <a:srgbClr val="012296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262" name="textbox 3262"/>
          <p:cNvSpPr/>
          <p:nvPr>
            <p:custDataLst>
              <p:tags r:id="rId17"/>
            </p:custDataLst>
          </p:nvPr>
        </p:nvSpPr>
        <p:spPr>
          <a:xfrm>
            <a:off x="607695" y="2511425"/>
            <a:ext cx="1673225" cy="12357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181735" algn="l" rtl="0" eaLnBrk="0">
              <a:lnSpc>
                <a:spcPct val="89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21590" algn="l" rtl="0" eaLnBrk="0">
              <a:lnSpc>
                <a:spcPct val="128000"/>
              </a:lnSpc>
              <a:spcBef>
                <a:spcPts val="0"/>
              </a:spcBef>
              <a:tabLst>
                <a:tab pos="182245" algn="l"/>
              </a:tabLst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深耕需求、洞悉痛点，当日响应诉求；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indent="21590" algn="l" rtl="0" eaLnBrk="0">
              <a:lnSpc>
                <a:spcPct val="128000"/>
              </a:lnSpc>
              <a:spcBef>
                <a:spcPts val="0"/>
              </a:spcBef>
              <a:tabLst>
                <a:tab pos="182245" algn="l"/>
              </a:tabLst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引领价值升级，严守客户利益底线，以诚信专业筑牢合作根基。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3262"/>
          <p:cNvSpPr/>
          <p:nvPr>
            <p:custDataLst>
              <p:tags r:id="rId18"/>
            </p:custDataLst>
          </p:nvPr>
        </p:nvSpPr>
        <p:spPr>
          <a:xfrm>
            <a:off x="577215" y="1466850"/>
            <a:ext cx="1673225" cy="889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ctr" rtl="0" eaLnBrk="0">
              <a:lnSpc>
                <a:spcPct val="78000"/>
              </a:lnSpc>
            </a:pPr>
            <a:endParaRPr lang="zh-CN" altLang="en-US" sz="16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 rtl="0" eaLnBrk="0">
              <a:lnSpc>
                <a:spcPct val="78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客户第一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 rtl="0" eaLnBrk="0">
              <a:lnSpc>
                <a:spcPct val="78000"/>
              </a:lnSpc>
            </a:pPr>
            <a:endParaRPr lang="zh-CN" altLang="en-US" sz="16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 rtl="0" eaLnBrk="0">
              <a:lnSpc>
                <a:spcPct val="78000"/>
              </a:lnSpc>
            </a:pPr>
            <a:r>
              <a:rPr lang="en-US" altLang="zh-CN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Customer First</a:t>
            </a:r>
            <a:endParaRPr lang="en-US" altLang="zh-CN" sz="16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box 3262"/>
          <p:cNvSpPr/>
          <p:nvPr>
            <p:custDataLst>
              <p:tags r:id="rId19"/>
            </p:custDataLst>
          </p:nvPr>
        </p:nvSpPr>
        <p:spPr>
          <a:xfrm>
            <a:off x="2745105" y="1466850"/>
            <a:ext cx="1673225" cy="889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ctr" rtl="0" eaLnBrk="0">
              <a:lnSpc>
                <a:spcPct val="78000"/>
              </a:lnSpc>
            </a:pPr>
            <a:endParaRPr lang="zh-CN" altLang="en-US" sz="16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 rtl="0" eaLnBrk="0">
              <a:lnSpc>
                <a:spcPct val="78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激情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 rtl="0" eaLnBrk="0">
              <a:lnSpc>
                <a:spcPct val="78000"/>
              </a:lnSpc>
            </a:pPr>
            <a:endParaRPr lang="zh-CN" altLang="en-US" sz="16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 rtl="0" eaLnBrk="0">
              <a:lnSpc>
                <a:spcPct val="78000"/>
              </a:lnSpc>
            </a:pPr>
            <a:r>
              <a:rPr lang="en-US" altLang="zh-CN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passion</a:t>
            </a:r>
            <a:endParaRPr lang="en-US" altLang="zh-CN" sz="16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3262"/>
          <p:cNvSpPr/>
          <p:nvPr>
            <p:custDataLst>
              <p:tags r:id="rId20"/>
            </p:custDataLst>
          </p:nvPr>
        </p:nvSpPr>
        <p:spPr>
          <a:xfrm>
            <a:off x="4912995" y="1466850"/>
            <a:ext cx="1673225" cy="889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ctr" rtl="0" eaLnBrk="0">
              <a:lnSpc>
                <a:spcPct val="78000"/>
              </a:lnSpc>
            </a:pPr>
            <a:endParaRPr lang="zh-CN" altLang="en-US" sz="16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 rtl="0" eaLnBrk="0">
              <a:lnSpc>
                <a:spcPct val="78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担当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 rtl="0" eaLnBrk="0">
              <a:lnSpc>
                <a:spcPct val="78000"/>
              </a:lnSpc>
            </a:pPr>
            <a:endParaRPr lang="zh-CN" altLang="en-US" sz="16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 rtl="0" eaLnBrk="0">
              <a:lnSpc>
                <a:spcPct val="78000"/>
              </a:lnSpc>
            </a:pPr>
            <a:r>
              <a:rPr lang="en-US" altLang="zh-CN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Accountability</a:t>
            </a:r>
            <a:endParaRPr lang="en-US" altLang="zh-CN" sz="16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262"/>
          <p:cNvSpPr/>
          <p:nvPr>
            <p:custDataLst>
              <p:tags r:id="rId21"/>
            </p:custDataLst>
          </p:nvPr>
        </p:nvSpPr>
        <p:spPr>
          <a:xfrm>
            <a:off x="2744470" y="2511425"/>
            <a:ext cx="1673225" cy="12357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181735" algn="l" rtl="0" eaLnBrk="0">
              <a:lnSpc>
                <a:spcPct val="89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21590" algn="l" rtl="0" eaLnBrk="0">
              <a:lnSpc>
                <a:spcPct val="128000"/>
              </a:lnSpc>
              <a:spcBef>
                <a:spcPts val="0"/>
              </a:spcBef>
              <a:tabLst>
                <a:tab pos="182245" algn="l"/>
              </a:tabLst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胸怀使命、成就驱动，勇攀更高目标；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indent="21590" algn="l" rtl="0" eaLnBrk="0">
              <a:lnSpc>
                <a:spcPct val="128000"/>
              </a:lnSpc>
              <a:spcBef>
                <a:spcPts val="0"/>
              </a:spcBef>
              <a:tabLst>
                <a:tab pos="182245" algn="l"/>
              </a:tabLst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乐观向上、永不言弃，以热情感召团队、共振企业愿景。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3262"/>
          <p:cNvSpPr/>
          <p:nvPr>
            <p:custDataLst>
              <p:tags r:id="rId22"/>
            </p:custDataLst>
          </p:nvPr>
        </p:nvSpPr>
        <p:spPr>
          <a:xfrm>
            <a:off x="4903470" y="2498725"/>
            <a:ext cx="1673225" cy="12357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181735" algn="l" rtl="0" eaLnBrk="0">
              <a:lnSpc>
                <a:spcPct val="89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21590" algn="l" rtl="0" eaLnBrk="0">
              <a:lnSpc>
                <a:spcPct val="128000"/>
              </a:lnSpc>
              <a:spcBef>
                <a:spcPts val="0"/>
              </a:spcBef>
              <a:tabLst>
                <a:tab pos="182245" algn="l"/>
              </a:tabLst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主动承接任务、对结果负责；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indent="21590" algn="l" rtl="0" eaLnBrk="0">
              <a:lnSpc>
                <a:spcPct val="128000"/>
              </a:lnSpc>
              <a:spcBef>
                <a:spcPts val="0"/>
              </a:spcBef>
              <a:tabLst>
                <a:tab pos="182245" algn="l"/>
              </a:tabLst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乐担额外职责，敏锐识需、建言献策，以实干诠释责任。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7" name="group 40"/>
          <p:cNvGrpSpPr/>
          <p:nvPr>
            <p:custDataLst>
              <p:tags r:id="rId23"/>
            </p:custDataLst>
          </p:nvPr>
        </p:nvGrpSpPr>
        <p:grpSpPr>
          <a:xfrm rot="21600000">
            <a:off x="466699" y="4248785"/>
            <a:ext cx="1941221" cy="2403475"/>
            <a:chOff x="0" y="0"/>
            <a:chExt cx="1943417" cy="4655819"/>
          </a:xfrm>
        </p:grpSpPr>
        <p:pic>
          <p:nvPicPr>
            <p:cNvPr id="8" name="picture 456"/>
            <p:cNvPicPr>
              <a:picLocks noChangeAspect="1"/>
            </p:cNvPicPr>
            <p:nvPr>
              <p:custDataLst>
                <p:tags r:id="rId24"/>
              </p:custDataLst>
            </p:nvPr>
          </p:nvPicPr>
          <p:blipFill>
            <a:blip r:embed="rId14"/>
            <a:stretch>
              <a:fillRect/>
            </a:stretch>
          </p:blipFill>
          <p:spPr>
            <a:xfrm rot="21600000">
              <a:off x="0" y="0"/>
              <a:ext cx="1943417" cy="4655819"/>
            </a:xfrm>
            <a:prstGeom prst="rect">
              <a:avLst/>
            </a:prstGeom>
          </p:spPr>
        </p:pic>
        <p:pic>
          <p:nvPicPr>
            <p:cNvPr id="9" name="picture 458"/>
            <p:cNvPicPr>
              <a:picLocks noChangeAspect="1"/>
            </p:cNvPicPr>
            <p:nvPr>
              <p:custDataLst>
                <p:tags r:id="rId25"/>
              </p:custDataLst>
            </p:nvPr>
          </p:nvPicPr>
          <p:blipFill>
            <a:blip r:embed="rId16"/>
            <a:stretch>
              <a:fillRect/>
            </a:stretch>
          </p:blipFill>
          <p:spPr>
            <a:xfrm rot="21600000">
              <a:off x="0" y="0"/>
              <a:ext cx="1943100" cy="1796669"/>
            </a:xfrm>
            <a:prstGeom prst="rect">
              <a:avLst/>
            </a:prstGeom>
          </p:spPr>
        </p:pic>
      </p:grpSp>
      <p:sp>
        <p:nvSpPr>
          <p:cNvPr id="10" name="textbox 3262"/>
          <p:cNvSpPr/>
          <p:nvPr>
            <p:custDataLst>
              <p:tags r:id="rId26"/>
            </p:custDataLst>
          </p:nvPr>
        </p:nvSpPr>
        <p:spPr>
          <a:xfrm>
            <a:off x="631190" y="5285105"/>
            <a:ext cx="1673225" cy="12357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181735" algn="l" rtl="0" eaLnBrk="0">
              <a:lnSpc>
                <a:spcPct val="89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21590" algn="l" rtl="0" eaLnBrk="0">
              <a:lnSpc>
                <a:spcPct val="128000"/>
              </a:lnSpc>
              <a:spcBef>
                <a:spcPts val="0"/>
              </a:spcBef>
              <a:tabLst>
                <a:tab pos="182245" algn="l"/>
              </a:tabLst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敬畏制度、恪守规章，对言行与承诺负责；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indent="21590" algn="l" rtl="0" eaLnBrk="0">
              <a:lnSpc>
                <a:spcPct val="128000"/>
              </a:lnSpc>
              <a:spcBef>
                <a:spcPts val="0"/>
              </a:spcBef>
              <a:tabLst>
                <a:tab pos="182245" algn="l"/>
              </a:tabLst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全力以赴兑现任务，以诚信立身、以责任践诺。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3262"/>
          <p:cNvSpPr/>
          <p:nvPr>
            <p:custDataLst>
              <p:tags r:id="rId27"/>
            </p:custDataLst>
          </p:nvPr>
        </p:nvSpPr>
        <p:spPr>
          <a:xfrm>
            <a:off x="600710" y="4240530"/>
            <a:ext cx="1673225" cy="889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ctr" rtl="0" eaLnBrk="0">
              <a:lnSpc>
                <a:spcPct val="78000"/>
              </a:lnSpc>
            </a:pPr>
            <a:endParaRPr lang="zh-CN" altLang="en-US" sz="16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 rtl="0" eaLnBrk="0">
              <a:lnSpc>
                <a:spcPct val="78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诚信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 rtl="0" eaLnBrk="0">
              <a:lnSpc>
                <a:spcPct val="78000"/>
              </a:lnSpc>
            </a:pPr>
            <a:endParaRPr lang="zh-CN" altLang="en-US" sz="16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 rtl="0" eaLnBrk="0">
              <a:lnSpc>
                <a:spcPct val="78000"/>
              </a:lnSpc>
            </a:pPr>
            <a:r>
              <a:rPr lang="en-US" altLang="zh-CN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Integrity</a:t>
            </a:r>
            <a:endParaRPr lang="en-US" altLang="zh-CN" sz="16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2" name="group 40"/>
          <p:cNvGrpSpPr/>
          <p:nvPr>
            <p:custDataLst>
              <p:tags r:id="rId28"/>
            </p:custDataLst>
          </p:nvPr>
        </p:nvGrpSpPr>
        <p:grpSpPr>
          <a:xfrm rot="21600000">
            <a:off x="2618079" y="4237990"/>
            <a:ext cx="1941221" cy="2403475"/>
            <a:chOff x="0" y="0"/>
            <a:chExt cx="1943417" cy="4655819"/>
          </a:xfrm>
        </p:grpSpPr>
        <p:pic>
          <p:nvPicPr>
            <p:cNvPr id="13" name="picture 456"/>
            <p:cNvPicPr>
              <a:picLocks noChangeAspect="1"/>
            </p:cNvPicPr>
            <p:nvPr>
              <p:custDataLst>
                <p:tags r:id="rId29"/>
              </p:custDataLst>
            </p:nvPr>
          </p:nvPicPr>
          <p:blipFill>
            <a:blip r:embed="rId14"/>
            <a:stretch>
              <a:fillRect/>
            </a:stretch>
          </p:blipFill>
          <p:spPr>
            <a:xfrm rot="21600000">
              <a:off x="0" y="0"/>
              <a:ext cx="1943417" cy="4655819"/>
            </a:xfrm>
            <a:prstGeom prst="rect">
              <a:avLst/>
            </a:prstGeom>
          </p:spPr>
        </p:pic>
        <p:pic>
          <p:nvPicPr>
            <p:cNvPr id="14" name="picture 458"/>
            <p:cNvPicPr>
              <a:picLocks noChangeAspect="1"/>
            </p:cNvPicPr>
            <p:nvPr>
              <p:custDataLst>
                <p:tags r:id="rId30"/>
              </p:custDataLst>
            </p:nvPr>
          </p:nvPicPr>
          <p:blipFill>
            <a:blip r:embed="rId16"/>
            <a:stretch>
              <a:fillRect/>
            </a:stretch>
          </p:blipFill>
          <p:spPr>
            <a:xfrm rot="21600000">
              <a:off x="0" y="0"/>
              <a:ext cx="1943100" cy="1796669"/>
            </a:xfrm>
            <a:prstGeom prst="rect">
              <a:avLst/>
            </a:prstGeom>
          </p:spPr>
        </p:pic>
      </p:grpSp>
      <p:sp>
        <p:nvSpPr>
          <p:cNvPr id="15" name="textbox 3262"/>
          <p:cNvSpPr/>
          <p:nvPr>
            <p:custDataLst>
              <p:tags r:id="rId31"/>
            </p:custDataLst>
          </p:nvPr>
        </p:nvSpPr>
        <p:spPr>
          <a:xfrm>
            <a:off x="2782570" y="5274310"/>
            <a:ext cx="1673225" cy="12357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181735" algn="l" rtl="0" eaLnBrk="0">
              <a:lnSpc>
                <a:spcPct val="89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21590" algn="l" rtl="0" eaLnBrk="0">
              <a:lnSpc>
                <a:spcPct val="128000"/>
              </a:lnSpc>
              <a:spcBef>
                <a:spcPts val="0"/>
              </a:spcBef>
              <a:tabLst>
                <a:tab pos="182245" algn="l"/>
              </a:tabLst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换位思考他人需求，主动超预期付出，以资源共享、经验赋能助对方增益，凭价值共振实现彼此长期共赢。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3262"/>
          <p:cNvSpPr/>
          <p:nvPr>
            <p:custDataLst>
              <p:tags r:id="rId32"/>
            </p:custDataLst>
          </p:nvPr>
        </p:nvSpPr>
        <p:spPr>
          <a:xfrm>
            <a:off x="2752090" y="4229735"/>
            <a:ext cx="1673225" cy="889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ctr" rtl="0" eaLnBrk="0">
              <a:lnSpc>
                <a:spcPct val="78000"/>
              </a:lnSpc>
            </a:pPr>
            <a:endParaRPr lang="zh-CN" altLang="en-US" sz="16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 rtl="0" eaLnBrk="0">
              <a:lnSpc>
                <a:spcPct val="78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利他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 rtl="0" eaLnBrk="0">
              <a:lnSpc>
                <a:spcPct val="78000"/>
              </a:lnSpc>
            </a:pPr>
            <a:endParaRPr lang="zh-CN" altLang="en-US" sz="16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 rtl="0" eaLnBrk="0">
              <a:lnSpc>
                <a:spcPct val="78000"/>
              </a:lnSpc>
            </a:pPr>
            <a:r>
              <a:rPr lang="en-US" altLang="zh-CN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Altruism</a:t>
            </a:r>
            <a:endParaRPr lang="en-US" altLang="zh-CN" sz="16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7" name="group 40"/>
          <p:cNvGrpSpPr/>
          <p:nvPr>
            <p:custDataLst>
              <p:tags r:id="rId33"/>
            </p:custDataLst>
          </p:nvPr>
        </p:nvGrpSpPr>
        <p:grpSpPr>
          <a:xfrm rot="21600000">
            <a:off x="4769459" y="4248785"/>
            <a:ext cx="1941221" cy="2403475"/>
            <a:chOff x="0" y="0"/>
            <a:chExt cx="1943417" cy="4655819"/>
          </a:xfrm>
        </p:grpSpPr>
        <p:pic>
          <p:nvPicPr>
            <p:cNvPr id="18" name="picture 456"/>
            <p:cNvPicPr>
              <a:picLocks noChangeAspect="1"/>
            </p:cNvPicPr>
            <p:nvPr>
              <p:custDataLst>
                <p:tags r:id="rId34"/>
              </p:custDataLst>
            </p:nvPr>
          </p:nvPicPr>
          <p:blipFill>
            <a:blip r:embed="rId14"/>
            <a:stretch>
              <a:fillRect/>
            </a:stretch>
          </p:blipFill>
          <p:spPr>
            <a:xfrm rot="21600000">
              <a:off x="0" y="0"/>
              <a:ext cx="1943417" cy="4655819"/>
            </a:xfrm>
            <a:prstGeom prst="rect">
              <a:avLst/>
            </a:prstGeom>
          </p:spPr>
        </p:pic>
        <p:pic>
          <p:nvPicPr>
            <p:cNvPr id="19" name="picture 458"/>
            <p:cNvPicPr>
              <a:picLocks noChangeAspect="1"/>
            </p:cNvPicPr>
            <p:nvPr>
              <p:custDataLst>
                <p:tags r:id="rId35"/>
              </p:custDataLst>
            </p:nvPr>
          </p:nvPicPr>
          <p:blipFill>
            <a:blip r:embed="rId16"/>
            <a:stretch>
              <a:fillRect/>
            </a:stretch>
          </p:blipFill>
          <p:spPr>
            <a:xfrm rot="21600000">
              <a:off x="0" y="0"/>
              <a:ext cx="1943100" cy="1796669"/>
            </a:xfrm>
            <a:prstGeom prst="rect">
              <a:avLst/>
            </a:prstGeom>
          </p:spPr>
        </p:pic>
      </p:grpSp>
      <p:sp>
        <p:nvSpPr>
          <p:cNvPr id="20" name="textbox 3262"/>
          <p:cNvSpPr/>
          <p:nvPr>
            <p:custDataLst>
              <p:tags r:id="rId36"/>
            </p:custDataLst>
          </p:nvPr>
        </p:nvSpPr>
        <p:spPr>
          <a:xfrm>
            <a:off x="4933950" y="5285105"/>
            <a:ext cx="1673225" cy="12357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181735" algn="l" rtl="0" eaLnBrk="0">
              <a:lnSpc>
                <a:spcPct val="89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21590" algn="l" rtl="0" eaLnBrk="0">
              <a:lnSpc>
                <a:spcPct val="128000"/>
              </a:lnSpc>
              <a:spcBef>
                <a:spcPts val="0"/>
              </a:spcBef>
              <a:tabLst>
                <a:tab pos="182245" algn="l"/>
              </a:tabLst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深耕专业领域，全流程精细履职，敏锐捕捉趋势、打磨细节，以持续深耕的态度交付超出期待的成果。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3262"/>
          <p:cNvSpPr/>
          <p:nvPr>
            <p:custDataLst>
              <p:tags r:id="rId37"/>
            </p:custDataLst>
          </p:nvPr>
        </p:nvSpPr>
        <p:spPr>
          <a:xfrm>
            <a:off x="4903470" y="4240530"/>
            <a:ext cx="1673225" cy="889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ctr" rtl="0" eaLnBrk="0">
              <a:lnSpc>
                <a:spcPct val="78000"/>
              </a:lnSpc>
            </a:pPr>
            <a:endParaRPr lang="zh-CN" altLang="en-US" sz="16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 rtl="0" eaLnBrk="0">
              <a:lnSpc>
                <a:spcPct val="78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敬业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 rtl="0" eaLnBrk="0">
              <a:lnSpc>
                <a:spcPct val="78000"/>
              </a:lnSpc>
            </a:pPr>
            <a:endParaRPr lang="zh-CN" altLang="en-US" sz="16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 rtl="0" eaLnBrk="0">
              <a:lnSpc>
                <a:spcPct val="78000"/>
              </a:lnSpc>
            </a:pPr>
            <a:r>
              <a:rPr lang="en-US" altLang="zh-CN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Dedication</a:t>
            </a:r>
            <a:endParaRPr lang="en-US" altLang="zh-CN" sz="16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3" name="图片 22" descr="templates\picture_hover\&amp;pky270_sjzg_VCG41N914776000&amp;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7382510" y="3878580"/>
            <a:ext cx="4321175" cy="2885440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1213783" y="98425"/>
            <a:ext cx="775970" cy="836930"/>
          </a:xfrm>
          <a:prstGeom prst="rect">
            <a:avLst/>
          </a:prstGeom>
        </p:spPr>
      </p:pic>
      <p:sp>
        <p:nvSpPr>
          <p:cNvPr id="320" name="矩形 319"/>
          <p:cNvSpPr>
            <a:spLocks noChangeArrowheads="1"/>
          </p:cNvSpPr>
          <p:nvPr/>
        </p:nvSpPr>
        <p:spPr bwMode="auto">
          <a:xfrm>
            <a:off x="0" y="174625"/>
            <a:ext cx="376555" cy="5238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1905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+mn-lt"/>
            </a:endParaRPr>
          </a:p>
        </p:txBody>
      </p:sp>
      <p:sp>
        <p:nvSpPr>
          <p:cNvPr id="321" name="矩形 320"/>
          <p:cNvSpPr>
            <a:spLocks noChangeArrowheads="1"/>
          </p:cNvSpPr>
          <p:nvPr/>
        </p:nvSpPr>
        <p:spPr bwMode="auto">
          <a:xfrm>
            <a:off x="408940" y="174625"/>
            <a:ext cx="140970" cy="5238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1905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+mn-l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rect 790"/>
          <p:cNvSpPr/>
          <p:nvPr/>
        </p:nvSpPr>
        <p:spPr>
          <a:xfrm>
            <a:off x="0" y="0"/>
            <a:ext cx="12192000" cy="6857998"/>
          </a:xfrm>
          <a:prstGeom prst="rect">
            <a:avLst/>
          </a:prstGeom>
          <a:solidFill>
            <a:srgbClr val="E1EAE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792" name="picture 79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2192000" cy="6857996"/>
          </a:xfrm>
          <a:prstGeom prst="rect">
            <a:avLst/>
          </a:prstGeom>
        </p:spPr>
      </p:pic>
      <p:pic>
        <p:nvPicPr>
          <p:cNvPr id="794" name="picture 79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180326" y="2402662"/>
            <a:ext cx="1563623" cy="883081"/>
          </a:xfrm>
          <a:prstGeom prst="rect">
            <a:avLst/>
          </a:prstGeom>
        </p:spPr>
      </p:pic>
      <p:grpSp>
        <p:nvGrpSpPr>
          <p:cNvPr id="76" name="group 76"/>
          <p:cNvGrpSpPr/>
          <p:nvPr/>
        </p:nvGrpSpPr>
        <p:grpSpPr>
          <a:xfrm rot="21600000">
            <a:off x="1055497" y="1370965"/>
            <a:ext cx="10466197" cy="3780789"/>
            <a:chOff x="0" y="0"/>
            <a:chExt cx="10466197" cy="3780789"/>
          </a:xfrm>
        </p:grpSpPr>
        <p:sp>
          <p:nvSpPr>
            <p:cNvPr id="796" name="path 796"/>
            <p:cNvSpPr/>
            <p:nvPr/>
          </p:nvSpPr>
          <p:spPr>
            <a:xfrm>
              <a:off x="0" y="86867"/>
              <a:ext cx="10466197" cy="3693921"/>
            </a:xfrm>
            <a:custGeom>
              <a:avLst/>
              <a:gdLst/>
              <a:ahLst/>
              <a:cxnLst/>
              <a:rect l="0" t="0" r="0" b="0"/>
              <a:pathLst>
                <a:path w="16482" h="5817">
                  <a:moveTo>
                    <a:pt x="947" y="15"/>
                  </a:moveTo>
                  <a:lnTo>
                    <a:pt x="15031" y="15"/>
                  </a:lnTo>
                  <a:cubicBezTo>
                    <a:pt x="15824" y="15"/>
                    <a:pt x="16467" y="657"/>
                    <a:pt x="16467" y="1450"/>
                  </a:cubicBezTo>
                  <a:lnTo>
                    <a:pt x="16467" y="1450"/>
                  </a:lnTo>
                  <a:cubicBezTo>
                    <a:pt x="16467" y="2243"/>
                    <a:pt x="15824" y="2886"/>
                    <a:pt x="15031" y="2886"/>
                  </a:cubicBezTo>
                  <a:lnTo>
                    <a:pt x="1451" y="2886"/>
                  </a:lnTo>
                  <a:cubicBezTo>
                    <a:pt x="657" y="2886"/>
                    <a:pt x="15" y="3529"/>
                    <a:pt x="15" y="4322"/>
                  </a:cubicBezTo>
                  <a:lnTo>
                    <a:pt x="15" y="4366"/>
                  </a:lnTo>
                  <a:cubicBezTo>
                    <a:pt x="15" y="5159"/>
                    <a:pt x="657" y="5802"/>
                    <a:pt x="1450" y="5802"/>
                  </a:cubicBezTo>
                  <a:lnTo>
                    <a:pt x="1451" y="5802"/>
                  </a:lnTo>
                  <a:lnTo>
                    <a:pt x="6522" y="5795"/>
                  </a:lnTo>
                </a:path>
              </a:pathLst>
            </a:custGeom>
            <a:noFill/>
            <a:ln w="19050" cap="flat">
              <a:solidFill>
                <a:srgbClr val="012296"/>
              </a:solidFill>
              <a:prstDash val="dash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798" name="path 798"/>
            <p:cNvSpPr/>
            <p:nvPr/>
          </p:nvSpPr>
          <p:spPr>
            <a:xfrm>
              <a:off x="443483" y="38100"/>
              <a:ext cx="155066" cy="155066"/>
            </a:xfrm>
            <a:custGeom>
              <a:avLst/>
              <a:gdLst/>
              <a:ahLst/>
              <a:cxnLst/>
              <a:rect l="0" t="0" r="0" b="0"/>
              <a:pathLst>
                <a:path w="244" h="244">
                  <a:moveTo>
                    <a:pt x="0" y="122"/>
                  </a:moveTo>
                  <a:cubicBezTo>
                    <a:pt x="0" y="54"/>
                    <a:pt x="54" y="0"/>
                    <a:pt x="122" y="0"/>
                  </a:cubicBezTo>
                  <a:cubicBezTo>
                    <a:pt x="189" y="0"/>
                    <a:pt x="244" y="54"/>
                    <a:pt x="244" y="122"/>
                  </a:cubicBezTo>
                  <a:cubicBezTo>
                    <a:pt x="244" y="189"/>
                    <a:pt x="189" y="244"/>
                    <a:pt x="122" y="244"/>
                  </a:cubicBezTo>
                  <a:cubicBezTo>
                    <a:pt x="54" y="244"/>
                    <a:pt x="0" y="189"/>
                    <a:pt x="0" y="122"/>
                  </a:cubicBezTo>
                </a:path>
              </a:pathLst>
            </a:custGeom>
            <a:solidFill>
              <a:srgbClr val="FFFF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800" name="path 800"/>
            <p:cNvSpPr/>
            <p:nvPr/>
          </p:nvSpPr>
          <p:spPr>
            <a:xfrm>
              <a:off x="405383" y="0"/>
              <a:ext cx="231266" cy="231266"/>
            </a:xfrm>
            <a:custGeom>
              <a:avLst/>
              <a:gdLst/>
              <a:ahLst/>
              <a:cxnLst/>
              <a:rect l="0" t="0" r="0" b="0"/>
              <a:pathLst>
                <a:path w="364" h="364">
                  <a:moveTo>
                    <a:pt x="60" y="182"/>
                  </a:moveTo>
                  <a:cubicBezTo>
                    <a:pt x="60" y="114"/>
                    <a:pt x="114" y="60"/>
                    <a:pt x="182" y="60"/>
                  </a:cubicBezTo>
                  <a:cubicBezTo>
                    <a:pt x="249" y="60"/>
                    <a:pt x="304" y="114"/>
                    <a:pt x="304" y="182"/>
                  </a:cubicBezTo>
                  <a:cubicBezTo>
                    <a:pt x="304" y="249"/>
                    <a:pt x="249" y="304"/>
                    <a:pt x="182" y="304"/>
                  </a:cubicBezTo>
                  <a:cubicBezTo>
                    <a:pt x="114" y="304"/>
                    <a:pt x="60" y="249"/>
                    <a:pt x="60" y="182"/>
                  </a:cubicBezTo>
                </a:path>
              </a:pathLst>
            </a:custGeom>
            <a:noFill/>
            <a:ln w="76200" cap="flat">
              <a:solidFill>
                <a:srgbClr val="012296"/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802" name="textbox 802"/>
          <p:cNvSpPr/>
          <p:nvPr/>
        </p:nvSpPr>
        <p:spPr>
          <a:xfrm>
            <a:off x="6975094" y="4938623"/>
            <a:ext cx="2582545" cy="9779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4130" algn="l" rtl="0" eaLnBrk="0">
              <a:lnSpc>
                <a:spcPct val="74000"/>
              </a:lnSpc>
            </a:pPr>
            <a:r>
              <a:rPr sz="2400" b="1" kern="0" spc="-40" dirty="0">
                <a:solidFill>
                  <a:srgbClr val="012296">
                    <a:alpha val="100000"/>
                  </a:srgbClr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</a:rPr>
              <a:t>DEVELOPMENT</a:t>
            </a:r>
            <a:endParaRPr sz="2400" dirty="0">
              <a:latin typeface="Arial Black" panose="020B0A04020102020204"/>
              <a:ea typeface="Arial Black" panose="020B0A04020102020204"/>
              <a:cs typeface="Arial Black" panose="020B0A04020102020204"/>
            </a:endParaRPr>
          </a:p>
          <a:p>
            <a:pPr marL="12700" algn="l" rtl="0" eaLnBrk="0">
              <a:lnSpc>
                <a:spcPts val="4095"/>
              </a:lnSpc>
              <a:spcBef>
                <a:spcPts val="1270"/>
              </a:spcBef>
            </a:pPr>
            <a:r>
              <a:rPr sz="5500" kern="0" spc="470" dirty="0">
                <a:solidFill>
                  <a:srgbClr val="01229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202</a:t>
            </a:r>
            <a:r>
              <a:rPr lang="en-US" sz="5500" kern="0" spc="470" dirty="0">
                <a:solidFill>
                  <a:srgbClr val="01229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6</a:t>
            </a:r>
            <a:endParaRPr lang="en-US" sz="5500" kern="0" spc="470" dirty="0">
              <a:solidFill>
                <a:srgbClr val="012296">
                  <a:alpha val="100000"/>
                </a:srgb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04" name="rect 804"/>
          <p:cNvSpPr/>
          <p:nvPr/>
        </p:nvSpPr>
        <p:spPr>
          <a:xfrm>
            <a:off x="0" y="6235699"/>
            <a:ext cx="12191999" cy="622296"/>
          </a:xfrm>
          <a:prstGeom prst="rect">
            <a:avLst/>
          </a:prstGeom>
          <a:solidFill>
            <a:srgbClr val="01229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806" name="picture 80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267954" y="4244337"/>
            <a:ext cx="3925061" cy="2613659"/>
          </a:xfrm>
          <a:prstGeom prst="rect">
            <a:avLst/>
          </a:prstGeom>
        </p:spPr>
      </p:pic>
      <p:sp>
        <p:nvSpPr>
          <p:cNvPr id="808" name="textbox 808"/>
          <p:cNvSpPr/>
          <p:nvPr/>
        </p:nvSpPr>
        <p:spPr>
          <a:xfrm>
            <a:off x="605790" y="174625"/>
            <a:ext cx="6985000" cy="5238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17000"/>
              </a:lnSpc>
            </a:pPr>
            <a:r>
              <a:rPr sz="2700" b="1" kern="0" spc="30" dirty="0">
                <a:solidFill>
                  <a:srgbClr val="18181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公司发展历</a:t>
            </a:r>
            <a:r>
              <a:rPr lang="zh-CN" sz="2700" b="1" kern="0" spc="30" dirty="0">
                <a:solidFill>
                  <a:srgbClr val="18181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程</a:t>
            </a:r>
            <a:r>
              <a:rPr lang="en-US" altLang="zh-CN" sz="2700" b="1" kern="0" spc="30" dirty="0">
                <a:solidFill>
                  <a:srgbClr val="18181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kern="0" spc="1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DEVELOPMENT</a:t>
            </a:r>
            <a:r>
              <a:rPr sz="2000" kern="0" spc="2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000" kern="0" spc="1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HISTORY</a:t>
            </a:r>
            <a:endParaRPr sz="2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10" name="textbox 810"/>
          <p:cNvSpPr/>
          <p:nvPr>
            <p:custDataLst>
              <p:tags r:id="rId4"/>
            </p:custDataLst>
          </p:nvPr>
        </p:nvSpPr>
        <p:spPr>
          <a:xfrm>
            <a:off x="5375655" y="1705990"/>
            <a:ext cx="1257935" cy="6692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890"/>
              </a:lnSpc>
            </a:pPr>
            <a:r>
              <a:rPr sz="1200" kern="0" spc="110" dirty="0">
                <a:solidFill>
                  <a:srgbClr val="01229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20</a:t>
            </a:r>
            <a:r>
              <a:rPr lang="en-US" sz="1200" kern="0" spc="110" dirty="0">
                <a:solidFill>
                  <a:srgbClr val="01229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</a:t>
            </a:r>
            <a:r>
              <a:rPr sz="1200" kern="0" spc="110" dirty="0">
                <a:solidFill>
                  <a:srgbClr val="01229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8.03</a:t>
            </a:r>
            <a:endParaRPr sz="1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8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29000"/>
              </a:lnSpc>
              <a:spcBef>
                <a:spcPts val="0"/>
              </a:spcBef>
            </a:pPr>
            <a:r>
              <a:rPr lang="zh-CN" sz="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服务客户突破</a:t>
            </a:r>
            <a:r>
              <a:rPr lang="en-US" altLang="zh-CN" sz="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300</a:t>
            </a:r>
            <a:r>
              <a:rPr lang="zh-CN" altLang="en-US" sz="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家</a:t>
            </a:r>
            <a:endParaRPr lang="zh-CN" altLang="en-US" sz="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12" name="textbox 812"/>
          <p:cNvSpPr/>
          <p:nvPr>
            <p:custDataLst>
              <p:tags r:id="rId5"/>
            </p:custDataLst>
          </p:nvPr>
        </p:nvSpPr>
        <p:spPr>
          <a:xfrm>
            <a:off x="1448308" y="1705990"/>
            <a:ext cx="1249044" cy="5041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970" algn="l" rtl="0" eaLnBrk="0">
              <a:lnSpc>
                <a:spcPts val="890"/>
              </a:lnSpc>
            </a:pPr>
            <a:r>
              <a:rPr sz="1200" kern="0" spc="110" dirty="0">
                <a:solidFill>
                  <a:srgbClr val="01229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20</a:t>
            </a:r>
            <a:r>
              <a:rPr lang="en-US" sz="1200" kern="0" spc="110" dirty="0">
                <a:solidFill>
                  <a:srgbClr val="01229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17.10</a:t>
            </a:r>
            <a:endParaRPr sz="1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2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2540" algn="l" rtl="0" eaLnBrk="0">
              <a:lnSpc>
                <a:spcPct val="127000"/>
              </a:lnSpc>
              <a:spcBef>
                <a:spcPts val="0"/>
              </a:spcBef>
            </a:pPr>
            <a:r>
              <a:rPr lang="zh-CN" altLang="en-US" sz="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尚益科技</a:t>
            </a:r>
            <a:endParaRPr lang="zh-CN" altLang="en-US" sz="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indent="2540" algn="l" rtl="0" eaLnBrk="0">
              <a:lnSpc>
                <a:spcPct val="127000"/>
              </a:lnSpc>
              <a:spcBef>
                <a:spcPts val="0"/>
              </a:spcBef>
            </a:pPr>
            <a:r>
              <a:rPr lang="zh-CN" altLang="en-US" sz="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在湖南长沙正式成立</a:t>
            </a:r>
            <a:endParaRPr lang="zh-CN" altLang="en-US" sz="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14" name="textbox 814"/>
          <p:cNvSpPr/>
          <p:nvPr>
            <p:custDataLst>
              <p:tags r:id="rId6"/>
            </p:custDataLst>
          </p:nvPr>
        </p:nvSpPr>
        <p:spPr>
          <a:xfrm>
            <a:off x="5374005" y="3497580"/>
            <a:ext cx="1260475" cy="5048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970" algn="l" rtl="0" eaLnBrk="0">
              <a:lnSpc>
                <a:spcPts val="890"/>
              </a:lnSpc>
            </a:pPr>
            <a:r>
              <a:rPr sz="1200" kern="0" spc="110" dirty="0">
                <a:solidFill>
                  <a:srgbClr val="01229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20</a:t>
            </a:r>
            <a:r>
              <a:rPr lang="en-US" sz="1200" kern="0" spc="110" dirty="0">
                <a:solidFill>
                  <a:srgbClr val="01229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21</a:t>
            </a:r>
            <a:r>
              <a:rPr sz="1200" kern="0" spc="110" dirty="0">
                <a:solidFill>
                  <a:srgbClr val="01229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.</a:t>
            </a:r>
            <a:r>
              <a:rPr lang="en-US" sz="1200" kern="0" spc="110" dirty="0">
                <a:solidFill>
                  <a:srgbClr val="01229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05</a:t>
            </a:r>
            <a:endParaRPr sz="1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9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5875" indent="-3175" algn="l" rtl="0" eaLnBrk="0">
              <a:lnSpc>
                <a:spcPct val="126000"/>
              </a:lnSpc>
              <a:spcBef>
                <a:spcPts val="5"/>
              </a:spcBef>
            </a:pPr>
            <a:r>
              <a:rPr lang="zh-CN" sz="800" kern="0" spc="1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成立宁波、东莞、嘉兴、绍兴、广州等分公司</a:t>
            </a:r>
            <a:endParaRPr lang="zh-CN" sz="800" kern="0" spc="140" dirty="0">
              <a:solidFill>
                <a:srgbClr val="00000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5875" indent="-3175" algn="l" rtl="0" eaLnBrk="0">
              <a:lnSpc>
                <a:spcPct val="126000"/>
              </a:lnSpc>
              <a:spcBef>
                <a:spcPts val="5"/>
              </a:spcBef>
            </a:pPr>
            <a:r>
              <a:rPr lang="zh-CN" altLang="en-US" sz="800" kern="0" spc="1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业务布局全国</a:t>
            </a:r>
            <a:endParaRPr lang="zh-CN" altLang="en-US" sz="800" kern="0" spc="140" dirty="0">
              <a:solidFill>
                <a:srgbClr val="00000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3970" indent="-1905" algn="l" rtl="0" eaLnBrk="0">
              <a:lnSpc>
                <a:spcPct val="128000"/>
              </a:lnSpc>
              <a:spcBef>
                <a:spcPts val="5"/>
              </a:spcBef>
            </a:pPr>
            <a:r>
              <a:rPr lang="zh-CN" altLang="en-US" sz="800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服务客户突破</a:t>
            </a:r>
            <a:r>
              <a:rPr lang="en-US" altLang="zh-CN" sz="800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3000</a:t>
            </a:r>
            <a:r>
              <a:rPr lang="zh-CN" altLang="en-US" sz="800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家</a:t>
            </a:r>
            <a:endParaRPr lang="en-US" altLang="zh-CN" sz="800" kern="0" spc="140" dirty="0">
              <a:solidFill>
                <a:srgbClr val="00000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16" name="textbox 816"/>
          <p:cNvSpPr/>
          <p:nvPr/>
        </p:nvSpPr>
        <p:spPr>
          <a:xfrm>
            <a:off x="7359650" y="1706245"/>
            <a:ext cx="1600200" cy="5054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970" algn="l" rtl="0" eaLnBrk="0">
              <a:lnSpc>
                <a:spcPts val="890"/>
              </a:lnSpc>
            </a:pPr>
            <a:r>
              <a:rPr sz="1200" kern="0" spc="110" dirty="0">
                <a:solidFill>
                  <a:srgbClr val="01229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20</a:t>
            </a:r>
            <a:r>
              <a:rPr lang="en-US" sz="1200" kern="0" spc="110" dirty="0">
                <a:solidFill>
                  <a:srgbClr val="01229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</a:t>
            </a:r>
            <a:r>
              <a:rPr sz="1200" kern="0" spc="110" dirty="0">
                <a:solidFill>
                  <a:srgbClr val="01229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8.0</a:t>
            </a:r>
            <a:r>
              <a:rPr lang="en-US" sz="1200" kern="0" spc="110" dirty="0">
                <a:solidFill>
                  <a:srgbClr val="01229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5</a:t>
            </a:r>
            <a:endParaRPr sz="1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9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1270" algn="l" rtl="0" eaLnBrk="0">
              <a:lnSpc>
                <a:spcPct val="128000"/>
              </a:lnSpc>
              <a:spcBef>
                <a:spcPts val="5"/>
              </a:spcBef>
            </a:pPr>
            <a:r>
              <a:rPr lang="zh-CN" sz="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入驻阿里巴巴国际站</a:t>
            </a:r>
            <a:r>
              <a:rPr lang="en-US" altLang="zh-CN" sz="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</a:t>
            </a:r>
            <a:r>
              <a:rPr lang="zh-CN" altLang="en-US" sz="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拍档</a:t>
            </a:r>
            <a:endParaRPr lang="zh-CN" altLang="en-US" sz="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indent="1270" algn="l" rtl="0" eaLnBrk="0">
              <a:lnSpc>
                <a:spcPct val="128000"/>
              </a:lnSpc>
              <a:spcBef>
                <a:spcPts val="5"/>
              </a:spcBef>
            </a:pPr>
            <a:r>
              <a:rPr lang="zh-CN" altLang="en-US" sz="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承接阿里巴巴中西部湘商领航项目</a:t>
            </a:r>
            <a:endParaRPr lang="zh-CN" altLang="en-US" sz="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18" name="textbox 818"/>
          <p:cNvSpPr/>
          <p:nvPr>
            <p:custDataLst>
              <p:tags r:id="rId7"/>
            </p:custDataLst>
          </p:nvPr>
        </p:nvSpPr>
        <p:spPr>
          <a:xfrm>
            <a:off x="3390265" y="3497580"/>
            <a:ext cx="1376045" cy="5048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r>
              <a:rPr lang="en-US" sz="100" dirty="0">
                <a:latin typeface="Arial" panose="020B0604020202020204"/>
                <a:ea typeface="Arial" panose="020B0604020202020204"/>
                <a:cs typeface="Arial" panose="020B0604020202020204"/>
              </a:rPr>
              <a:t>21</a:t>
            </a: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890"/>
              </a:lnSpc>
            </a:pPr>
            <a:r>
              <a:rPr sz="1200" kern="0" spc="110" dirty="0">
                <a:solidFill>
                  <a:srgbClr val="01229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20</a:t>
            </a:r>
            <a:r>
              <a:rPr lang="en-US" sz="1200" kern="0" spc="110" dirty="0">
                <a:solidFill>
                  <a:srgbClr val="01229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20.10</a:t>
            </a:r>
            <a:endParaRPr sz="1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8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685" indent="-6350" algn="l" rtl="0" eaLnBrk="0">
              <a:lnSpc>
                <a:spcPct val="128000"/>
              </a:lnSpc>
              <a:spcBef>
                <a:spcPts val="5"/>
              </a:spcBef>
            </a:pPr>
            <a:r>
              <a:rPr lang="zh-CN" sz="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推出外贸官网建站、</a:t>
            </a:r>
            <a:r>
              <a:rPr lang="en-US" altLang="zh-CN" sz="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Google</a:t>
            </a:r>
            <a:r>
              <a:rPr lang="zh-CN" altLang="en-US" sz="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推广等业务</a:t>
            </a:r>
            <a:endParaRPr lang="zh-CN" altLang="en-US" sz="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indent="-6350" algn="l" rtl="0" eaLnBrk="0">
              <a:lnSpc>
                <a:spcPct val="128000"/>
              </a:lnSpc>
              <a:spcBef>
                <a:spcPts val="5"/>
              </a:spcBef>
            </a:pPr>
            <a:r>
              <a:rPr lang="zh-CN" altLang="en-US" sz="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成立深圳分公司</a:t>
            </a:r>
            <a:endParaRPr lang="zh-CN" altLang="en-US" sz="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indent="-6350" algn="l" rtl="0" eaLnBrk="0">
              <a:lnSpc>
                <a:spcPct val="128000"/>
              </a:lnSpc>
              <a:spcBef>
                <a:spcPts val="5"/>
              </a:spcBef>
            </a:pPr>
            <a:endParaRPr lang="zh-CN" altLang="en-US" sz="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20" name="textbox 820"/>
          <p:cNvSpPr/>
          <p:nvPr/>
        </p:nvSpPr>
        <p:spPr>
          <a:xfrm>
            <a:off x="9346946" y="3497452"/>
            <a:ext cx="1141730" cy="5048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890"/>
              </a:lnSpc>
            </a:pPr>
            <a:r>
              <a:rPr sz="1200" kern="0" spc="110" dirty="0">
                <a:solidFill>
                  <a:srgbClr val="01229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20</a:t>
            </a:r>
            <a:r>
              <a:rPr lang="en-US" sz="1200" kern="0" spc="110" dirty="0">
                <a:solidFill>
                  <a:srgbClr val="01229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24</a:t>
            </a:r>
            <a:r>
              <a:rPr sz="1200" kern="0" spc="110" dirty="0">
                <a:solidFill>
                  <a:srgbClr val="01229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.</a:t>
            </a:r>
            <a:r>
              <a:rPr lang="en-US" sz="1200" kern="0" spc="110" dirty="0">
                <a:solidFill>
                  <a:srgbClr val="01229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10</a:t>
            </a:r>
            <a:endParaRPr sz="1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8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970" algn="l" rtl="0" eaLnBrk="0">
              <a:lnSpc>
                <a:spcPct val="128000"/>
              </a:lnSpc>
              <a:spcBef>
                <a:spcPts val="0"/>
              </a:spcBef>
            </a:pPr>
            <a:r>
              <a:rPr lang="zh-CN" altLang="en-US" sz="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自主研发推出</a:t>
            </a:r>
            <a:r>
              <a:rPr lang="en-US" altLang="zh-CN" sz="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</a:t>
            </a:r>
            <a:r>
              <a:rPr lang="en-US" altLang="en-US" sz="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À</a:t>
            </a:r>
            <a:r>
              <a:rPr lang="zh-CN" altLang="en-US" sz="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商机外贸获客系统</a:t>
            </a:r>
            <a:endParaRPr lang="zh-CN" altLang="en-US" sz="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3970" algn="l" rtl="0" eaLnBrk="0">
              <a:lnSpc>
                <a:spcPct val="128000"/>
              </a:lnSpc>
              <a:spcBef>
                <a:spcPts val="0"/>
              </a:spcBef>
            </a:pPr>
            <a:r>
              <a:rPr lang="zh-CN" altLang="en-US" sz="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成为</a:t>
            </a:r>
            <a:r>
              <a:rPr lang="en-US" altLang="zh-CN" sz="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Google&amp;Meta</a:t>
            </a:r>
            <a:r>
              <a:rPr lang="zh-CN" altLang="en-US" sz="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广告联盟的官方服务商</a:t>
            </a:r>
            <a:endParaRPr lang="zh-CN" altLang="en-US" sz="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22" name="textbox 822"/>
          <p:cNvSpPr/>
          <p:nvPr>
            <p:custDataLst>
              <p:tags r:id="rId8"/>
            </p:custDataLst>
          </p:nvPr>
        </p:nvSpPr>
        <p:spPr>
          <a:xfrm>
            <a:off x="1677670" y="3497580"/>
            <a:ext cx="1256665" cy="7467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970" algn="l" rtl="0" eaLnBrk="0">
              <a:lnSpc>
                <a:spcPts val="890"/>
              </a:lnSpc>
            </a:pPr>
            <a:r>
              <a:rPr sz="1200" kern="0" spc="110" dirty="0">
                <a:solidFill>
                  <a:srgbClr val="01229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201</a:t>
            </a:r>
            <a:r>
              <a:rPr lang="en-US" sz="1200" kern="0" spc="110" dirty="0">
                <a:solidFill>
                  <a:srgbClr val="01229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9</a:t>
            </a:r>
            <a:r>
              <a:rPr sz="1200" kern="0" spc="110" dirty="0">
                <a:solidFill>
                  <a:srgbClr val="01229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.</a:t>
            </a:r>
            <a:r>
              <a:rPr lang="en-US" sz="1200" kern="0" spc="110" dirty="0">
                <a:solidFill>
                  <a:srgbClr val="01229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10</a:t>
            </a:r>
            <a:endParaRPr sz="1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8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970" indent="-1905" algn="l" rtl="0" eaLnBrk="0">
              <a:lnSpc>
                <a:spcPct val="128000"/>
              </a:lnSpc>
              <a:spcBef>
                <a:spcPts val="5"/>
              </a:spcBef>
            </a:pPr>
            <a:r>
              <a:rPr lang="zh-CN" sz="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业务覆盖深圳、郑州、东莞、广州、长沙、宁波等地</a:t>
            </a:r>
            <a:endParaRPr lang="zh-CN" sz="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3970" indent="-1905" algn="l" rtl="0" eaLnBrk="0">
              <a:lnSpc>
                <a:spcPct val="128000"/>
              </a:lnSpc>
              <a:spcBef>
                <a:spcPts val="5"/>
              </a:spcBef>
            </a:pPr>
            <a:endParaRPr lang="zh-CN" sz="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24" name="textbox 824"/>
          <p:cNvSpPr/>
          <p:nvPr/>
        </p:nvSpPr>
        <p:spPr>
          <a:xfrm>
            <a:off x="9345930" y="1706245"/>
            <a:ext cx="1487805" cy="5054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970" algn="l" rtl="0" eaLnBrk="0">
              <a:lnSpc>
                <a:spcPts val="890"/>
              </a:lnSpc>
            </a:pPr>
            <a:r>
              <a:rPr sz="1200" kern="0" spc="110" dirty="0">
                <a:solidFill>
                  <a:srgbClr val="01229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20</a:t>
            </a:r>
            <a:r>
              <a:rPr lang="en-US" sz="1200" kern="0" spc="110" dirty="0">
                <a:solidFill>
                  <a:srgbClr val="01229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19</a:t>
            </a:r>
            <a:r>
              <a:rPr sz="1200" kern="0" spc="110" dirty="0">
                <a:solidFill>
                  <a:srgbClr val="01229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.</a:t>
            </a:r>
            <a:r>
              <a:rPr lang="en-US" sz="1200" kern="0" spc="110" dirty="0">
                <a:solidFill>
                  <a:srgbClr val="01229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</a:t>
            </a:r>
            <a:endParaRPr sz="1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9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5875" indent="-3175" algn="l" rtl="0" eaLnBrk="0">
              <a:lnSpc>
                <a:spcPct val="128000"/>
              </a:lnSpc>
              <a:spcBef>
                <a:spcPts val="5"/>
              </a:spcBef>
            </a:pPr>
            <a:r>
              <a:rPr lang="zh-CN" altLang="en-US" sz="800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推出</a:t>
            </a:r>
            <a:r>
              <a:rPr lang="en-US" altLang="zh-CN" sz="800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800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优化大师</a:t>
            </a:r>
            <a:r>
              <a:rPr lang="en-US" altLang="zh-CN" sz="800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800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育商培训</a:t>
            </a:r>
            <a:endParaRPr lang="zh-CN" altLang="en-US" sz="800" kern="0" spc="70" dirty="0">
              <a:solidFill>
                <a:srgbClr val="00000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26" name="textbox 826"/>
          <p:cNvSpPr/>
          <p:nvPr/>
        </p:nvSpPr>
        <p:spPr>
          <a:xfrm>
            <a:off x="7360920" y="3497580"/>
            <a:ext cx="1290320" cy="5041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890"/>
              </a:lnSpc>
            </a:pPr>
            <a:r>
              <a:rPr sz="1200" kern="0" spc="90" dirty="0">
                <a:solidFill>
                  <a:srgbClr val="01229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20</a:t>
            </a:r>
            <a:r>
              <a:rPr lang="en-US" sz="1200" kern="0" spc="90" dirty="0">
                <a:solidFill>
                  <a:srgbClr val="01229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23</a:t>
            </a:r>
            <a:r>
              <a:rPr sz="1200" kern="0" spc="90" dirty="0">
                <a:solidFill>
                  <a:srgbClr val="01229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.0</a:t>
            </a:r>
            <a:r>
              <a:rPr lang="en-US" sz="1200" kern="0" spc="90" dirty="0">
                <a:solidFill>
                  <a:srgbClr val="01229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</a:t>
            </a:r>
            <a:endParaRPr sz="1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8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635" algn="l" rtl="0" eaLnBrk="0">
              <a:lnSpc>
                <a:spcPct val="126000"/>
              </a:lnSpc>
            </a:pPr>
            <a:r>
              <a:rPr lang="zh-CN" altLang="en-US" sz="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成为阿里巴巴国际站官方服务商，全国仅</a:t>
            </a:r>
            <a:r>
              <a:rPr lang="en-US" altLang="zh-CN" sz="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r>
              <a:rPr lang="zh-CN" altLang="en-US" sz="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家</a:t>
            </a:r>
            <a:endParaRPr lang="zh-CN" altLang="en-US" sz="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indent="635" algn="l" rtl="0" eaLnBrk="0">
              <a:lnSpc>
                <a:spcPct val="126000"/>
              </a:lnSpc>
            </a:pPr>
            <a:r>
              <a:rPr lang="zh-CN" altLang="en-US" sz="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阿里巴巴国际站代运营服务全国续约率突破</a:t>
            </a:r>
            <a:r>
              <a:rPr lang="en-US" altLang="zh-CN" sz="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70%</a:t>
            </a:r>
            <a:endParaRPr lang="en-US" altLang="zh-CN" sz="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indent="635" algn="l" rtl="0" eaLnBrk="0">
              <a:lnSpc>
                <a:spcPct val="126000"/>
              </a:lnSpc>
            </a:pPr>
            <a:r>
              <a:rPr lang="zh-CN" altLang="en-US" sz="800" kern="0" spc="1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服务客户突破</a:t>
            </a:r>
            <a:r>
              <a:rPr lang="en-US" altLang="zh-CN" sz="800" kern="0" spc="1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7000</a:t>
            </a:r>
            <a:r>
              <a:rPr lang="zh-CN" altLang="en-US" sz="800" kern="0" spc="1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家</a:t>
            </a:r>
            <a:endParaRPr lang="zh-CN" altLang="en-US" sz="800" kern="0" spc="140" dirty="0">
              <a:solidFill>
                <a:srgbClr val="00000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indent="635" algn="l" rtl="0" eaLnBrk="0">
              <a:lnSpc>
                <a:spcPct val="126000"/>
              </a:lnSpc>
            </a:pPr>
            <a:endParaRPr lang="en-US" altLang="zh-CN" sz="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28" name="textbox 828"/>
          <p:cNvSpPr/>
          <p:nvPr>
            <p:custDataLst>
              <p:tags r:id="rId9"/>
            </p:custDataLst>
          </p:nvPr>
        </p:nvSpPr>
        <p:spPr>
          <a:xfrm>
            <a:off x="3434080" y="1706245"/>
            <a:ext cx="1332230" cy="5054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970" algn="l" rtl="0" eaLnBrk="0">
              <a:lnSpc>
                <a:spcPts val="890"/>
              </a:lnSpc>
            </a:pPr>
            <a:r>
              <a:rPr sz="1200" kern="0" spc="110" dirty="0">
                <a:solidFill>
                  <a:srgbClr val="01229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20</a:t>
            </a:r>
            <a:r>
              <a:rPr lang="en-US" sz="1200" kern="0" spc="110" dirty="0">
                <a:solidFill>
                  <a:srgbClr val="01229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17</a:t>
            </a:r>
            <a:r>
              <a:rPr sz="1200" kern="0" spc="110" dirty="0">
                <a:solidFill>
                  <a:srgbClr val="01229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.</a:t>
            </a:r>
            <a:r>
              <a:rPr lang="en-US" sz="1200" kern="0" spc="110" dirty="0">
                <a:solidFill>
                  <a:srgbClr val="01229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12</a:t>
            </a:r>
            <a:endParaRPr sz="1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9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28000"/>
              </a:lnSpc>
              <a:spcBef>
                <a:spcPts val="5"/>
              </a:spcBef>
            </a:pPr>
            <a:r>
              <a:rPr lang="zh-CN" sz="800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推出</a:t>
            </a:r>
            <a:r>
              <a:rPr lang="en-US" altLang="zh-CN" sz="800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800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优化大师</a:t>
            </a:r>
            <a:r>
              <a:rPr lang="en-US" altLang="zh-CN" sz="800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800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国际站提效软件并取得专利认证</a:t>
            </a:r>
            <a:endParaRPr lang="zh-CN" altLang="en-US" sz="800" kern="0" spc="70" dirty="0">
              <a:solidFill>
                <a:srgbClr val="00000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30" name="textbox 830"/>
          <p:cNvSpPr/>
          <p:nvPr>
            <p:custDataLst>
              <p:tags r:id="rId10"/>
            </p:custDataLst>
          </p:nvPr>
        </p:nvSpPr>
        <p:spPr>
          <a:xfrm>
            <a:off x="5071998" y="5567679"/>
            <a:ext cx="1143635" cy="2946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10160" algn="l" rtl="0" eaLnBrk="0">
              <a:lnSpc>
                <a:spcPct val="115000"/>
              </a:lnSpc>
            </a:pPr>
            <a:r>
              <a:rPr lang="en-US" altLang="zh-CN" sz="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</a:t>
            </a:r>
            <a:r>
              <a:rPr lang="en-US" altLang="en-US" sz="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À</a:t>
            </a:r>
            <a:r>
              <a:rPr lang="zh-CN" altLang="en-US" sz="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商机累计服务客户超</a:t>
            </a:r>
            <a:r>
              <a:rPr lang="en-US" altLang="zh-CN" sz="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800+</a:t>
            </a:r>
            <a:r>
              <a:rPr lang="zh-CN" altLang="en-US" sz="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，续约率达</a:t>
            </a:r>
            <a:r>
              <a:rPr lang="en-US" altLang="zh-CN" sz="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73%</a:t>
            </a:r>
            <a:endParaRPr lang="en-US" altLang="zh-CN" sz="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32" name="textbox 832"/>
          <p:cNvSpPr/>
          <p:nvPr>
            <p:custDataLst>
              <p:tags r:id="rId11"/>
            </p:custDataLst>
          </p:nvPr>
        </p:nvSpPr>
        <p:spPr>
          <a:xfrm>
            <a:off x="1488693" y="5567553"/>
            <a:ext cx="1139189" cy="2952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5240" indent="-2540" algn="l" rtl="0" eaLnBrk="0">
              <a:lnSpc>
                <a:spcPct val="115000"/>
              </a:lnSpc>
            </a:pPr>
            <a:r>
              <a:rPr lang="zh-CN" altLang="en-US" sz="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成为湖南省跨境电商孵化中心</a:t>
            </a:r>
            <a:endParaRPr lang="zh-CN" altLang="en-US" sz="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5240" indent="-2540" algn="l" rtl="0" eaLnBrk="0">
              <a:lnSpc>
                <a:spcPct val="115000"/>
              </a:lnSpc>
            </a:pPr>
            <a:r>
              <a:rPr lang="zh-CN" altLang="en-US" sz="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推出外贸社媒矩阵一站式运营推广</a:t>
            </a:r>
            <a:endParaRPr lang="zh-CN" altLang="en-US" sz="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5240" indent="-2540" algn="l" rtl="0" eaLnBrk="0">
              <a:lnSpc>
                <a:spcPct val="115000"/>
              </a:lnSpc>
            </a:pPr>
            <a:endParaRPr lang="zh-CN" altLang="en-US" sz="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34" name="textbox 834"/>
          <p:cNvSpPr/>
          <p:nvPr>
            <p:custDataLst>
              <p:tags r:id="rId12"/>
            </p:custDataLst>
          </p:nvPr>
        </p:nvSpPr>
        <p:spPr>
          <a:xfrm>
            <a:off x="3390265" y="5567680"/>
            <a:ext cx="1047115" cy="2952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0320" indent="-8255" algn="l" rtl="0" eaLnBrk="0">
              <a:lnSpc>
                <a:spcPct val="115000"/>
              </a:lnSpc>
            </a:pPr>
            <a:r>
              <a:rPr lang="zh-CN" sz="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推出全矩阵社媒营销推广方案</a:t>
            </a:r>
            <a:endParaRPr lang="zh-CN" sz="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0320" indent="-8255" algn="l" rtl="0" eaLnBrk="0">
              <a:lnSpc>
                <a:spcPct val="115000"/>
              </a:lnSpc>
            </a:pPr>
            <a:endParaRPr lang="zh-CN" sz="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0320" indent="-8255" algn="l" rtl="0" eaLnBrk="0">
              <a:lnSpc>
                <a:spcPct val="115000"/>
              </a:lnSpc>
            </a:pPr>
            <a:r>
              <a:rPr lang="zh-CN" sz="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服务客户突破</a:t>
            </a:r>
            <a:r>
              <a:rPr lang="en-US" altLang="zh-CN" sz="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10000</a:t>
            </a:r>
            <a:r>
              <a:rPr lang="zh-CN" altLang="en-US" sz="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家</a:t>
            </a:r>
            <a:endParaRPr lang="zh-CN" altLang="en-US" sz="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36" name="textbox 836"/>
          <p:cNvSpPr/>
          <p:nvPr>
            <p:custDataLst>
              <p:tags r:id="rId13"/>
            </p:custDataLst>
          </p:nvPr>
        </p:nvSpPr>
        <p:spPr>
          <a:xfrm>
            <a:off x="3301619" y="5358129"/>
            <a:ext cx="678180" cy="1384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890"/>
              </a:lnSpc>
            </a:pPr>
            <a:r>
              <a:rPr sz="1200" kern="0" spc="110" dirty="0">
                <a:solidFill>
                  <a:srgbClr val="01229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20</a:t>
            </a:r>
            <a:r>
              <a:rPr lang="en-US" sz="1200" kern="0" spc="110" dirty="0">
                <a:solidFill>
                  <a:srgbClr val="01229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25</a:t>
            </a:r>
            <a:r>
              <a:rPr sz="1200" kern="0" spc="110" dirty="0">
                <a:solidFill>
                  <a:srgbClr val="01229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.08</a:t>
            </a:r>
            <a:endParaRPr sz="12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38" name="textbox 838"/>
          <p:cNvSpPr/>
          <p:nvPr>
            <p:custDataLst>
              <p:tags r:id="rId14"/>
            </p:custDataLst>
          </p:nvPr>
        </p:nvSpPr>
        <p:spPr>
          <a:xfrm>
            <a:off x="5072125" y="5358129"/>
            <a:ext cx="678180" cy="1384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890"/>
              </a:lnSpc>
            </a:pPr>
            <a:r>
              <a:rPr sz="1200" kern="0" spc="110" dirty="0">
                <a:solidFill>
                  <a:srgbClr val="01229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202</a:t>
            </a:r>
            <a:r>
              <a:rPr lang="en-US" sz="1200" kern="0" spc="110" dirty="0">
                <a:solidFill>
                  <a:srgbClr val="01229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6</a:t>
            </a:r>
            <a:r>
              <a:rPr sz="1200" kern="0" spc="110" dirty="0">
                <a:solidFill>
                  <a:srgbClr val="01229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.0</a:t>
            </a:r>
            <a:r>
              <a:rPr lang="en-US" sz="1200" kern="0" spc="110" dirty="0">
                <a:solidFill>
                  <a:srgbClr val="01229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</a:t>
            </a:r>
            <a:endParaRPr lang="en-US" sz="1200" kern="0" spc="110" dirty="0">
              <a:solidFill>
                <a:srgbClr val="012296">
                  <a:alpha val="100000"/>
                </a:srgb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40" name="textbox 840"/>
          <p:cNvSpPr/>
          <p:nvPr>
            <p:custDataLst>
              <p:tags r:id="rId15"/>
            </p:custDataLst>
          </p:nvPr>
        </p:nvSpPr>
        <p:spPr>
          <a:xfrm>
            <a:off x="1490345" y="5358129"/>
            <a:ext cx="677544" cy="1384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890"/>
              </a:lnSpc>
            </a:pPr>
            <a:r>
              <a:rPr sz="1200" kern="0" spc="110" dirty="0">
                <a:solidFill>
                  <a:srgbClr val="01229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20</a:t>
            </a:r>
            <a:r>
              <a:rPr lang="en-US" sz="1200" kern="0" spc="110" dirty="0">
                <a:solidFill>
                  <a:srgbClr val="01229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25</a:t>
            </a:r>
            <a:r>
              <a:rPr sz="1200" kern="0" spc="110" dirty="0">
                <a:solidFill>
                  <a:srgbClr val="01229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.0</a:t>
            </a:r>
            <a:r>
              <a:rPr lang="en-US" sz="1200" kern="0" spc="110" dirty="0">
                <a:solidFill>
                  <a:srgbClr val="01229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5</a:t>
            </a:r>
            <a:endParaRPr lang="en-US" sz="1200" kern="0" spc="110" dirty="0">
              <a:solidFill>
                <a:srgbClr val="012296">
                  <a:alpha val="100000"/>
                </a:srgb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grpSp>
        <p:nvGrpSpPr>
          <p:cNvPr id="78" name="group 78"/>
          <p:cNvGrpSpPr/>
          <p:nvPr/>
        </p:nvGrpSpPr>
        <p:grpSpPr>
          <a:xfrm rot="21600000">
            <a:off x="9325991" y="1370965"/>
            <a:ext cx="231393" cy="231266"/>
            <a:chOff x="0" y="0"/>
            <a:chExt cx="231393" cy="231266"/>
          </a:xfrm>
        </p:grpSpPr>
        <p:sp>
          <p:nvSpPr>
            <p:cNvPr id="842" name="path 842"/>
            <p:cNvSpPr/>
            <p:nvPr/>
          </p:nvSpPr>
          <p:spPr>
            <a:xfrm>
              <a:off x="38100" y="38100"/>
              <a:ext cx="155193" cy="155066"/>
            </a:xfrm>
            <a:custGeom>
              <a:avLst/>
              <a:gdLst/>
              <a:ahLst/>
              <a:cxnLst/>
              <a:rect l="0" t="0" r="0" b="0"/>
              <a:pathLst>
                <a:path w="244" h="244">
                  <a:moveTo>
                    <a:pt x="0" y="122"/>
                  </a:moveTo>
                  <a:cubicBezTo>
                    <a:pt x="0" y="54"/>
                    <a:pt x="54" y="0"/>
                    <a:pt x="122" y="0"/>
                  </a:cubicBezTo>
                  <a:cubicBezTo>
                    <a:pt x="189" y="0"/>
                    <a:pt x="244" y="54"/>
                    <a:pt x="244" y="122"/>
                  </a:cubicBezTo>
                  <a:cubicBezTo>
                    <a:pt x="244" y="189"/>
                    <a:pt x="189" y="244"/>
                    <a:pt x="122" y="244"/>
                  </a:cubicBezTo>
                  <a:cubicBezTo>
                    <a:pt x="54" y="244"/>
                    <a:pt x="0" y="189"/>
                    <a:pt x="0" y="122"/>
                  </a:cubicBezTo>
                </a:path>
              </a:pathLst>
            </a:custGeom>
            <a:solidFill>
              <a:srgbClr val="FFFF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844" name="path 844"/>
            <p:cNvSpPr/>
            <p:nvPr/>
          </p:nvSpPr>
          <p:spPr>
            <a:xfrm>
              <a:off x="0" y="0"/>
              <a:ext cx="231393" cy="231266"/>
            </a:xfrm>
            <a:custGeom>
              <a:avLst/>
              <a:gdLst/>
              <a:ahLst/>
              <a:cxnLst/>
              <a:rect l="0" t="0" r="0" b="0"/>
              <a:pathLst>
                <a:path w="364" h="364">
                  <a:moveTo>
                    <a:pt x="60" y="182"/>
                  </a:moveTo>
                  <a:cubicBezTo>
                    <a:pt x="60" y="114"/>
                    <a:pt x="114" y="60"/>
                    <a:pt x="182" y="60"/>
                  </a:cubicBezTo>
                  <a:cubicBezTo>
                    <a:pt x="249" y="60"/>
                    <a:pt x="304" y="114"/>
                    <a:pt x="304" y="182"/>
                  </a:cubicBezTo>
                  <a:cubicBezTo>
                    <a:pt x="304" y="249"/>
                    <a:pt x="249" y="304"/>
                    <a:pt x="182" y="304"/>
                  </a:cubicBezTo>
                  <a:cubicBezTo>
                    <a:pt x="114" y="304"/>
                    <a:pt x="60" y="249"/>
                    <a:pt x="60" y="182"/>
                  </a:cubicBezTo>
                </a:path>
              </a:pathLst>
            </a:custGeom>
            <a:noFill/>
            <a:ln w="76200" cap="flat">
              <a:solidFill>
                <a:srgbClr val="012296"/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80" name="group 80"/>
          <p:cNvGrpSpPr/>
          <p:nvPr/>
        </p:nvGrpSpPr>
        <p:grpSpPr>
          <a:xfrm rot="21600000">
            <a:off x="9325991" y="3187065"/>
            <a:ext cx="231393" cy="231266"/>
            <a:chOff x="0" y="0"/>
            <a:chExt cx="231393" cy="231266"/>
          </a:xfrm>
        </p:grpSpPr>
        <p:sp>
          <p:nvSpPr>
            <p:cNvPr id="846" name="path 846"/>
            <p:cNvSpPr/>
            <p:nvPr/>
          </p:nvSpPr>
          <p:spPr>
            <a:xfrm>
              <a:off x="38100" y="38100"/>
              <a:ext cx="155193" cy="155066"/>
            </a:xfrm>
            <a:custGeom>
              <a:avLst/>
              <a:gdLst/>
              <a:ahLst/>
              <a:cxnLst/>
              <a:rect l="0" t="0" r="0" b="0"/>
              <a:pathLst>
                <a:path w="244" h="244">
                  <a:moveTo>
                    <a:pt x="0" y="122"/>
                  </a:moveTo>
                  <a:cubicBezTo>
                    <a:pt x="0" y="54"/>
                    <a:pt x="54" y="0"/>
                    <a:pt x="122" y="0"/>
                  </a:cubicBezTo>
                  <a:cubicBezTo>
                    <a:pt x="189" y="0"/>
                    <a:pt x="244" y="54"/>
                    <a:pt x="244" y="122"/>
                  </a:cubicBezTo>
                  <a:cubicBezTo>
                    <a:pt x="244" y="189"/>
                    <a:pt x="189" y="244"/>
                    <a:pt x="122" y="244"/>
                  </a:cubicBezTo>
                  <a:cubicBezTo>
                    <a:pt x="54" y="244"/>
                    <a:pt x="0" y="189"/>
                    <a:pt x="0" y="122"/>
                  </a:cubicBezTo>
                </a:path>
              </a:pathLst>
            </a:custGeom>
            <a:solidFill>
              <a:srgbClr val="FFFF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848" name="path 848"/>
            <p:cNvSpPr/>
            <p:nvPr/>
          </p:nvSpPr>
          <p:spPr>
            <a:xfrm>
              <a:off x="0" y="0"/>
              <a:ext cx="231393" cy="231266"/>
            </a:xfrm>
            <a:custGeom>
              <a:avLst/>
              <a:gdLst/>
              <a:ahLst/>
              <a:cxnLst/>
              <a:rect l="0" t="0" r="0" b="0"/>
              <a:pathLst>
                <a:path w="364" h="364">
                  <a:moveTo>
                    <a:pt x="60" y="182"/>
                  </a:moveTo>
                  <a:cubicBezTo>
                    <a:pt x="60" y="114"/>
                    <a:pt x="114" y="60"/>
                    <a:pt x="182" y="60"/>
                  </a:cubicBezTo>
                  <a:cubicBezTo>
                    <a:pt x="249" y="60"/>
                    <a:pt x="304" y="114"/>
                    <a:pt x="304" y="182"/>
                  </a:cubicBezTo>
                  <a:cubicBezTo>
                    <a:pt x="304" y="249"/>
                    <a:pt x="249" y="304"/>
                    <a:pt x="182" y="304"/>
                  </a:cubicBezTo>
                  <a:cubicBezTo>
                    <a:pt x="114" y="304"/>
                    <a:pt x="60" y="249"/>
                    <a:pt x="60" y="182"/>
                  </a:cubicBezTo>
                </a:path>
              </a:pathLst>
            </a:custGeom>
            <a:noFill/>
            <a:ln w="76200" cap="flat">
              <a:solidFill>
                <a:srgbClr val="012296"/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82" name="group 82"/>
          <p:cNvGrpSpPr/>
          <p:nvPr/>
        </p:nvGrpSpPr>
        <p:grpSpPr>
          <a:xfrm rot="21600000">
            <a:off x="3427221" y="1370965"/>
            <a:ext cx="231267" cy="231266"/>
            <a:chOff x="0" y="0"/>
            <a:chExt cx="231267" cy="231266"/>
          </a:xfrm>
        </p:grpSpPr>
        <p:sp>
          <p:nvSpPr>
            <p:cNvPr id="850" name="path 850"/>
            <p:cNvSpPr/>
            <p:nvPr/>
          </p:nvSpPr>
          <p:spPr>
            <a:xfrm>
              <a:off x="38100" y="38100"/>
              <a:ext cx="155067" cy="155066"/>
            </a:xfrm>
            <a:custGeom>
              <a:avLst/>
              <a:gdLst/>
              <a:ahLst/>
              <a:cxnLst/>
              <a:rect l="0" t="0" r="0" b="0"/>
              <a:pathLst>
                <a:path w="244" h="244">
                  <a:moveTo>
                    <a:pt x="0" y="122"/>
                  </a:moveTo>
                  <a:cubicBezTo>
                    <a:pt x="0" y="54"/>
                    <a:pt x="54" y="0"/>
                    <a:pt x="122" y="0"/>
                  </a:cubicBezTo>
                  <a:cubicBezTo>
                    <a:pt x="189" y="0"/>
                    <a:pt x="244" y="54"/>
                    <a:pt x="244" y="122"/>
                  </a:cubicBezTo>
                  <a:cubicBezTo>
                    <a:pt x="244" y="189"/>
                    <a:pt x="189" y="244"/>
                    <a:pt x="122" y="244"/>
                  </a:cubicBezTo>
                  <a:cubicBezTo>
                    <a:pt x="54" y="244"/>
                    <a:pt x="0" y="189"/>
                    <a:pt x="0" y="122"/>
                  </a:cubicBezTo>
                </a:path>
              </a:pathLst>
            </a:custGeom>
            <a:solidFill>
              <a:srgbClr val="FFFF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852" name="path 852"/>
            <p:cNvSpPr/>
            <p:nvPr/>
          </p:nvSpPr>
          <p:spPr>
            <a:xfrm>
              <a:off x="0" y="0"/>
              <a:ext cx="231267" cy="231266"/>
            </a:xfrm>
            <a:custGeom>
              <a:avLst/>
              <a:gdLst/>
              <a:ahLst/>
              <a:cxnLst/>
              <a:rect l="0" t="0" r="0" b="0"/>
              <a:pathLst>
                <a:path w="364" h="364">
                  <a:moveTo>
                    <a:pt x="60" y="182"/>
                  </a:moveTo>
                  <a:cubicBezTo>
                    <a:pt x="60" y="114"/>
                    <a:pt x="114" y="60"/>
                    <a:pt x="182" y="60"/>
                  </a:cubicBezTo>
                  <a:cubicBezTo>
                    <a:pt x="249" y="60"/>
                    <a:pt x="304" y="114"/>
                    <a:pt x="304" y="182"/>
                  </a:cubicBezTo>
                  <a:cubicBezTo>
                    <a:pt x="304" y="249"/>
                    <a:pt x="249" y="304"/>
                    <a:pt x="182" y="304"/>
                  </a:cubicBezTo>
                  <a:cubicBezTo>
                    <a:pt x="114" y="304"/>
                    <a:pt x="60" y="249"/>
                    <a:pt x="60" y="182"/>
                  </a:cubicBezTo>
                </a:path>
              </a:pathLst>
            </a:custGeom>
            <a:noFill/>
            <a:ln w="76200" cap="flat">
              <a:solidFill>
                <a:srgbClr val="012296"/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84" name="group 84"/>
          <p:cNvGrpSpPr/>
          <p:nvPr>
            <p:custDataLst>
              <p:tags r:id="rId16"/>
            </p:custDataLst>
          </p:nvPr>
        </p:nvGrpSpPr>
        <p:grpSpPr>
          <a:xfrm rot="21600000">
            <a:off x="3427221" y="3187065"/>
            <a:ext cx="231267" cy="231266"/>
            <a:chOff x="0" y="0"/>
            <a:chExt cx="231267" cy="231266"/>
          </a:xfrm>
        </p:grpSpPr>
        <p:sp>
          <p:nvSpPr>
            <p:cNvPr id="854" name="path 854"/>
            <p:cNvSpPr/>
            <p:nvPr>
              <p:custDataLst>
                <p:tags r:id="rId17"/>
              </p:custDataLst>
            </p:nvPr>
          </p:nvSpPr>
          <p:spPr>
            <a:xfrm>
              <a:off x="38100" y="38100"/>
              <a:ext cx="155067" cy="155066"/>
            </a:xfrm>
            <a:custGeom>
              <a:avLst/>
              <a:gdLst/>
              <a:ahLst/>
              <a:cxnLst/>
              <a:rect l="0" t="0" r="0" b="0"/>
              <a:pathLst>
                <a:path w="244" h="244">
                  <a:moveTo>
                    <a:pt x="0" y="122"/>
                  </a:moveTo>
                  <a:cubicBezTo>
                    <a:pt x="0" y="54"/>
                    <a:pt x="54" y="0"/>
                    <a:pt x="122" y="0"/>
                  </a:cubicBezTo>
                  <a:cubicBezTo>
                    <a:pt x="189" y="0"/>
                    <a:pt x="244" y="54"/>
                    <a:pt x="244" y="122"/>
                  </a:cubicBezTo>
                  <a:cubicBezTo>
                    <a:pt x="244" y="189"/>
                    <a:pt x="189" y="244"/>
                    <a:pt x="122" y="244"/>
                  </a:cubicBezTo>
                  <a:cubicBezTo>
                    <a:pt x="54" y="244"/>
                    <a:pt x="0" y="189"/>
                    <a:pt x="0" y="122"/>
                  </a:cubicBezTo>
                </a:path>
              </a:pathLst>
            </a:custGeom>
            <a:solidFill>
              <a:srgbClr val="FFFF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856" name="path 856"/>
            <p:cNvSpPr/>
            <p:nvPr>
              <p:custDataLst>
                <p:tags r:id="rId18"/>
              </p:custDataLst>
            </p:nvPr>
          </p:nvSpPr>
          <p:spPr>
            <a:xfrm>
              <a:off x="0" y="0"/>
              <a:ext cx="231267" cy="231266"/>
            </a:xfrm>
            <a:custGeom>
              <a:avLst/>
              <a:gdLst/>
              <a:ahLst/>
              <a:cxnLst/>
              <a:rect l="0" t="0" r="0" b="0"/>
              <a:pathLst>
                <a:path w="364" h="364">
                  <a:moveTo>
                    <a:pt x="60" y="182"/>
                  </a:moveTo>
                  <a:cubicBezTo>
                    <a:pt x="60" y="114"/>
                    <a:pt x="114" y="60"/>
                    <a:pt x="182" y="60"/>
                  </a:cubicBezTo>
                  <a:cubicBezTo>
                    <a:pt x="249" y="60"/>
                    <a:pt x="304" y="114"/>
                    <a:pt x="304" y="182"/>
                  </a:cubicBezTo>
                  <a:cubicBezTo>
                    <a:pt x="304" y="249"/>
                    <a:pt x="249" y="304"/>
                    <a:pt x="182" y="304"/>
                  </a:cubicBezTo>
                  <a:cubicBezTo>
                    <a:pt x="114" y="304"/>
                    <a:pt x="60" y="249"/>
                    <a:pt x="60" y="182"/>
                  </a:cubicBezTo>
                </a:path>
              </a:pathLst>
            </a:custGeom>
            <a:noFill/>
            <a:ln w="76200" cap="flat">
              <a:solidFill>
                <a:srgbClr val="012296"/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86" name="group 86"/>
          <p:cNvGrpSpPr/>
          <p:nvPr/>
        </p:nvGrpSpPr>
        <p:grpSpPr>
          <a:xfrm rot="21600000">
            <a:off x="7359777" y="3187065"/>
            <a:ext cx="231267" cy="231266"/>
            <a:chOff x="0" y="0"/>
            <a:chExt cx="231267" cy="231266"/>
          </a:xfrm>
        </p:grpSpPr>
        <p:sp>
          <p:nvSpPr>
            <p:cNvPr id="858" name="path 858"/>
            <p:cNvSpPr/>
            <p:nvPr/>
          </p:nvSpPr>
          <p:spPr>
            <a:xfrm>
              <a:off x="38100" y="38100"/>
              <a:ext cx="155067" cy="155066"/>
            </a:xfrm>
            <a:custGeom>
              <a:avLst/>
              <a:gdLst/>
              <a:ahLst/>
              <a:cxnLst/>
              <a:rect l="0" t="0" r="0" b="0"/>
              <a:pathLst>
                <a:path w="244" h="244">
                  <a:moveTo>
                    <a:pt x="0" y="122"/>
                  </a:moveTo>
                  <a:cubicBezTo>
                    <a:pt x="0" y="54"/>
                    <a:pt x="54" y="0"/>
                    <a:pt x="121" y="0"/>
                  </a:cubicBezTo>
                  <a:cubicBezTo>
                    <a:pt x="189" y="0"/>
                    <a:pt x="244" y="54"/>
                    <a:pt x="244" y="122"/>
                  </a:cubicBezTo>
                  <a:cubicBezTo>
                    <a:pt x="244" y="189"/>
                    <a:pt x="189" y="244"/>
                    <a:pt x="121" y="244"/>
                  </a:cubicBezTo>
                  <a:cubicBezTo>
                    <a:pt x="54" y="244"/>
                    <a:pt x="0" y="189"/>
                    <a:pt x="0" y="122"/>
                  </a:cubicBezTo>
                </a:path>
              </a:pathLst>
            </a:custGeom>
            <a:solidFill>
              <a:srgbClr val="FFFF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860" name="path 860"/>
            <p:cNvSpPr/>
            <p:nvPr/>
          </p:nvSpPr>
          <p:spPr>
            <a:xfrm>
              <a:off x="0" y="0"/>
              <a:ext cx="231267" cy="231266"/>
            </a:xfrm>
            <a:custGeom>
              <a:avLst/>
              <a:gdLst/>
              <a:ahLst/>
              <a:cxnLst/>
              <a:rect l="0" t="0" r="0" b="0"/>
              <a:pathLst>
                <a:path w="364" h="364">
                  <a:moveTo>
                    <a:pt x="60" y="182"/>
                  </a:moveTo>
                  <a:cubicBezTo>
                    <a:pt x="60" y="114"/>
                    <a:pt x="114" y="60"/>
                    <a:pt x="181" y="60"/>
                  </a:cubicBezTo>
                  <a:cubicBezTo>
                    <a:pt x="249" y="60"/>
                    <a:pt x="304" y="114"/>
                    <a:pt x="304" y="182"/>
                  </a:cubicBezTo>
                  <a:cubicBezTo>
                    <a:pt x="304" y="249"/>
                    <a:pt x="249" y="304"/>
                    <a:pt x="181" y="304"/>
                  </a:cubicBezTo>
                  <a:cubicBezTo>
                    <a:pt x="114" y="304"/>
                    <a:pt x="60" y="249"/>
                    <a:pt x="60" y="182"/>
                  </a:cubicBezTo>
                </a:path>
              </a:pathLst>
            </a:custGeom>
            <a:noFill/>
            <a:ln w="76200" cap="flat">
              <a:solidFill>
                <a:srgbClr val="012296"/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88" name="group 88"/>
          <p:cNvGrpSpPr/>
          <p:nvPr/>
        </p:nvGrpSpPr>
        <p:grpSpPr>
          <a:xfrm rot="21600000">
            <a:off x="7359777" y="1370965"/>
            <a:ext cx="231267" cy="231266"/>
            <a:chOff x="0" y="0"/>
            <a:chExt cx="231267" cy="231266"/>
          </a:xfrm>
        </p:grpSpPr>
        <p:sp>
          <p:nvSpPr>
            <p:cNvPr id="862" name="path 862"/>
            <p:cNvSpPr/>
            <p:nvPr/>
          </p:nvSpPr>
          <p:spPr>
            <a:xfrm>
              <a:off x="38100" y="38100"/>
              <a:ext cx="155067" cy="155066"/>
            </a:xfrm>
            <a:custGeom>
              <a:avLst/>
              <a:gdLst/>
              <a:ahLst/>
              <a:cxnLst/>
              <a:rect l="0" t="0" r="0" b="0"/>
              <a:pathLst>
                <a:path w="244" h="244">
                  <a:moveTo>
                    <a:pt x="0" y="122"/>
                  </a:moveTo>
                  <a:cubicBezTo>
                    <a:pt x="0" y="54"/>
                    <a:pt x="54" y="0"/>
                    <a:pt x="121" y="0"/>
                  </a:cubicBezTo>
                  <a:cubicBezTo>
                    <a:pt x="189" y="0"/>
                    <a:pt x="244" y="54"/>
                    <a:pt x="244" y="122"/>
                  </a:cubicBezTo>
                  <a:cubicBezTo>
                    <a:pt x="244" y="189"/>
                    <a:pt x="189" y="244"/>
                    <a:pt x="121" y="244"/>
                  </a:cubicBezTo>
                  <a:cubicBezTo>
                    <a:pt x="54" y="244"/>
                    <a:pt x="0" y="189"/>
                    <a:pt x="0" y="122"/>
                  </a:cubicBezTo>
                </a:path>
              </a:pathLst>
            </a:custGeom>
            <a:solidFill>
              <a:srgbClr val="FFFF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864" name="path 864"/>
            <p:cNvSpPr/>
            <p:nvPr/>
          </p:nvSpPr>
          <p:spPr>
            <a:xfrm>
              <a:off x="0" y="0"/>
              <a:ext cx="231267" cy="231266"/>
            </a:xfrm>
            <a:custGeom>
              <a:avLst/>
              <a:gdLst/>
              <a:ahLst/>
              <a:cxnLst/>
              <a:rect l="0" t="0" r="0" b="0"/>
              <a:pathLst>
                <a:path w="364" h="364">
                  <a:moveTo>
                    <a:pt x="60" y="182"/>
                  </a:moveTo>
                  <a:cubicBezTo>
                    <a:pt x="60" y="114"/>
                    <a:pt x="114" y="60"/>
                    <a:pt x="181" y="60"/>
                  </a:cubicBezTo>
                  <a:cubicBezTo>
                    <a:pt x="249" y="60"/>
                    <a:pt x="304" y="114"/>
                    <a:pt x="304" y="182"/>
                  </a:cubicBezTo>
                  <a:cubicBezTo>
                    <a:pt x="304" y="249"/>
                    <a:pt x="249" y="304"/>
                    <a:pt x="181" y="304"/>
                  </a:cubicBezTo>
                  <a:cubicBezTo>
                    <a:pt x="114" y="304"/>
                    <a:pt x="60" y="249"/>
                    <a:pt x="60" y="182"/>
                  </a:cubicBezTo>
                </a:path>
              </a:pathLst>
            </a:custGeom>
            <a:noFill/>
            <a:ln w="76200" cap="flat">
              <a:solidFill>
                <a:srgbClr val="012296"/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90" name="group 90"/>
          <p:cNvGrpSpPr/>
          <p:nvPr>
            <p:custDataLst>
              <p:tags r:id="rId19"/>
            </p:custDataLst>
          </p:nvPr>
        </p:nvGrpSpPr>
        <p:grpSpPr>
          <a:xfrm rot="21600000">
            <a:off x="1460880" y="4938267"/>
            <a:ext cx="231266" cy="231267"/>
            <a:chOff x="0" y="0"/>
            <a:chExt cx="231266" cy="231267"/>
          </a:xfrm>
        </p:grpSpPr>
        <p:sp>
          <p:nvSpPr>
            <p:cNvPr id="866" name="path 866"/>
            <p:cNvSpPr/>
            <p:nvPr>
              <p:custDataLst>
                <p:tags r:id="rId20"/>
              </p:custDataLst>
            </p:nvPr>
          </p:nvSpPr>
          <p:spPr>
            <a:xfrm>
              <a:off x="38100" y="38100"/>
              <a:ext cx="155066" cy="155067"/>
            </a:xfrm>
            <a:custGeom>
              <a:avLst/>
              <a:gdLst/>
              <a:ahLst/>
              <a:cxnLst/>
              <a:rect l="0" t="0" r="0" b="0"/>
              <a:pathLst>
                <a:path w="244" h="244">
                  <a:moveTo>
                    <a:pt x="0" y="122"/>
                  </a:moveTo>
                  <a:cubicBezTo>
                    <a:pt x="0" y="54"/>
                    <a:pt x="54" y="0"/>
                    <a:pt x="122" y="0"/>
                  </a:cubicBezTo>
                  <a:cubicBezTo>
                    <a:pt x="189" y="0"/>
                    <a:pt x="244" y="54"/>
                    <a:pt x="244" y="122"/>
                  </a:cubicBezTo>
                  <a:cubicBezTo>
                    <a:pt x="244" y="189"/>
                    <a:pt x="189" y="244"/>
                    <a:pt x="122" y="244"/>
                  </a:cubicBezTo>
                  <a:cubicBezTo>
                    <a:pt x="54" y="244"/>
                    <a:pt x="0" y="189"/>
                    <a:pt x="0" y="122"/>
                  </a:cubicBezTo>
                </a:path>
              </a:pathLst>
            </a:custGeom>
            <a:solidFill>
              <a:srgbClr val="FFFF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868" name="path 868"/>
            <p:cNvSpPr/>
            <p:nvPr>
              <p:custDataLst>
                <p:tags r:id="rId21"/>
              </p:custDataLst>
            </p:nvPr>
          </p:nvSpPr>
          <p:spPr>
            <a:xfrm>
              <a:off x="0" y="0"/>
              <a:ext cx="231266" cy="231267"/>
            </a:xfrm>
            <a:custGeom>
              <a:avLst/>
              <a:gdLst/>
              <a:ahLst/>
              <a:cxnLst/>
              <a:rect l="0" t="0" r="0" b="0"/>
              <a:pathLst>
                <a:path w="364" h="364">
                  <a:moveTo>
                    <a:pt x="60" y="182"/>
                  </a:moveTo>
                  <a:cubicBezTo>
                    <a:pt x="60" y="114"/>
                    <a:pt x="114" y="60"/>
                    <a:pt x="182" y="60"/>
                  </a:cubicBezTo>
                  <a:cubicBezTo>
                    <a:pt x="249" y="60"/>
                    <a:pt x="304" y="114"/>
                    <a:pt x="304" y="182"/>
                  </a:cubicBezTo>
                  <a:cubicBezTo>
                    <a:pt x="304" y="249"/>
                    <a:pt x="249" y="304"/>
                    <a:pt x="182" y="304"/>
                  </a:cubicBezTo>
                  <a:cubicBezTo>
                    <a:pt x="114" y="304"/>
                    <a:pt x="60" y="249"/>
                    <a:pt x="60" y="182"/>
                  </a:cubicBezTo>
                </a:path>
              </a:pathLst>
            </a:custGeom>
            <a:noFill/>
            <a:ln w="76200" cap="flat">
              <a:solidFill>
                <a:srgbClr val="012296"/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92" name="group 92"/>
          <p:cNvGrpSpPr/>
          <p:nvPr/>
        </p:nvGrpSpPr>
        <p:grpSpPr>
          <a:xfrm rot="21600000">
            <a:off x="5393435" y="1370965"/>
            <a:ext cx="231266" cy="231266"/>
            <a:chOff x="0" y="0"/>
            <a:chExt cx="231266" cy="231266"/>
          </a:xfrm>
        </p:grpSpPr>
        <p:sp>
          <p:nvSpPr>
            <p:cNvPr id="870" name="path 870"/>
            <p:cNvSpPr/>
            <p:nvPr/>
          </p:nvSpPr>
          <p:spPr>
            <a:xfrm>
              <a:off x="38100" y="38100"/>
              <a:ext cx="155066" cy="155066"/>
            </a:xfrm>
            <a:custGeom>
              <a:avLst/>
              <a:gdLst/>
              <a:ahLst/>
              <a:cxnLst/>
              <a:rect l="0" t="0" r="0" b="0"/>
              <a:pathLst>
                <a:path w="244" h="244">
                  <a:moveTo>
                    <a:pt x="0" y="122"/>
                  </a:moveTo>
                  <a:cubicBezTo>
                    <a:pt x="0" y="54"/>
                    <a:pt x="54" y="0"/>
                    <a:pt x="122" y="0"/>
                  </a:cubicBezTo>
                  <a:cubicBezTo>
                    <a:pt x="189" y="0"/>
                    <a:pt x="244" y="54"/>
                    <a:pt x="244" y="122"/>
                  </a:cubicBezTo>
                  <a:cubicBezTo>
                    <a:pt x="244" y="189"/>
                    <a:pt x="189" y="244"/>
                    <a:pt x="122" y="244"/>
                  </a:cubicBezTo>
                  <a:cubicBezTo>
                    <a:pt x="54" y="244"/>
                    <a:pt x="0" y="189"/>
                    <a:pt x="0" y="122"/>
                  </a:cubicBezTo>
                </a:path>
              </a:pathLst>
            </a:custGeom>
            <a:solidFill>
              <a:srgbClr val="FFFF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872" name="path 872"/>
            <p:cNvSpPr/>
            <p:nvPr/>
          </p:nvSpPr>
          <p:spPr>
            <a:xfrm>
              <a:off x="0" y="0"/>
              <a:ext cx="231266" cy="231266"/>
            </a:xfrm>
            <a:custGeom>
              <a:avLst/>
              <a:gdLst/>
              <a:ahLst/>
              <a:cxnLst/>
              <a:rect l="0" t="0" r="0" b="0"/>
              <a:pathLst>
                <a:path w="364" h="364">
                  <a:moveTo>
                    <a:pt x="60" y="182"/>
                  </a:moveTo>
                  <a:cubicBezTo>
                    <a:pt x="60" y="114"/>
                    <a:pt x="114" y="60"/>
                    <a:pt x="182" y="60"/>
                  </a:cubicBezTo>
                  <a:cubicBezTo>
                    <a:pt x="249" y="60"/>
                    <a:pt x="304" y="114"/>
                    <a:pt x="304" y="182"/>
                  </a:cubicBezTo>
                  <a:cubicBezTo>
                    <a:pt x="304" y="249"/>
                    <a:pt x="249" y="304"/>
                    <a:pt x="182" y="304"/>
                  </a:cubicBezTo>
                  <a:cubicBezTo>
                    <a:pt x="114" y="304"/>
                    <a:pt x="60" y="249"/>
                    <a:pt x="60" y="182"/>
                  </a:cubicBezTo>
                </a:path>
              </a:pathLst>
            </a:custGeom>
            <a:noFill/>
            <a:ln w="76200" cap="flat">
              <a:solidFill>
                <a:srgbClr val="012296"/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94" name="group 94"/>
          <p:cNvGrpSpPr/>
          <p:nvPr>
            <p:custDataLst>
              <p:tags r:id="rId22"/>
            </p:custDataLst>
          </p:nvPr>
        </p:nvGrpSpPr>
        <p:grpSpPr>
          <a:xfrm rot="21600000">
            <a:off x="5393435" y="3187065"/>
            <a:ext cx="231266" cy="231266"/>
            <a:chOff x="0" y="0"/>
            <a:chExt cx="231266" cy="231266"/>
          </a:xfrm>
        </p:grpSpPr>
        <p:sp>
          <p:nvSpPr>
            <p:cNvPr id="874" name="path 874"/>
            <p:cNvSpPr/>
            <p:nvPr>
              <p:custDataLst>
                <p:tags r:id="rId23"/>
              </p:custDataLst>
            </p:nvPr>
          </p:nvSpPr>
          <p:spPr>
            <a:xfrm>
              <a:off x="38100" y="38100"/>
              <a:ext cx="155066" cy="155066"/>
            </a:xfrm>
            <a:custGeom>
              <a:avLst/>
              <a:gdLst/>
              <a:ahLst/>
              <a:cxnLst/>
              <a:rect l="0" t="0" r="0" b="0"/>
              <a:pathLst>
                <a:path w="244" h="244">
                  <a:moveTo>
                    <a:pt x="0" y="122"/>
                  </a:moveTo>
                  <a:cubicBezTo>
                    <a:pt x="0" y="54"/>
                    <a:pt x="54" y="0"/>
                    <a:pt x="122" y="0"/>
                  </a:cubicBezTo>
                  <a:cubicBezTo>
                    <a:pt x="189" y="0"/>
                    <a:pt x="244" y="54"/>
                    <a:pt x="244" y="122"/>
                  </a:cubicBezTo>
                  <a:cubicBezTo>
                    <a:pt x="244" y="189"/>
                    <a:pt x="189" y="244"/>
                    <a:pt x="122" y="244"/>
                  </a:cubicBezTo>
                  <a:cubicBezTo>
                    <a:pt x="54" y="244"/>
                    <a:pt x="0" y="189"/>
                    <a:pt x="0" y="122"/>
                  </a:cubicBezTo>
                </a:path>
              </a:pathLst>
            </a:custGeom>
            <a:solidFill>
              <a:srgbClr val="FFFF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876" name="path 876"/>
            <p:cNvSpPr/>
            <p:nvPr>
              <p:custDataLst>
                <p:tags r:id="rId24"/>
              </p:custDataLst>
            </p:nvPr>
          </p:nvSpPr>
          <p:spPr>
            <a:xfrm>
              <a:off x="0" y="0"/>
              <a:ext cx="231266" cy="231266"/>
            </a:xfrm>
            <a:custGeom>
              <a:avLst/>
              <a:gdLst/>
              <a:ahLst/>
              <a:cxnLst/>
              <a:rect l="0" t="0" r="0" b="0"/>
              <a:pathLst>
                <a:path w="364" h="364">
                  <a:moveTo>
                    <a:pt x="60" y="182"/>
                  </a:moveTo>
                  <a:cubicBezTo>
                    <a:pt x="60" y="114"/>
                    <a:pt x="114" y="60"/>
                    <a:pt x="182" y="60"/>
                  </a:cubicBezTo>
                  <a:cubicBezTo>
                    <a:pt x="249" y="60"/>
                    <a:pt x="304" y="114"/>
                    <a:pt x="304" y="182"/>
                  </a:cubicBezTo>
                  <a:cubicBezTo>
                    <a:pt x="304" y="249"/>
                    <a:pt x="249" y="304"/>
                    <a:pt x="182" y="304"/>
                  </a:cubicBezTo>
                  <a:cubicBezTo>
                    <a:pt x="114" y="304"/>
                    <a:pt x="60" y="249"/>
                    <a:pt x="60" y="182"/>
                  </a:cubicBezTo>
                </a:path>
              </a:pathLst>
            </a:custGeom>
            <a:noFill/>
            <a:ln w="76200" cap="flat">
              <a:solidFill>
                <a:srgbClr val="012296"/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96" name="group 96"/>
          <p:cNvGrpSpPr/>
          <p:nvPr>
            <p:custDataLst>
              <p:tags r:id="rId25"/>
            </p:custDataLst>
          </p:nvPr>
        </p:nvGrpSpPr>
        <p:grpSpPr>
          <a:xfrm rot="21600000">
            <a:off x="3272282" y="5024246"/>
            <a:ext cx="231266" cy="231266"/>
            <a:chOff x="0" y="0"/>
            <a:chExt cx="231266" cy="231266"/>
          </a:xfrm>
        </p:grpSpPr>
        <p:sp>
          <p:nvSpPr>
            <p:cNvPr id="878" name="path 878"/>
            <p:cNvSpPr/>
            <p:nvPr>
              <p:custDataLst>
                <p:tags r:id="rId26"/>
              </p:custDataLst>
            </p:nvPr>
          </p:nvSpPr>
          <p:spPr>
            <a:xfrm>
              <a:off x="38100" y="38100"/>
              <a:ext cx="155066" cy="155066"/>
            </a:xfrm>
            <a:custGeom>
              <a:avLst/>
              <a:gdLst/>
              <a:ahLst/>
              <a:cxnLst/>
              <a:rect l="0" t="0" r="0" b="0"/>
              <a:pathLst>
                <a:path w="244" h="244">
                  <a:moveTo>
                    <a:pt x="0" y="122"/>
                  </a:moveTo>
                  <a:cubicBezTo>
                    <a:pt x="0" y="54"/>
                    <a:pt x="54" y="0"/>
                    <a:pt x="122" y="0"/>
                  </a:cubicBezTo>
                  <a:cubicBezTo>
                    <a:pt x="189" y="0"/>
                    <a:pt x="244" y="54"/>
                    <a:pt x="244" y="122"/>
                  </a:cubicBezTo>
                  <a:cubicBezTo>
                    <a:pt x="244" y="189"/>
                    <a:pt x="189" y="244"/>
                    <a:pt x="122" y="244"/>
                  </a:cubicBezTo>
                  <a:cubicBezTo>
                    <a:pt x="54" y="244"/>
                    <a:pt x="0" y="189"/>
                    <a:pt x="0" y="122"/>
                  </a:cubicBezTo>
                </a:path>
              </a:pathLst>
            </a:custGeom>
            <a:solidFill>
              <a:srgbClr val="FFFF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880" name="path 880"/>
            <p:cNvSpPr/>
            <p:nvPr>
              <p:custDataLst>
                <p:tags r:id="rId27"/>
              </p:custDataLst>
            </p:nvPr>
          </p:nvSpPr>
          <p:spPr>
            <a:xfrm>
              <a:off x="0" y="0"/>
              <a:ext cx="231266" cy="231266"/>
            </a:xfrm>
            <a:custGeom>
              <a:avLst/>
              <a:gdLst/>
              <a:ahLst/>
              <a:cxnLst/>
              <a:rect l="0" t="0" r="0" b="0"/>
              <a:pathLst>
                <a:path w="364" h="364">
                  <a:moveTo>
                    <a:pt x="60" y="182"/>
                  </a:moveTo>
                  <a:cubicBezTo>
                    <a:pt x="60" y="114"/>
                    <a:pt x="114" y="60"/>
                    <a:pt x="182" y="60"/>
                  </a:cubicBezTo>
                  <a:cubicBezTo>
                    <a:pt x="249" y="60"/>
                    <a:pt x="304" y="114"/>
                    <a:pt x="304" y="182"/>
                  </a:cubicBezTo>
                  <a:cubicBezTo>
                    <a:pt x="304" y="249"/>
                    <a:pt x="249" y="304"/>
                    <a:pt x="182" y="304"/>
                  </a:cubicBezTo>
                  <a:cubicBezTo>
                    <a:pt x="114" y="304"/>
                    <a:pt x="60" y="249"/>
                    <a:pt x="60" y="182"/>
                  </a:cubicBezTo>
                </a:path>
              </a:pathLst>
            </a:custGeom>
            <a:noFill/>
            <a:ln w="76200" cap="flat">
              <a:solidFill>
                <a:srgbClr val="012296"/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98" name="group 98"/>
          <p:cNvGrpSpPr/>
          <p:nvPr>
            <p:custDataLst>
              <p:tags r:id="rId28"/>
            </p:custDataLst>
          </p:nvPr>
        </p:nvGrpSpPr>
        <p:grpSpPr>
          <a:xfrm rot="21600000">
            <a:off x="5083555" y="5031613"/>
            <a:ext cx="231266" cy="231266"/>
            <a:chOff x="0" y="0"/>
            <a:chExt cx="231266" cy="231266"/>
          </a:xfrm>
        </p:grpSpPr>
        <p:sp>
          <p:nvSpPr>
            <p:cNvPr id="882" name="path 882"/>
            <p:cNvSpPr/>
            <p:nvPr>
              <p:custDataLst>
                <p:tags r:id="rId29"/>
              </p:custDataLst>
            </p:nvPr>
          </p:nvSpPr>
          <p:spPr>
            <a:xfrm>
              <a:off x="38100" y="38100"/>
              <a:ext cx="155066" cy="155066"/>
            </a:xfrm>
            <a:custGeom>
              <a:avLst/>
              <a:gdLst/>
              <a:ahLst/>
              <a:cxnLst/>
              <a:rect l="0" t="0" r="0" b="0"/>
              <a:pathLst>
                <a:path w="244" h="244">
                  <a:moveTo>
                    <a:pt x="0" y="122"/>
                  </a:moveTo>
                  <a:cubicBezTo>
                    <a:pt x="0" y="54"/>
                    <a:pt x="54" y="0"/>
                    <a:pt x="122" y="0"/>
                  </a:cubicBezTo>
                  <a:cubicBezTo>
                    <a:pt x="189" y="0"/>
                    <a:pt x="244" y="54"/>
                    <a:pt x="244" y="122"/>
                  </a:cubicBezTo>
                  <a:cubicBezTo>
                    <a:pt x="244" y="189"/>
                    <a:pt x="189" y="244"/>
                    <a:pt x="122" y="244"/>
                  </a:cubicBezTo>
                  <a:cubicBezTo>
                    <a:pt x="54" y="244"/>
                    <a:pt x="0" y="189"/>
                    <a:pt x="0" y="122"/>
                  </a:cubicBezTo>
                </a:path>
              </a:pathLst>
            </a:custGeom>
            <a:solidFill>
              <a:srgbClr val="FFFF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884" name="path 884"/>
            <p:cNvSpPr/>
            <p:nvPr>
              <p:custDataLst>
                <p:tags r:id="rId30"/>
              </p:custDataLst>
            </p:nvPr>
          </p:nvSpPr>
          <p:spPr>
            <a:xfrm>
              <a:off x="0" y="0"/>
              <a:ext cx="231266" cy="231266"/>
            </a:xfrm>
            <a:custGeom>
              <a:avLst/>
              <a:gdLst/>
              <a:ahLst/>
              <a:cxnLst/>
              <a:rect l="0" t="0" r="0" b="0"/>
              <a:pathLst>
                <a:path w="364" h="364">
                  <a:moveTo>
                    <a:pt x="60" y="182"/>
                  </a:moveTo>
                  <a:cubicBezTo>
                    <a:pt x="60" y="114"/>
                    <a:pt x="114" y="60"/>
                    <a:pt x="182" y="60"/>
                  </a:cubicBezTo>
                  <a:cubicBezTo>
                    <a:pt x="249" y="60"/>
                    <a:pt x="304" y="114"/>
                    <a:pt x="304" y="182"/>
                  </a:cubicBezTo>
                  <a:cubicBezTo>
                    <a:pt x="304" y="249"/>
                    <a:pt x="249" y="304"/>
                    <a:pt x="182" y="304"/>
                  </a:cubicBezTo>
                  <a:cubicBezTo>
                    <a:pt x="114" y="304"/>
                    <a:pt x="60" y="249"/>
                    <a:pt x="60" y="182"/>
                  </a:cubicBezTo>
                </a:path>
              </a:pathLst>
            </a:custGeom>
            <a:noFill/>
            <a:ln w="76200" cap="flat">
              <a:solidFill>
                <a:srgbClr val="012296"/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100" name="group 100"/>
          <p:cNvGrpSpPr/>
          <p:nvPr>
            <p:custDataLst>
              <p:tags r:id="rId31"/>
            </p:custDataLst>
          </p:nvPr>
        </p:nvGrpSpPr>
        <p:grpSpPr>
          <a:xfrm rot="21600000">
            <a:off x="1460880" y="3264535"/>
            <a:ext cx="231266" cy="231266"/>
            <a:chOff x="0" y="0"/>
            <a:chExt cx="231266" cy="231266"/>
          </a:xfrm>
        </p:grpSpPr>
        <p:sp>
          <p:nvSpPr>
            <p:cNvPr id="886" name="path 886"/>
            <p:cNvSpPr/>
            <p:nvPr>
              <p:custDataLst>
                <p:tags r:id="rId32"/>
              </p:custDataLst>
            </p:nvPr>
          </p:nvSpPr>
          <p:spPr>
            <a:xfrm>
              <a:off x="38100" y="38100"/>
              <a:ext cx="155066" cy="155066"/>
            </a:xfrm>
            <a:custGeom>
              <a:avLst/>
              <a:gdLst/>
              <a:ahLst/>
              <a:cxnLst/>
              <a:rect l="0" t="0" r="0" b="0"/>
              <a:pathLst>
                <a:path w="244" h="244">
                  <a:moveTo>
                    <a:pt x="0" y="122"/>
                  </a:moveTo>
                  <a:cubicBezTo>
                    <a:pt x="0" y="54"/>
                    <a:pt x="54" y="0"/>
                    <a:pt x="122" y="0"/>
                  </a:cubicBezTo>
                  <a:cubicBezTo>
                    <a:pt x="189" y="0"/>
                    <a:pt x="244" y="54"/>
                    <a:pt x="244" y="122"/>
                  </a:cubicBezTo>
                  <a:cubicBezTo>
                    <a:pt x="244" y="189"/>
                    <a:pt x="189" y="244"/>
                    <a:pt x="122" y="244"/>
                  </a:cubicBezTo>
                  <a:cubicBezTo>
                    <a:pt x="54" y="244"/>
                    <a:pt x="0" y="189"/>
                    <a:pt x="0" y="122"/>
                  </a:cubicBezTo>
                </a:path>
              </a:pathLst>
            </a:custGeom>
            <a:solidFill>
              <a:srgbClr val="FFFF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888" name="path 888"/>
            <p:cNvSpPr/>
            <p:nvPr>
              <p:custDataLst>
                <p:tags r:id="rId33"/>
              </p:custDataLst>
            </p:nvPr>
          </p:nvSpPr>
          <p:spPr>
            <a:xfrm>
              <a:off x="0" y="0"/>
              <a:ext cx="231266" cy="231266"/>
            </a:xfrm>
            <a:custGeom>
              <a:avLst/>
              <a:gdLst/>
              <a:ahLst/>
              <a:cxnLst/>
              <a:rect l="0" t="0" r="0" b="0"/>
              <a:pathLst>
                <a:path w="364" h="364">
                  <a:moveTo>
                    <a:pt x="60" y="182"/>
                  </a:moveTo>
                  <a:cubicBezTo>
                    <a:pt x="60" y="114"/>
                    <a:pt x="114" y="60"/>
                    <a:pt x="182" y="60"/>
                  </a:cubicBezTo>
                  <a:cubicBezTo>
                    <a:pt x="249" y="60"/>
                    <a:pt x="304" y="114"/>
                    <a:pt x="304" y="182"/>
                  </a:cubicBezTo>
                  <a:cubicBezTo>
                    <a:pt x="304" y="249"/>
                    <a:pt x="249" y="304"/>
                    <a:pt x="182" y="304"/>
                  </a:cubicBezTo>
                  <a:cubicBezTo>
                    <a:pt x="114" y="304"/>
                    <a:pt x="60" y="249"/>
                    <a:pt x="60" y="182"/>
                  </a:cubicBezTo>
                </a:path>
              </a:pathLst>
            </a:custGeom>
            <a:noFill/>
            <a:ln w="76200" cap="flat">
              <a:solidFill>
                <a:srgbClr val="012296"/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320" name="矩形 319"/>
          <p:cNvSpPr>
            <a:spLocks noChangeArrowheads="1"/>
          </p:cNvSpPr>
          <p:nvPr/>
        </p:nvSpPr>
        <p:spPr bwMode="auto">
          <a:xfrm>
            <a:off x="0" y="174625"/>
            <a:ext cx="376555" cy="5238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1905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+mn-lt"/>
            </a:endParaRPr>
          </a:p>
        </p:txBody>
      </p:sp>
      <p:sp>
        <p:nvSpPr>
          <p:cNvPr id="321" name="矩形 320"/>
          <p:cNvSpPr>
            <a:spLocks noChangeArrowheads="1"/>
          </p:cNvSpPr>
          <p:nvPr/>
        </p:nvSpPr>
        <p:spPr bwMode="auto">
          <a:xfrm>
            <a:off x="408940" y="174625"/>
            <a:ext cx="140970" cy="5238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1905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+mn-lt"/>
            </a:endParaRPr>
          </a:p>
        </p:txBody>
      </p:sp>
      <p:pic>
        <p:nvPicPr>
          <p:cNvPr id="42" name="Picture 41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1213783" y="98425"/>
            <a:ext cx="775970" cy="83693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4" name="rect 1594"/>
          <p:cNvSpPr/>
          <p:nvPr>
            <p:custDataLst>
              <p:tags r:id="rId1"/>
            </p:custDataLst>
          </p:nvPr>
        </p:nvSpPr>
        <p:spPr>
          <a:xfrm>
            <a:off x="5080241" y="3908805"/>
            <a:ext cx="2771533" cy="1063244"/>
          </a:xfrm>
          <a:prstGeom prst="rect">
            <a:avLst/>
          </a:prstGeom>
          <a:solidFill>
            <a:srgbClr val="FFFFFF">
              <a:alpha val="69803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" name="AutoShape 4"/>
          <p:cNvSpPr/>
          <p:nvPr/>
        </p:nvSpPr>
        <p:spPr>
          <a:xfrm>
            <a:off x="279400" y="1677035"/>
            <a:ext cx="3556000" cy="4879975"/>
          </a:xfrm>
          <a:prstGeom prst="roundRect">
            <a:avLst>
              <a:gd name="adj" fmla="val 428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AutoShape 5"/>
          <p:cNvSpPr/>
          <p:nvPr/>
        </p:nvSpPr>
        <p:spPr>
          <a:xfrm>
            <a:off x="533400" y="1868805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i="0" u="none" strike="noStrike">
                <a:solidFill>
                  <a:schemeClr val="tx2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Noto Sans SC"/>
                <a:sym typeface="Noto Sans SC"/>
              </a:rPr>
              <a:t>全国布局城市</a:t>
            </a:r>
            <a:r>
              <a:rPr lang="en-US" sz="1800" b="1" i="0" u="none" strike="noStrike">
                <a:solidFill>
                  <a:schemeClr val="tx2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Noto Sans SC"/>
                <a:sym typeface="Noto Sans SC"/>
              </a:rPr>
              <a:t>名录</a:t>
            </a:r>
            <a:endParaRPr lang="en-US" sz="1800" b="1" i="0" u="none" strike="noStrike">
              <a:solidFill>
                <a:schemeClr val="tx2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Noto Sans SC"/>
              <a:sym typeface="Noto Sans SC"/>
            </a:endParaRPr>
          </a:p>
        </p:txBody>
      </p:sp>
      <p:sp>
        <p:nvSpPr>
          <p:cNvPr id="10" name="AutoShape 6"/>
          <p:cNvSpPr/>
          <p:nvPr/>
        </p:nvSpPr>
        <p:spPr>
          <a:xfrm>
            <a:off x="533400" y="2439035"/>
            <a:ext cx="508000" cy="38100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lumOff val="25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2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AutoShape 7"/>
          <p:cNvSpPr/>
          <p:nvPr>
            <p:custDataLst>
              <p:tags r:id="rId2"/>
            </p:custDataLst>
          </p:nvPr>
        </p:nvSpPr>
        <p:spPr>
          <a:xfrm>
            <a:off x="533400" y="2820035"/>
            <a:ext cx="1524000" cy="533400"/>
          </a:xfrm>
          <a:prstGeom prst="roundRect">
            <a:avLst>
              <a:gd name="adj" fmla="val 19047"/>
            </a:avLst>
          </a:prstGeom>
          <a:solidFill>
            <a:srgbClr val="F0F9F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AutoShape 9"/>
          <p:cNvSpPr/>
          <p:nvPr>
            <p:custDataLst>
              <p:tags r:id="rId3"/>
            </p:custDataLst>
          </p:nvPr>
        </p:nvSpPr>
        <p:spPr>
          <a:xfrm>
            <a:off x="1063625" y="2896235"/>
            <a:ext cx="127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Noto Sans SC"/>
                <a:sym typeface="Noto Sans SC"/>
              </a:rPr>
              <a:t>深圳</a:t>
            </a:r>
            <a:endParaRPr lang="en-US" sz="1200" b="1" i="0" u="none" strike="noStrike">
              <a:solidFill>
                <a:srgbClr val="374151"/>
              </a:solidFill>
              <a:latin typeface="微软雅黑" panose="020B0503020204020204" charset="-122"/>
              <a:ea typeface="微软雅黑" panose="020B0503020204020204" charset="-122"/>
              <a:cs typeface="Noto Sans SC"/>
              <a:sym typeface="Noto Sans SC"/>
            </a:endParaRPr>
          </a:p>
        </p:txBody>
      </p:sp>
      <p:sp>
        <p:nvSpPr>
          <p:cNvPr id="18" name="AutoShape 10"/>
          <p:cNvSpPr/>
          <p:nvPr>
            <p:custDataLst>
              <p:tags r:id="rId4"/>
            </p:custDataLst>
          </p:nvPr>
        </p:nvSpPr>
        <p:spPr>
          <a:xfrm>
            <a:off x="533400" y="3582035"/>
            <a:ext cx="1524000" cy="533400"/>
          </a:xfrm>
          <a:prstGeom prst="roundRect">
            <a:avLst>
              <a:gd name="adj" fmla="val 19047"/>
            </a:avLst>
          </a:prstGeom>
          <a:solidFill>
            <a:srgbClr val="F0F9F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AutoShape 12"/>
          <p:cNvSpPr/>
          <p:nvPr>
            <p:custDataLst>
              <p:tags r:id="rId5"/>
            </p:custDataLst>
          </p:nvPr>
        </p:nvSpPr>
        <p:spPr>
          <a:xfrm>
            <a:off x="1063625" y="3658235"/>
            <a:ext cx="127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Noto Sans SC"/>
                <a:sym typeface="Noto Sans SC"/>
              </a:rPr>
              <a:t>广州</a:t>
            </a:r>
            <a:endParaRPr lang="en-US" sz="1200" b="1" i="0" u="none" strike="noStrike">
              <a:solidFill>
                <a:srgbClr val="374151"/>
              </a:solidFill>
              <a:latin typeface="微软雅黑" panose="020B0503020204020204" charset="-122"/>
              <a:ea typeface="微软雅黑" panose="020B0503020204020204" charset="-122"/>
              <a:cs typeface="Noto Sans SC"/>
              <a:sym typeface="Noto Sans SC"/>
            </a:endParaRPr>
          </a:p>
        </p:txBody>
      </p:sp>
      <p:sp>
        <p:nvSpPr>
          <p:cNvPr id="23" name="AutoShape 13"/>
          <p:cNvSpPr/>
          <p:nvPr>
            <p:custDataLst>
              <p:tags r:id="rId6"/>
            </p:custDataLst>
          </p:nvPr>
        </p:nvSpPr>
        <p:spPr>
          <a:xfrm>
            <a:off x="533400" y="4344035"/>
            <a:ext cx="1524000" cy="533400"/>
          </a:xfrm>
          <a:prstGeom prst="roundRect">
            <a:avLst>
              <a:gd name="adj" fmla="val 19047"/>
            </a:avLst>
          </a:prstGeom>
          <a:solidFill>
            <a:srgbClr val="F0F9F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AutoShape 15"/>
          <p:cNvSpPr/>
          <p:nvPr>
            <p:custDataLst>
              <p:tags r:id="rId7"/>
            </p:custDataLst>
          </p:nvPr>
        </p:nvSpPr>
        <p:spPr>
          <a:xfrm>
            <a:off x="1063625" y="4420235"/>
            <a:ext cx="127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Noto Sans SC"/>
                <a:sym typeface="Noto Sans SC"/>
              </a:rPr>
              <a:t>宁波</a:t>
            </a:r>
            <a:endParaRPr lang="en-US" sz="1200" b="1" i="0" u="none" strike="noStrike">
              <a:solidFill>
                <a:srgbClr val="374151"/>
              </a:solidFill>
              <a:latin typeface="微软雅黑" panose="020B0503020204020204" charset="-122"/>
              <a:ea typeface="微软雅黑" panose="020B0503020204020204" charset="-122"/>
              <a:cs typeface="Noto Sans SC"/>
              <a:sym typeface="Noto Sans SC"/>
            </a:endParaRPr>
          </a:p>
        </p:txBody>
      </p:sp>
      <p:sp>
        <p:nvSpPr>
          <p:cNvPr id="33" name="AutoShape 16"/>
          <p:cNvSpPr/>
          <p:nvPr>
            <p:custDataLst>
              <p:tags r:id="rId8"/>
            </p:custDataLst>
          </p:nvPr>
        </p:nvSpPr>
        <p:spPr>
          <a:xfrm>
            <a:off x="533400" y="5106035"/>
            <a:ext cx="1524000" cy="533400"/>
          </a:xfrm>
          <a:prstGeom prst="roundRect">
            <a:avLst>
              <a:gd name="adj" fmla="val 19047"/>
            </a:avLst>
          </a:prstGeom>
          <a:solidFill>
            <a:srgbClr val="F0F9F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AutoShape 18"/>
          <p:cNvSpPr/>
          <p:nvPr>
            <p:custDataLst>
              <p:tags r:id="rId9"/>
            </p:custDataLst>
          </p:nvPr>
        </p:nvSpPr>
        <p:spPr>
          <a:xfrm>
            <a:off x="1063625" y="5182235"/>
            <a:ext cx="127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Noto Sans SC"/>
                <a:sym typeface="Noto Sans SC"/>
              </a:rPr>
              <a:t>嘉兴</a:t>
            </a:r>
            <a:endParaRPr lang="en-US" sz="1200" b="1" i="0" u="none" strike="noStrike">
              <a:solidFill>
                <a:srgbClr val="374151"/>
              </a:solidFill>
              <a:latin typeface="微软雅黑" panose="020B0503020204020204" charset="-122"/>
              <a:ea typeface="微软雅黑" panose="020B0503020204020204" charset="-122"/>
              <a:cs typeface="Noto Sans SC"/>
              <a:sym typeface="Noto Sans SC"/>
            </a:endParaRPr>
          </a:p>
        </p:txBody>
      </p:sp>
      <p:sp>
        <p:nvSpPr>
          <p:cNvPr id="36" name="AutoShape 19"/>
          <p:cNvSpPr/>
          <p:nvPr>
            <p:custDataLst>
              <p:tags r:id="rId10"/>
            </p:custDataLst>
          </p:nvPr>
        </p:nvSpPr>
        <p:spPr>
          <a:xfrm>
            <a:off x="2184400" y="2820035"/>
            <a:ext cx="1524000" cy="533400"/>
          </a:xfrm>
          <a:prstGeom prst="roundRect">
            <a:avLst>
              <a:gd name="adj" fmla="val 19047"/>
            </a:avLst>
          </a:prstGeom>
          <a:solidFill>
            <a:srgbClr val="F0F9F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AutoShape 21"/>
          <p:cNvSpPr/>
          <p:nvPr>
            <p:custDataLst>
              <p:tags r:id="rId11"/>
            </p:custDataLst>
          </p:nvPr>
        </p:nvSpPr>
        <p:spPr>
          <a:xfrm>
            <a:off x="2714625" y="2896235"/>
            <a:ext cx="127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200" b="1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Noto Sans SC"/>
                <a:sym typeface="Noto Sans SC"/>
              </a:rPr>
              <a:t>长沙</a:t>
            </a:r>
            <a:endParaRPr lang="zh-CN" altLang="en-US" sz="1200" b="1" i="0" u="none" strike="noStrike">
              <a:solidFill>
                <a:srgbClr val="374151"/>
              </a:solidFill>
              <a:latin typeface="微软雅黑" panose="020B0503020204020204" charset="-122"/>
              <a:ea typeface="微软雅黑" panose="020B0503020204020204" charset="-122"/>
              <a:cs typeface="Noto Sans SC"/>
              <a:sym typeface="Noto Sans SC"/>
            </a:endParaRPr>
          </a:p>
        </p:txBody>
      </p:sp>
      <p:sp>
        <p:nvSpPr>
          <p:cNvPr id="47" name="AutoShape 22"/>
          <p:cNvSpPr/>
          <p:nvPr>
            <p:custDataLst>
              <p:tags r:id="rId12"/>
            </p:custDataLst>
          </p:nvPr>
        </p:nvSpPr>
        <p:spPr>
          <a:xfrm>
            <a:off x="2184400" y="3582035"/>
            <a:ext cx="1524000" cy="533400"/>
          </a:xfrm>
          <a:prstGeom prst="roundRect">
            <a:avLst>
              <a:gd name="adj" fmla="val 19047"/>
            </a:avLst>
          </a:prstGeom>
          <a:solidFill>
            <a:srgbClr val="F0F9F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AutoShape 24"/>
          <p:cNvSpPr/>
          <p:nvPr>
            <p:custDataLst>
              <p:tags r:id="rId13"/>
            </p:custDataLst>
          </p:nvPr>
        </p:nvSpPr>
        <p:spPr>
          <a:xfrm>
            <a:off x="2714625" y="3658235"/>
            <a:ext cx="127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Noto Sans SC"/>
                <a:sym typeface="Noto Sans SC"/>
              </a:rPr>
              <a:t>台州</a:t>
            </a:r>
            <a:endParaRPr lang="en-US" sz="1200" b="1" i="0" u="none" strike="noStrike">
              <a:solidFill>
                <a:srgbClr val="374151"/>
              </a:solidFill>
              <a:latin typeface="微软雅黑" panose="020B0503020204020204" charset="-122"/>
              <a:ea typeface="微软雅黑" panose="020B0503020204020204" charset="-122"/>
              <a:cs typeface="Noto Sans SC"/>
              <a:sym typeface="Noto Sans SC"/>
            </a:endParaRPr>
          </a:p>
        </p:txBody>
      </p:sp>
      <p:sp>
        <p:nvSpPr>
          <p:cNvPr id="52" name="AutoShape 25"/>
          <p:cNvSpPr/>
          <p:nvPr>
            <p:custDataLst>
              <p:tags r:id="rId14"/>
            </p:custDataLst>
          </p:nvPr>
        </p:nvSpPr>
        <p:spPr>
          <a:xfrm>
            <a:off x="2184400" y="4344035"/>
            <a:ext cx="1524000" cy="533400"/>
          </a:xfrm>
          <a:prstGeom prst="roundRect">
            <a:avLst>
              <a:gd name="adj" fmla="val 19047"/>
            </a:avLst>
          </a:prstGeom>
          <a:solidFill>
            <a:srgbClr val="F0F9F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AutoShape 27"/>
          <p:cNvSpPr/>
          <p:nvPr>
            <p:custDataLst>
              <p:tags r:id="rId15"/>
            </p:custDataLst>
          </p:nvPr>
        </p:nvSpPr>
        <p:spPr>
          <a:xfrm>
            <a:off x="2714625" y="4420235"/>
            <a:ext cx="127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Noto Sans SC"/>
                <a:sym typeface="Noto Sans SC"/>
              </a:rPr>
              <a:t>绍兴</a:t>
            </a:r>
            <a:endParaRPr lang="en-US" sz="1200" b="1" i="0" u="none" strike="noStrike">
              <a:solidFill>
                <a:srgbClr val="374151"/>
              </a:solidFill>
              <a:latin typeface="微软雅黑" panose="020B0503020204020204" charset="-122"/>
              <a:ea typeface="微软雅黑" panose="020B0503020204020204" charset="-122"/>
              <a:cs typeface="Noto Sans SC"/>
              <a:sym typeface="Noto Sans SC"/>
            </a:endParaRPr>
          </a:p>
        </p:txBody>
      </p:sp>
      <p:sp>
        <p:nvSpPr>
          <p:cNvPr id="62" name="AutoShape 28"/>
          <p:cNvSpPr/>
          <p:nvPr>
            <p:custDataLst>
              <p:tags r:id="rId16"/>
            </p:custDataLst>
          </p:nvPr>
        </p:nvSpPr>
        <p:spPr>
          <a:xfrm>
            <a:off x="2184400" y="5106035"/>
            <a:ext cx="1524000" cy="533400"/>
          </a:xfrm>
          <a:prstGeom prst="roundRect">
            <a:avLst>
              <a:gd name="adj" fmla="val 19047"/>
            </a:avLst>
          </a:prstGeom>
          <a:solidFill>
            <a:srgbClr val="F0F9F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8" name="AutoShape 30"/>
          <p:cNvSpPr/>
          <p:nvPr>
            <p:custDataLst>
              <p:tags r:id="rId17"/>
            </p:custDataLst>
          </p:nvPr>
        </p:nvSpPr>
        <p:spPr>
          <a:xfrm>
            <a:off x="2714625" y="5182235"/>
            <a:ext cx="127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 </a:t>
            </a:r>
            <a:r>
              <a:rPr lang="zh-CN" altLang="en-US" sz="1200" b="1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东莞</a:t>
            </a:r>
            <a:endParaRPr lang="zh-CN" altLang="en-US" sz="1200" b="1" i="0" u="none" strike="noStrike">
              <a:solidFill>
                <a:srgbClr val="37415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/>
            </a:endParaRPr>
          </a:p>
        </p:txBody>
      </p:sp>
      <p:pic>
        <p:nvPicPr>
          <p:cNvPr id="89" name="图片 88" descr="32313536323735383b32313536323734393bb6a8cebb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29285" y="2914015"/>
            <a:ext cx="316230" cy="316230"/>
          </a:xfrm>
          <a:prstGeom prst="rect">
            <a:avLst/>
          </a:prstGeom>
        </p:spPr>
      </p:pic>
      <p:pic>
        <p:nvPicPr>
          <p:cNvPr id="90" name="图片 89" descr="32313536323735383b32313536323734393bb6a8cebb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29285" y="3666490"/>
            <a:ext cx="316230" cy="316230"/>
          </a:xfrm>
          <a:prstGeom prst="rect">
            <a:avLst/>
          </a:prstGeom>
        </p:spPr>
      </p:pic>
      <p:pic>
        <p:nvPicPr>
          <p:cNvPr id="91" name="图片 90" descr="32313536323735383b32313536323734393bb6a8cebb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29285" y="4452620"/>
            <a:ext cx="316230" cy="316230"/>
          </a:xfrm>
          <a:prstGeom prst="rect">
            <a:avLst/>
          </a:prstGeom>
        </p:spPr>
      </p:pic>
      <p:pic>
        <p:nvPicPr>
          <p:cNvPr id="92" name="图片 91" descr="32313536323735383b32313536323734393bb6a8cebb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29285" y="5220335"/>
            <a:ext cx="316230" cy="316230"/>
          </a:xfrm>
          <a:prstGeom prst="rect">
            <a:avLst/>
          </a:prstGeom>
        </p:spPr>
      </p:pic>
      <p:pic>
        <p:nvPicPr>
          <p:cNvPr id="93" name="图片 92" descr="32313536323735383b32313536323734393bb6a8cebb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264410" y="2914015"/>
            <a:ext cx="316230" cy="316230"/>
          </a:xfrm>
          <a:prstGeom prst="rect">
            <a:avLst/>
          </a:prstGeom>
        </p:spPr>
      </p:pic>
      <p:pic>
        <p:nvPicPr>
          <p:cNvPr id="94" name="图片 93" descr="32313536323735383b32313536323734393bb6a8cebb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264410" y="3666490"/>
            <a:ext cx="316230" cy="316230"/>
          </a:xfrm>
          <a:prstGeom prst="rect">
            <a:avLst/>
          </a:prstGeom>
        </p:spPr>
      </p:pic>
      <p:pic>
        <p:nvPicPr>
          <p:cNvPr id="95" name="图片 94" descr="32313536323735383b32313536323734393bb6a8cebb"/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264410" y="4452620"/>
            <a:ext cx="316230" cy="316230"/>
          </a:xfrm>
          <a:prstGeom prst="rect">
            <a:avLst/>
          </a:prstGeom>
        </p:spPr>
      </p:pic>
      <p:pic>
        <p:nvPicPr>
          <p:cNvPr id="96" name="图片 95" descr="32313536323735383b32313536323734393bb6a8cebb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264410" y="5220335"/>
            <a:ext cx="316230" cy="316230"/>
          </a:xfrm>
          <a:prstGeom prst="rect">
            <a:avLst/>
          </a:prstGeom>
        </p:spPr>
      </p:pic>
      <p:sp>
        <p:nvSpPr>
          <p:cNvPr id="127" name="AutoShape 4"/>
          <p:cNvSpPr/>
          <p:nvPr>
            <p:custDataLst>
              <p:tags r:id="rId28"/>
            </p:custDataLst>
          </p:nvPr>
        </p:nvSpPr>
        <p:spPr>
          <a:xfrm>
            <a:off x="3719195" y="1610360"/>
            <a:ext cx="24511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chemeClr val="tx2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Noto Sans SC"/>
                <a:sym typeface="Noto Sans SC"/>
              </a:rPr>
              <a:t>10,000+</a:t>
            </a:r>
            <a:endParaRPr lang="en-US" sz="3200" b="1" i="0" u="none" strike="noStrike">
              <a:solidFill>
                <a:schemeClr val="tx2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Noto Sans SC"/>
              <a:sym typeface="Noto Sans SC"/>
            </a:endParaRPr>
          </a:p>
        </p:txBody>
      </p:sp>
      <p:sp>
        <p:nvSpPr>
          <p:cNvPr id="128" name="AutoShape 5"/>
          <p:cNvSpPr/>
          <p:nvPr>
            <p:custDataLst>
              <p:tags r:id="rId29"/>
            </p:custDataLst>
          </p:nvPr>
        </p:nvSpPr>
        <p:spPr>
          <a:xfrm>
            <a:off x="3642995" y="2502535"/>
            <a:ext cx="24511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Noto Sans SC"/>
                <a:sym typeface="Noto Sans SC"/>
              </a:rPr>
              <a:t>服务企业数量</a:t>
            </a:r>
            <a:endParaRPr lang="en-US" sz="1800" b="1" i="0" u="none" strike="noStrike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Noto Sans SC"/>
              <a:sym typeface="Noto Sans SC"/>
            </a:endParaRPr>
          </a:p>
        </p:txBody>
      </p:sp>
      <p:sp>
        <p:nvSpPr>
          <p:cNvPr id="164" name="AutoShape 4"/>
          <p:cNvSpPr/>
          <p:nvPr/>
        </p:nvSpPr>
        <p:spPr>
          <a:xfrm>
            <a:off x="3984625" y="1677035"/>
            <a:ext cx="7823200" cy="1743075"/>
          </a:xfrm>
          <a:prstGeom prst="roundRect">
            <a:avLst>
              <a:gd name="adj" fmla="val 428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5" name="AutoShape 21"/>
          <p:cNvSpPr/>
          <p:nvPr>
            <p:custDataLst>
              <p:tags r:id="rId30"/>
            </p:custDataLst>
          </p:nvPr>
        </p:nvSpPr>
        <p:spPr>
          <a:xfrm>
            <a:off x="4365625" y="1915795"/>
            <a:ext cx="1270000" cy="136144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altLang="zh-CN" sz="4000" b="1" i="0" u="none" strike="noStrike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Noto Sans SC"/>
                <a:sym typeface="Noto Sans SC"/>
              </a:rPr>
              <a:t>9</a:t>
            </a:r>
            <a:r>
              <a:rPr lang="zh-CN" altLang="en-US" sz="1200" b="1" i="0" u="none" strike="noStrike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Noto Sans SC"/>
                <a:sym typeface="Noto Sans SC"/>
              </a:rPr>
              <a:t>年</a:t>
            </a:r>
            <a:endParaRPr lang="zh-CN" altLang="en-US" sz="1200" b="1" i="0" u="none" strike="noStrike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Noto Sans SC"/>
              <a:sym typeface="Noto Sans SC"/>
            </a:endParaRPr>
          </a:p>
          <a:p>
            <a:pPr indent="0" algn="ctr">
              <a:lnSpc>
                <a:spcPct val="125000"/>
              </a:lnSpc>
              <a:defRPr/>
            </a:pPr>
            <a:endParaRPr lang="zh-CN" altLang="en-US" sz="1200" b="1" i="0" u="none" strike="noStrike">
              <a:ln>
                <a:noFill/>
              </a:ln>
              <a:solidFill>
                <a:srgbClr val="374151"/>
              </a:solidFill>
              <a:latin typeface="微软雅黑" panose="020B0503020204020204" charset="-122"/>
              <a:ea typeface="微软雅黑" panose="020B0503020204020204" charset="-122"/>
              <a:cs typeface="Noto Sans SC"/>
              <a:sym typeface="Noto Sans SC"/>
            </a:endParaRPr>
          </a:p>
          <a:p>
            <a:pPr indent="0" algn="ctr">
              <a:lnSpc>
                <a:spcPct val="125000"/>
              </a:lnSpc>
              <a:defRPr/>
            </a:pPr>
            <a:r>
              <a:rPr lang="zh-CN" altLang="en-US" sz="1200" b="1" i="0" u="none" strike="noStrike">
                <a:ln>
                  <a:noFill/>
                </a:ln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Noto Sans SC"/>
                <a:sym typeface="Noto Sans SC"/>
              </a:rPr>
              <a:t>技术沉淀</a:t>
            </a:r>
            <a:endParaRPr lang="zh-CN" altLang="en-US" sz="1200" b="1" i="0" u="none" strike="noStrike">
              <a:ln>
                <a:noFill/>
              </a:ln>
              <a:solidFill>
                <a:srgbClr val="374151"/>
              </a:solidFill>
              <a:latin typeface="微软雅黑" panose="020B0503020204020204" charset="-122"/>
              <a:ea typeface="微软雅黑" panose="020B0503020204020204" charset="-122"/>
              <a:cs typeface="Noto Sans SC"/>
              <a:sym typeface="Noto Sans SC"/>
            </a:endParaRPr>
          </a:p>
        </p:txBody>
      </p:sp>
      <p:sp>
        <p:nvSpPr>
          <p:cNvPr id="166" name="AutoShape 21"/>
          <p:cNvSpPr/>
          <p:nvPr>
            <p:custDataLst>
              <p:tags r:id="rId31"/>
            </p:custDataLst>
          </p:nvPr>
        </p:nvSpPr>
        <p:spPr>
          <a:xfrm>
            <a:off x="6236970" y="1915795"/>
            <a:ext cx="1270000" cy="136144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altLang="zh-CN" sz="4000" b="1" i="0" u="none" strike="noStrike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Noto Sans SC"/>
                <a:sym typeface="Noto Sans SC"/>
              </a:rPr>
              <a:t>100</a:t>
            </a:r>
            <a:r>
              <a:rPr lang="en-US" altLang="zh-CN" sz="2000" b="1" i="0" u="none" strike="noStrike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Noto Sans SC"/>
                <a:sym typeface="Noto Sans SC"/>
              </a:rPr>
              <a:t>+</a:t>
            </a:r>
            <a:endParaRPr lang="zh-CN" altLang="en-US" sz="1200" b="1" i="0" u="none" strike="noStrike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Noto Sans SC"/>
              <a:sym typeface="Noto Sans SC"/>
            </a:endParaRPr>
          </a:p>
          <a:p>
            <a:pPr indent="0" algn="ctr">
              <a:lnSpc>
                <a:spcPct val="125000"/>
              </a:lnSpc>
              <a:defRPr/>
            </a:pPr>
            <a:endParaRPr lang="zh-CN" altLang="en-US" sz="1200" b="1" i="0" u="none" strike="noStrike">
              <a:ln>
                <a:noFill/>
              </a:ln>
              <a:solidFill>
                <a:srgbClr val="374151"/>
              </a:solidFill>
              <a:latin typeface="微软雅黑" panose="020B0503020204020204" charset="-122"/>
              <a:ea typeface="微软雅黑" panose="020B0503020204020204" charset="-122"/>
              <a:cs typeface="Noto Sans SC"/>
              <a:sym typeface="Noto Sans SC"/>
            </a:endParaRPr>
          </a:p>
          <a:p>
            <a:pPr indent="0" algn="ctr">
              <a:lnSpc>
                <a:spcPct val="125000"/>
              </a:lnSpc>
              <a:defRPr/>
            </a:pPr>
            <a:r>
              <a:rPr lang="zh-CN" altLang="en-US" sz="1200" b="1" i="0" u="none" strike="noStrike">
                <a:ln>
                  <a:noFill/>
                </a:ln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Noto Sans SC"/>
                <a:sym typeface="Noto Sans SC"/>
              </a:rPr>
              <a:t>行业覆盖</a:t>
            </a:r>
            <a:endParaRPr lang="zh-CN" altLang="en-US" sz="1200" b="1" i="0" u="none" strike="noStrike">
              <a:ln>
                <a:noFill/>
              </a:ln>
              <a:solidFill>
                <a:srgbClr val="374151"/>
              </a:solidFill>
              <a:latin typeface="微软雅黑" panose="020B0503020204020204" charset="-122"/>
              <a:ea typeface="微软雅黑" panose="020B0503020204020204" charset="-122"/>
              <a:cs typeface="Noto Sans SC"/>
              <a:sym typeface="Noto Sans SC"/>
            </a:endParaRPr>
          </a:p>
        </p:txBody>
      </p:sp>
      <p:sp>
        <p:nvSpPr>
          <p:cNvPr id="167" name="AutoShape 21"/>
          <p:cNvSpPr/>
          <p:nvPr>
            <p:custDataLst>
              <p:tags r:id="rId32"/>
            </p:custDataLst>
          </p:nvPr>
        </p:nvSpPr>
        <p:spPr>
          <a:xfrm>
            <a:off x="8108315" y="1915795"/>
            <a:ext cx="1270000" cy="136144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altLang="zh-CN" sz="4000" b="1" i="0" u="none" strike="noStrike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Noto Sans SC"/>
                <a:sym typeface="Noto Sans SC"/>
              </a:rPr>
              <a:t>38</a:t>
            </a:r>
            <a:r>
              <a:rPr lang="en-US" altLang="zh-CN" sz="2000" b="1" i="0" u="none" strike="noStrike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Noto Sans SC"/>
                <a:sym typeface="Noto Sans SC"/>
              </a:rPr>
              <a:t>+</a:t>
            </a:r>
            <a:endParaRPr lang="zh-CN" altLang="en-US" sz="1200" b="1" i="0" u="none" strike="noStrike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Noto Sans SC"/>
              <a:sym typeface="Noto Sans SC"/>
            </a:endParaRPr>
          </a:p>
          <a:p>
            <a:pPr indent="0" algn="ctr">
              <a:lnSpc>
                <a:spcPct val="125000"/>
              </a:lnSpc>
              <a:defRPr/>
            </a:pPr>
            <a:endParaRPr lang="zh-CN" altLang="en-US" sz="1200" b="1" i="0" u="none" strike="noStrike">
              <a:ln>
                <a:noFill/>
              </a:ln>
              <a:solidFill>
                <a:srgbClr val="374151"/>
              </a:solidFill>
              <a:latin typeface="微软雅黑" panose="020B0503020204020204" charset="-122"/>
              <a:ea typeface="微软雅黑" panose="020B0503020204020204" charset="-122"/>
              <a:cs typeface="Noto Sans SC"/>
              <a:sym typeface="Noto Sans SC"/>
            </a:endParaRPr>
          </a:p>
          <a:p>
            <a:pPr indent="0" algn="ctr">
              <a:lnSpc>
                <a:spcPct val="125000"/>
              </a:lnSpc>
              <a:defRPr/>
            </a:pPr>
            <a:r>
              <a:rPr lang="zh-CN" altLang="en-US" sz="1200" b="1" i="0" u="none" strike="noStrike">
                <a:ln>
                  <a:noFill/>
                </a:ln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Noto Sans SC"/>
                <a:sym typeface="Noto Sans SC"/>
              </a:rPr>
              <a:t>城市覆盖</a:t>
            </a:r>
            <a:endParaRPr lang="zh-CN" altLang="en-US" sz="1200" b="1" i="0" u="none" strike="noStrike">
              <a:ln>
                <a:noFill/>
              </a:ln>
              <a:solidFill>
                <a:srgbClr val="374151"/>
              </a:solidFill>
              <a:latin typeface="微软雅黑" panose="020B0503020204020204" charset="-122"/>
              <a:ea typeface="微软雅黑" panose="020B0503020204020204" charset="-122"/>
              <a:cs typeface="Noto Sans SC"/>
              <a:sym typeface="Noto Sans SC"/>
            </a:endParaRPr>
          </a:p>
        </p:txBody>
      </p:sp>
      <p:sp>
        <p:nvSpPr>
          <p:cNvPr id="168" name="AutoShape 21"/>
          <p:cNvSpPr/>
          <p:nvPr>
            <p:custDataLst>
              <p:tags r:id="rId33"/>
            </p:custDataLst>
          </p:nvPr>
        </p:nvSpPr>
        <p:spPr>
          <a:xfrm>
            <a:off x="9766935" y="1915795"/>
            <a:ext cx="1906905" cy="136144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altLang="zh-CN" sz="4000" b="1" i="0" u="none" strike="noStrike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Noto Sans SC"/>
                <a:sym typeface="Noto Sans SC"/>
              </a:rPr>
              <a:t>10000</a:t>
            </a:r>
            <a:r>
              <a:rPr lang="en-US" altLang="zh-CN" sz="2000" b="1" i="0" u="none" strike="noStrike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Noto Sans SC"/>
                <a:sym typeface="Noto Sans SC"/>
              </a:rPr>
              <a:t>+</a:t>
            </a:r>
            <a:endParaRPr lang="zh-CN" altLang="en-US" sz="1200" b="1" i="0" u="none" strike="noStrike">
              <a:ln>
                <a:noFill/>
              </a:ln>
              <a:solidFill>
                <a:srgbClr val="374151"/>
              </a:solidFill>
              <a:latin typeface="微软雅黑" panose="020B0503020204020204" charset="-122"/>
              <a:ea typeface="微软雅黑" panose="020B0503020204020204" charset="-122"/>
              <a:cs typeface="Noto Sans SC"/>
              <a:sym typeface="Noto Sans SC"/>
            </a:endParaRPr>
          </a:p>
          <a:p>
            <a:pPr indent="0" algn="ctr">
              <a:lnSpc>
                <a:spcPct val="125000"/>
              </a:lnSpc>
              <a:defRPr/>
            </a:pPr>
            <a:endParaRPr lang="zh-CN" altLang="en-US" sz="1200" b="1" i="0" u="none" strike="noStrike">
              <a:ln>
                <a:noFill/>
              </a:ln>
              <a:solidFill>
                <a:srgbClr val="374151"/>
              </a:solidFill>
              <a:latin typeface="微软雅黑" panose="020B0503020204020204" charset="-122"/>
              <a:ea typeface="微软雅黑" panose="020B0503020204020204" charset="-122"/>
              <a:cs typeface="Noto Sans SC"/>
              <a:sym typeface="Noto Sans SC"/>
            </a:endParaRPr>
          </a:p>
          <a:p>
            <a:pPr indent="0" algn="ctr">
              <a:lnSpc>
                <a:spcPct val="125000"/>
              </a:lnSpc>
              <a:defRPr/>
            </a:pPr>
            <a:r>
              <a:rPr lang="zh-CN" altLang="en-US" sz="1200" b="1" i="0" u="none" strike="noStrike">
                <a:ln>
                  <a:noFill/>
                </a:ln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Noto Sans SC"/>
                <a:sym typeface="Noto Sans SC"/>
              </a:rPr>
              <a:t>服务企业</a:t>
            </a:r>
            <a:endParaRPr lang="zh-CN" altLang="en-US" sz="1200" b="1" i="0" u="none" strike="noStrike">
              <a:ln>
                <a:noFill/>
              </a:ln>
              <a:solidFill>
                <a:srgbClr val="374151"/>
              </a:solidFill>
              <a:latin typeface="微软雅黑" panose="020B0503020204020204" charset="-122"/>
              <a:ea typeface="微软雅黑" panose="020B0503020204020204" charset="-122"/>
              <a:cs typeface="Noto Sans SC"/>
              <a:sym typeface="Noto Sans SC"/>
            </a:endParaRPr>
          </a:p>
        </p:txBody>
      </p:sp>
      <p:pic>
        <p:nvPicPr>
          <p:cNvPr id="4" name="图片 3" descr="templates\picture_hover\&amp;pky240_sjzg_VCG211254088852&amp;"/>
          <p:cNvPicPr>
            <a:picLocks noChangeAspect="1"/>
          </p:cNvPicPr>
          <p:nvPr>
            <p:custDataLst>
              <p:tags r:id="rId34"/>
            </p:custDataLst>
          </p:nvPr>
        </p:nvPicPr>
        <p:blipFill>
          <a:blip r:embed="rId35">
            <a:alphaModFix amt="20000"/>
          </a:blip>
          <a:stretch>
            <a:fillRect/>
          </a:stretch>
        </p:blipFill>
        <p:spPr>
          <a:xfrm>
            <a:off x="3984625" y="3516630"/>
            <a:ext cx="7823835" cy="3046095"/>
          </a:xfrm>
          <a:prstGeom prst="rect">
            <a:avLst/>
          </a:prstGeom>
        </p:spPr>
      </p:pic>
      <p:sp>
        <p:nvSpPr>
          <p:cNvPr id="6" name="AutoShape 28"/>
          <p:cNvSpPr/>
          <p:nvPr>
            <p:custDataLst>
              <p:tags r:id="rId36"/>
            </p:custDataLst>
          </p:nvPr>
        </p:nvSpPr>
        <p:spPr>
          <a:xfrm>
            <a:off x="533400" y="5766435"/>
            <a:ext cx="1524000" cy="533400"/>
          </a:xfrm>
          <a:prstGeom prst="roundRect">
            <a:avLst>
              <a:gd name="adj" fmla="val 19047"/>
            </a:avLst>
          </a:prstGeom>
          <a:solidFill>
            <a:srgbClr val="F0F9F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AutoShape 18"/>
          <p:cNvSpPr/>
          <p:nvPr>
            <p:custDataLst>
              <p:tags r:id="rId37"/>
            </p:custDataLst>
          </p:nvPr>
        </p:nvSpPr>
        <p:spPr>
          <a:xfrm>
            <a:off x="1063625" y="5852795"/>
            <a:ext cx="127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200" b="1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Noto Sans SC"/>
                <a:sym typeface="Noto Sans SC"/>
              </a:rPr>
              <a:t>湖州</a:t>
            </a:r>
            <a:endParaRPr lang="zh-CN" altLang="en-US" sz="1200" b="1" i="0" u="none" strike="noStrike">
              <a:solidFill>
                <a:srgbClr val="374151"/>
              </a:solidFill>
              <a:latin typeface="微软雅黑" panose="020B0503020204020204" charset="-122"/>
              <a:ea typeface="微软雅黑" panose="020B0503020204020204" charset="-122"/>
              <a:cs typeface="Noto Sans SC"/>
              <a:sym typeface="Noto Sans SC"/>
            </a:endParaRPr>
          </a:p>
        </p:txBody>
      </p:sp>
      <p:pic>
        <p:nvPicPr>
          <p:cNvPr id="15" name="图片 14"/>
          <p:cNvPicPr/>
          <p:nvPr>
            <p:custDataLst>
              <p:tags r:id="rId38"/>
            </p:custDataLst>
          </p:nvPr>
        </p:nvPicPr>
        <p:blipFill>
          <a:blip r:embed="rId39"/>
          <a:stretch>
            <a:fillRect/>
          </a:stretch>
        </p:blipFill>
        <p:spPr>
          <a:xfrm>
            <a:off x="5203825" y="4224655"/>
            <a:ext cx="432000" cy="432000"/>
          </a:xfrm>
          <a:prstGeom prst="rect">
            <a:avLst/>
          </a:prstGeom>
        </p:spPr>
      </p:pic>
      <p:sp>
        <p:nvSpPr>
          <p:cNvPr id="1596" name="rect 1596"/>
          <p:cNvSpPr/>
          <p:nvPr>
            <p:custDataLst>
              <p:tags r:id="rId40"/>
            </p:custDataLst>
          </p:nvPr>
        </p:nvSpPr>
        <p:spPr>
          <a:xfrm>
            <a:off x="8034273" y="3908805"/>
            <a:ext cx="2771521" cy="1063244"/>
          </a:xfrm>
          <a:prstGeom prst="rect">
            <a:avLst/>
          </a:prstGeom>
          <a:solidFill>
            <a:srgbClr val="FFFFFF">
              <a:alpha val="69803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98" name="rect 1598"/>
          <p:cNvSpPr/>
          <p:nvPr>
            <p:custDataLst>
              <p:tags r:id="rId41"/>
            </p:custDataLst>
          </p:nvPr>
        </p:nvSpPr>
        <p:spPr>
          <a:xfrm>
            <a:off x="5080241" y="5209794"/>
            <a:ext cx="2771533" cy="1063231"/>
          </a:xfrm>
          <a:prstGeom prst="rect">
            <a:avLst/>
          </a:prstGeom>
          <a:solidFill>
            <a:srgbClr val="FFFFFF">
              <a:alpha val="69803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00" name="rect 1600"/>
          <p:cNvSpPr/>
          <p:nvPr>
            <p:custDataLst>
              <p:tags r:id="rId42"/>
            </p:custDataLst>
          </p:nvPr>
        </p:nvSpPr>
        <p:spPr>
          <a:xfrm>
            <a:off x="8034273" y="5210429"/>
            <a:ext cx="2771521" cy="1063193"/>
          </a:xfrm>
          <a:prstGeom prst="rect">
            <a:avLst/>
          </a:prstGeom>
          <a:solidFill>
            <a:srgbClr val="FFFFFF">
              <a:alpha val="69803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28" name="textbox 1628"/>
          <p:cNvSpPr/>
          <p:nvPr>
            <p:custDataLst>
              <p:tags r:id="rId43"/>
            </p:custDataLst>
          </p:nvPr>
        </p:nvSpPr>
        <p:spPr>
          <a:xfrm>
            <a:off x="5853430" y="4337050"/>
            <a:ext cx="1734185" cy="431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4605" algn="l" rtl="0" eaLnBrk="0">
              <a:lnSpc>
                <a:spcPct val="87000"/>
              </a:lnSpc>
            </a:pPr>
            <a:r>
              <a:rPr lang="en-US" sz="1400" b="1" kern="0" spc="-30" dirty="0">
                <a:solidFill>
                  <a:srgbClr val="0122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Google</a:t>
            </a:r>
            <a:r>
              <a:rPr lang="zh-CN" altLang="en-US" sz="1400" b="1" kern="0" spc="-30" dirty="0">
                <a:solidFill>
                  <a:srgbClr val="0122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独家合作伙伴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13000"/>
              </a:lnSpc>
            </a:pPr>
            <a:endParaRPr sz="1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4" name="图片 23"/>
          <p:cNvPicPr/>
          <p:nvPr>
            <p:custDataLst>
              <p:tags r:id="rId44"/>
            </p:custDataLst>
          </p:nvPr>
        </p:nvPicPr>
        <p:blipFill>
          <a:blip r:embed="rId45"/>
          <a:stretch>
            <a:fillRect/>
          </a:stretch>
        </p:blipFill>
        <p:spPr>
          <a:xfrm>
            <a:off x="8273415" y="4224655"/>
            <a:ext cx="432000" cy="432000"/>
          </a:xfrm>
          <a:prstGeom prst="rect">
            <a:avLst/>
          </a:prstGeom>
        </p:spPr>
      </p:pic>
      <p:sp>
        <p:nvSpPr>
          <p:cNvPr id="25" name="textbox 1628"/>
          <p:cNvSpPr/>
          <p:nvPr>
            <p:custDataLst>
              <p:tags r:id="rId46"/>
            </p:custDataLst>
          </p:nvPr>
        </p:nvSpPr>
        <p:spPr>
          <a:xfrm>
            <a:off x="8873490" y="4337050"/>
            <a:ext cx="1734185" cy="431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4605" algn="l" rtl="0" eaLnBrk="0">
              <a:lnSpc>
                <a:spcPct val="87000"/>
              </a:lnSpc>
            </a:pPr>
            <a:r>
              <a:rPr lang="en-US" sz="1400" b="1" kern="0" spc="-30" dirty="0">
                <a:solidFill>
                  <a:srgbClr val="0122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Meta</a:t>
            </a:r>
            <a:r>
              <a:rPr lang="zh-CN" altLang="en-US" sz="1400" b="1" kern="0" spc="-30" dirty="0">
                <a:solidFill>
                  <a:srgbClr val="0122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商务合作伙伴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13000"/>
              </a:lnSpc>
            </a:pPr>
            <a:endParaRPr sz="1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6" name="图片 25" descr="WhatsApp"/>
          <p:cNvPicPr/>
          <p:nvPr>
            <p:custDataLst>
              <p:tags r:id="rId47"/>
            </p:custDataLst>
          </p:nvPr>
        </p:nvPicPr>
        <p:blipFill>
          <a:blip r:embed="rId48"/>
          <a:stretch>
            <a:fillRect/>
          </a:stretch>
        </p:blipFill>
        <p:spPr>
          <a:xfrm>
            <a:off x="5203825" y="5536565"/>
            <a:ext cx="432000" cy="432000"/>
          </a:xfrm>
          <a:prstGeom prst="rect">
            <a:avLst/>
          </a:prstGeom>
        </p:spPr>
      </p:pic>
      <p:sp>
        <p:nvSpPr>
          <p:cNvPr id="27" name="textbox 1628"/>
          <p:cNvSpPr/>
          <p:nvPr>
            <p:custDataLst>
              <p:tags r:id="rId49"/>
            </p:custDataLst>
          </p:nvPr>
        </p:nvSpPr>
        <p:spPr>
          <a:xfrm>
            <a:off x="5853430" y="5639435"/>
            <a:ext cx="1734185" cy="431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4605" algn="l" rtl="0" eaLnBrk="0">
              <a:lnSpc>
                <a:spcPct val="87000"/>
              </a:lnSpc>
            </a:pPr>
            <a:r>
              <a:rPr lang="en-US" sz="1400" b="1" kern="0" spc="-110" dirty="0">
                <a:solidFill>
                  <a:srgbClr val="0122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WhatsApp </a:t>
            </a:r>
            <a:r>
              <a:rPr lang="zh-CN" altLang="en-US" sz="1400" b="1" kern="0" spc="-110" dirty="0">
                <a:solidFill>
                  <a:srgbClr val="0122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合作伙伴</a:t>
            </a:r>
            <a:endParaRPr lang="zh-CN" altLang="en-US" sz="1400" b="1" kern="0" spc="-110" dirty="0">
              <a:solidFill>
                <a:srgbClr val="012296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4605" algn="l" rtl="0" eaLnBrk="0">
              <a:lnSpc>
                <a:spcPct val="87000"/>
              </a:lnSpc>
            </a:pP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13000"/>
              </a:lnSpc>
            </a:pPr>
            <a:endParaRPr sz="1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8" name="图片 27" descr="google_gemini_line"/>
          <p:cNvPicPr/>
          <p:nvPr>
            <p:custDataLst>
              <p:tags r:id="rId50"/>
            </p:custDataLst>
          </p:nvPr>
        </p:nvPicPr>
        <p:blipFill>
          <a:blip r:embed="rId51"/>
          <a:stretch>
            <a:fillRect/>
          </a:stretch>
        </p:blipFill>
        <p:spPr>
          <a:xfrm>
            <a:off x="8273415" y="5536565"/>
            <a:ext cx="432000" cy="432000"/>
          </a:xfrm>
          <a:prstGeom prst="rect">
            <a:avLst/>
          </a:prstGeom>
        </p:spPr>
      </p:pic>
      <p:sp>
        <p:nvSpPr>
          <p:cNvPr id="29" name="textbox 1628"/>
          <p:cNvSpPr/>
          <p:nvPr>
            <p:custDataLst>
              <p:tags r:id="rId52"/>
            </p:custDataLst>
          </p:nvPr>
        </p:nvSpPr>
        <p:spPr>
          <a:xfrm>
            <a:off x="8873490" y="5420995"/>
            <a:ext cx="1734185" cy="431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5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4605" algn="l" rtl="0" eaLnBrk="0">
              <a:lnSpc>
                <a:spcPct val="150000"/>
              </a:lnSpc>
            </a:pPr>
            <a:r>
              <a:rPr lang="en-US" sz="1400" b="1" kern="0" spc="-110" dirty="0">
                <a:solidFill>
                  <a:srgbClr val="0122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Google Gemini </a:t>
            </a:r>
            <a:r>
              <a:rPr lang="zh-CN" altLang="en-US" sz="1400" b="1" kern="0" spc="-110" dirty="0">
                <a:solidFill>
                  <a:srgbClr val="0122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官方授权</a:t>
            </a:r>
            <a:r>
              <a:rPr lang="en-US" altLang="zh-CN" sz="1400" b="1" kern="0" spc="-110" dirty="0">
                <a:solidFill>
                  <a:srgbClr val="01229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API</a:t>
            </a:r>
            <a:endParaRPr sz="1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0" name="矩形 319"/>
          <p:cNvSpPr>
            <a:spLocks noChangeArrowheads="1"/>
          </p:cNvSpPr>
          <p:nvPr/>
        </p:nvSpPr>
        <p:spPr bwMode="auto">
          <a:xfrm>
            <a:off x="0" y="174625"/>
            <a:ext cx="376555" cy="5238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1905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+mn-lt"/>
            </a:endParaRPr>
          </a:p>
        </p:txBody>
      </p:sp>
      <p:sp>
        <p:nvSpPr>
          <p:cNvPr id="321" name="矩形 320"/>
          <p:cNvSpPr>
            <a:spLocks noChangeArrowheads="1"/>
          </p:cNvSpPr>
          <p:nvPr/>
        </p:nvSpPr>
        <p:spPr bwMode="auto">
          <a:xfrm>
            <a:off x="408940" y="174625"/>
            <a:ext cx="140970" cy="5238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1905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+mn-lt"/>
            </a:endParaRPr>
          </a:p>
        </p:txBody>
      </p:sp>
      <p:sp>
        <p:nvSpPr>
          <p:cNvPr id="30" name="AutoShape 28"/>
          <p:cNvSpPr/>
          <p:nvPr>
            <p:custDataLst>
              <p:tags r:id="rId53"/>
            </p:custDataLst>
          </p:nvPr>
        </p:nvSpPr>
        <p:spPr>
          <a:xfrm>
            <a:off x="2184400" y="5766435"/>
            <a:ext cx="1524000" cy="533400"/>
          </a:xfrm>
          <a:prstGeom prst="roundRect">
            <a:avLst>
              <a:gd name="adj" fmla="val 19047"/>
            </a:avLst>
          </a:prstGeom>
          <a:solidFill>
            <a:srgbClr val="F0F9F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AutoShape 18"/>
          <p:cNvSpPr/>
          <p:nvPr>
            <p:custDataLst>
              <p:tags r:id="rId54"/>
            </p:custDataLst>
          </p:nvPr>
        </p:nvSpPr>
        <p:spPr>
          <a:xfrm>
            <a:off x="2264410" y="5852795"/>
            <a:ext cx="127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200" b="1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Noto Sans SC"/>
                <a:sym typeface="Noto Sans SC"/>
              </a:rPr>
              <a:t>持续开发中</a:t>
            </a:r>
            <a:r>
              <a:rPr lang="en-US" altLang="zh-CN" sz="1200" b="1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Noto Sans SC"/>
                <a:sym typeface="Noto Sans SC"/>
              </a:rPr>
              <a:t>... ...</a:t>
            </a:r>
            <a:endParaRPr lang="en-US" altLang="zh-CN" sz="1200" b="1" i="0" u="none" strike="noStrike">
              <a:solidFill>
                <a:srgbClr val="374151"/>
              </a:solidFill>
              <a:latin typeface="微软雅黑" panose="020B0503020204020204" charset="-122"/>
              <a:ea typeface="微软雅黑" panose="020B0503020204020204" charset="-122"/>
              <a:cs typeface="Noto Sans SC"/>
              <a:sym typeface="Noto Sans SC"/>
            </a:endParaRPr>
          </a:p>
        </p:txBody>
      </p:sp>
      <p:pic>
        <p:nvPicPr>
          <p:cNvPr id="34" name="图片 33" descr="32313536323735383b32313536323734393bb6a8cebb"/>
          <p:cNvPicPr>
            <a:picLocks noChangeAspect="1"/>
          </p:cNvPicPr>
          <p:nvPr>
            <p:custDataLst>
              <p:tags r:id="rId55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29285" y="5917565"/>
            <a:ext cx="316230" cy="316230"/>
          </a:xfrm>
          <a:prstGeom prst="rect">
            <a:avLst/>
          </a:prstGeom>
        </p:spPr>
      </p:pic>
      <p:sp>
        <p:nvSpPr>
          <p:cNvPr id="37" name="textbox 1264"/>
          <p:cNvSpPr/>
          <p:nvPr/>
        </p:nvSpPr>
        <p:spPr>
          <a:xfrm>
            <a:off x="629285" y="174625"/>
            <a:ext cx="4820285" cy="5238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7000"/>
              </a:lnSpc>
            </a:pPr>
            <a:endParaRPr sz="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algn="l" rtl="0" eaLnBrk="0">
              <a:lnSpc>
                <a:spcPct val="117000"/>
              </a:lnSpc>
            </a:pPr>
            <a:r>
              <a:rPr sz="2700" b="1" kern="0" spc="30" dirty="0">
                <a:solidFill>
                  <a:srgbClr val="18181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企业概</a:t>
            </a:r>
            <a:r>
              <a:rPr lang="zh-CN" sz="2700" b="1" kern="0" spc="30" dirty="0">
                <a:solidFill>
                  <a:srgbClr val="18181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况</a:t>
            </a:r>
            <a:r>
              <a:rPr lang="en-US" altLang="zh-CN" sz="2700" b="1" kern="0" spc="30" dirty="0">
                <a:solidFill>
                  <a:srgbClr val="18181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kern="0" spc="1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COMPANY</a:t>
            </a:r>
            <a:r>
              <a:rPr sz="2000" kern="0" spc="1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PROFILE</a:t>
            </a: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2" name="Picture 41"/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11213783" y="98425"/>
            <a:ext cx="775970" cy="83693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" name="图片 7"/>
          <p:cNvPicPr/>
          <p:nvPr/>
        </p:nvPicPr>
        <p:blipFill rotWithShape="1">
          <a:blip r:embed="rId1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6" b="15226"/>
          <a:stretch>
            <a:fillRect/>
          </a:stretch>
        </p:blipFill>
        <p:spPr>
          <a:xfrm flipH="1">
            <a:off x="5080" y="-22225"/>
            <a:ext cx="12192000" cy="6858000"/>
          </a:xfrm>
          <a:prstGeom prst="rect">
            <a:avLst/>
          </a:prstGeom>
        </p:spPr>
      </p:pic>
      <p:sp>
        <p:nvSpPr>
          <p:cNvPr id="15" name="任意多边形: 形状 5"/>
          <p:cNvSpPr/>
          <p:nvPr/>
        </p:nvSpPr>
        <p:spPr>
          <a:xfrm flipH="1" flipV="1">
            <a:off x="0" y="0"/>
            <a:ext cx="507986" cy="220469"/>
          </a:xfrm>
          <a:custGeom>
            <a:avLst/>
            <a:gdLst>
              <a:gd name="connsiteX0" fmla="*/ 762268 w 762268"/>
              <a:gd name="connsiteY0" fmla="*/ 0 h 330829"/>
              <a:gd name="connsiteX1" fmla="*/ 762268 w 762268"/>
              <a:gd name="connsiteY1" fmla="*/ 330829 h 330829"/>
              <a:gd name="connsiteX2" fmla="*/ 0 w 762268"/>
              <a:gd name="connsiteY2" fmla="*/ 330829 h 330829"/>
              <a:gd name="connsiteX3" fmla="*/ 217219 w 762268"/>
              <a:gd name="connsiteY3" fmla="*/ 253107 h 330829"/>
              <a:gd name="connsiteX4" fmla="*/ 578200 w 762268"/>
              <a:gd name="connsiteY4" fmla="*/ 97578 h 3308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2268" h="330829">
                <a:moveTo>
                  <a:pt x="762268" y="0"/>
                </a:moveTo>
                <a:lnTo>
                  <a:pt x="762268" y="330829"/>
                </a:lnTo>
                <a:lnTo>
                  <a:pt x="0" y="330829"/>
                </a:lnTo>
                <a:lnTo>
                  <a:pt x="217219" y="253107"/>
                </a:lnTo>
                <a:cubicBezTo>
                  <a:pt x="340678" y="205442"/>
                  <a:pt x="461172" y="153578"/>
                  <a:pt x="578200" y="97578"/>
                </a:cubicBezTo>
                <a:close/>
              </a:path>
            </a:pathLst>
          </a:custGeom>
          <a:solidFill>
            <a:srgbClr val="00CCE2"/>
          </a:solidFill>
          <a:ln>
            <a:noFill/>
          </a:ln>
          <a:effectLst>
            <a:innerShdw blurRad="127000">
              <a:srgbClr val="FFFFFF">
                <a:alpha val="70000"/>
              </a:srgbClr>
            </a:innerShdw>
          </a:effectLst>
        </p:spPr>
        <p:style>
          <a:lnRef idx="2">
            <a:srgbClr val="006EFF">
              <a:shade val="50000"/>
            </a:srgbClr>
          </a:lnRef>
          <a:fillRef idx="1">
            <a:srgbClr val="006EFF"/>
          </a:fillRef>
          <a:effectRef idx="0">
            <a:srgbClr val="006EFF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788035" y="1560195"/>
            <a:ext cx="10159365" cy="24618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4000" dirty="0">
                <a:solidFill>
                  <a:schemeClr val="tx2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OPPOSans R" panose="00020600040101010101" pitchFamily="18" charset="-122"/>
                <a:sym typeface="+mn-ea"/>
              </a:rPr>
              <a:t>W</a:t>
            </a:r>
            <a:r>
              <a:rPr lang="en-US" altLang="en-US" sz="4000" dirty="0">
                <a:solidFill>
                  <a:schemeClr val="tx2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OPPOSans R" panose="00020600040101010101" pitchFamily="18" charset="-122"/>
                <a:sym typeface="+mn-ea"/>
              </a:rPr>
              <a:t>À</a:t>
            </a:r>
            <a:r>
              <a:rPr lang="zh-CN" altLang="en-US" sz="4000" dirty="0">
                <a:solidFill>
                  <a:schemeClr val="tx2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OPPOSans R" panose="00020600040101010101" pitchFamily="18" charset="-122"/>
                <a:sym typeface="+mn-ea"/>
              </a:rPr>
              <a:t>商机的效果总结</a:t>
            </a:r>
            <a:br>
              <a:rPr lang="zh-CN" altLang="en-US" sz="4000" dirty="0">
                <a:solidFill>
                  <a:schemeClr val="tx2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</a:br>
            <a:r>
              <a:rPr lang="zh-CN" altLang="en-US" sz="4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获客精准丨获客成本低丨转化效果好</a:t>
            </a:r>
            <a:endParaRPr lang="zh-CN" altLang="en-US" sz="4000" b="1" dirty="0">
              <a:solidFill>
                <a:schemeClr val="tx2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8068164" y="4654336"/>
            <a:ext cx="4128918" cy="2201762"/>
            <a:chOff x="8259180" y="4756192"/>
            <a:chExt cx="3937902" cy="2099900"/>
          </a:xfrm>
        </p:grpSpPr>
        <p:sp>
          <p:nvSpPr>
            <p:cNvPr id="4" name="任意多边形: 形状 4"/>
            <p:cNvSpPr/>
            <p:nvPr/>
          </p:nvSpPr>
          <p:spPr>
            <a:xfrm>
              <a:off x="8259180" y="4756192"/>
              <a:ext cx="3937902" cy="2099896"/>
            </a:xfrm>
            <a:custGeom>
              <a:avLst/>
              <a:gdLst>
                <a:gd name="connsiteX0" fmla="*/ 1922330 w 1922330"/>
                <a:gd name="connsiteY0" fmla="*/ 0 h 1025088"/>
                <a:gd name="connsiteX1" fmla="*/ 1922330 w 1922330"/>
                <a:gd name="connsiteY1" fmla="*/ 500286 h 1025088"/>
                <a:gd name="connsiteX2" fmla="*/ 1622475 w 1922330"/>
                <a:gd name="connsiteY2" fmla="*/ 653457 h 1025088"/>
                <a:gd name="connsiteX3" fmla="*/ 654821 w 1922330"/>
                <a:gd name="connsiteY3" fmla="*/ 1016553 h 1025088"/>
                <a:gd name="connsiteX4" fmla="*/ 620432 w 1922330"/>
                <a:gd name="connsiteY4" fmla="*/ 1025088 h 1025088"/>
                <a:gd name="connsiteX5" fmla="*/ 0 w 1922330"/>
                <a:gd name="connsiteY5" fmla="*/ 1025088 h 1025088"/>
                <a:gd name="connsiteX6" fmla="*/ 305983 w 1922330"/>
                <a:gd name="connsiteY6" fmla="*/ 915745 h 1025088"/>
                <a:gd name="connsiteX7" fmla="*/ 1729604 w 1922330"/>
                <a:gd name="connsiteY7" fmla="*/ 147722 h 1025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22330" h="1025088">
                  <a:moveTo>
                    <a:pt x="1922330" y="0"/>
                  </a:moveTo>
                  <a:lnTo>
                    <a:pt x="1922330" y="500286"/>
                  </a:lnTo>
                  <a:lnTo>
                    <a:pt x="1622475" y="653457"/>
                  </a:lnTo>
                  <a:cubicBezTo>
                    <a:pt x="1314164" y="799776"/>
                    <a:pt x="990088" y="920872"/>
                    <a:pt x="654821" y="1016553"/>
                  </a:cubicBezTo>
                  <a:lnTo>
                    <a:pt x="620432" y="1025088"/>
                  </a:lnTo>
                  <a:lnTo>
                    <a:pt x="0" y="1025088"/>
                  </a:lnTo>
                  <a:lnTo>
                    <a:pt x="305983" y="915745"/>
                  </a:lnTo>
                  <a:cubicBezTo>
                    <a:pt x="817066" y="717297"/>
                    <a:pt x="1297300" y="460424"/>
                    <a:pt x="1729604" y="147722"/>
                  </a:cubicBezTo>
                  <a:close/>
                </a:path>
              </a:pathLst>
            </a:custGeom>
            <a:gradFill>
              <a:gsLst>
                <a:gs pos="13000">
                  <a:srgbClr val="006EFF"/>
                </a:gs>
                <a:gs pos="100000">
                  <a:srgbClr val="00CCE2"/>
                </a:gs>
              </a:gsLst>
              <a:lin ang="2700000" scaled="0"/>
            </a:gradFill>
            <a:ln>
              <a:noFill/>
            </a:ln>
            <a:effectLst>
              <a:innerShdw blurRad="127000">
                <a:srgbClr val="FFFFFF">
                  <a:alpha val="70000"/>
                </a:srgbClr>
              </a:innerShdw>
            </a:effectLst>
          </p:spPr>
          <p:style>
            <a:lnRef idx="2">
              <a:srgbClr val="006EFF">
                <a:shade val="50000"/>
              </a:srgbClr>
            </a:lnRef>
            <a:fillRef idx="1">
              <a:srgbClr val="006EFF"/>
            </a:fillRef>
            <a:effectRef idx="0">
              <a:srgbClr val="006EFF"/>
            </a:effectRef>
            <a:fontRef idx="minor">
              <a:srgbClr val="FFFFFF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" name="任意多边形: 形状 3"/>
            <p:cNvSpPr/>
            <p:nvPr/>
          </p:nvSpPr>
          <p:spPr>
            <a:xfrm>
              <a:off x="10635571" y="6178387"/>
              <a:ext cx="1561509" cy="677705"/>
            </a:xfrm>
            <a:custGeom>
              <a:avLst/>
              <a:gdLst>
                <a:gd name="connsiteX0" fmla="*/ 762268 w 762268"/>
                <a:gd name="connsiteY0" fmla="*/ 0 h 330829"/>
                <a:gd name="connsiteX1" fmla="*/ 762268 w 762268"/>
                <a:gd name="connsiteY1" fmla="*/ 330829 h 330829"/>
                <a:gd name="connsiteX2" fmla="*/ 0 w 762268"/>
                <a:gd name="connsiteY2" fmla="*/ 330829 h 330829"/>
                <a:gd name="connsiteX3" fmla="*/ 217219 w 762268"/>
                <a:gd name="connsiteY3" fmla="*/ 253107 h 330829"/>
                <a:gd name="connsiteX4" fmla="*/ 578200 w 762268"/>
                <a:gd name="connsiteY4" fmla="*/ 97578 h 330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2268" h="330829">
                  <a:moveTo>
                    <a:pt x="762268" y="0"/>
                  </a:moveTo>
                  <a:lnTo>
                    <a:pt x="762268" y="330829"/>
                  </a:lnTo>
                  <a:lnTo>
                    <a:pt x="0" y="330829"/>
                  </a:lnTo>
                  <a:lnTo>
                    <a:pt x="217219" y="253107"/>
                  </a:lnTo>
                  <a:cubicBezTo>
                    <a:pt x="340678" y="205442"/>
                    <a:pt x="461172" y="153578"/>
                    <a:pt x="578200" y="97578"/>
                  </a:cubicBezTo>
                  <a:close/>
                </a:path>
              </a:pathLst>
            </a:custGeom>
            <a:solidFill>
              <a:srgbClr val="00CCE2"/>
            </a:solidFill>
            <a:ln>
              <a:noFill/>
            </a:ln>
            <a:effectLst>
              <a:innerShdw blurRad="127000">
                <a:srgbClr val="FFFFFF">
                  <a:alpha val="70000"/>
                </a:srgbClr>
              </a:innerShdw>
            </a:effectLst>
          </p:spPr>
          <p:style>
            <a:lnRef idx="2">
              <a:srgbClr val="006EFF">
                <a:shade val="50000"/>
              </a:srgbClr>
            </a:lnRef>
            <a:fillRef idx="1">
              <a:srgbClr val="006EFF"/>
            </a:fillRef>
            <a:effectRef idx="0">
              <a:srgbClr val="006EFF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42" name="Picture 4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3783" y="98425"/>
            <a:ext cx="775970" cy="83693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AutoShape 2"/>
          <p:cNvSpPr/>
          <p:nvPr/>
        </p:nvSpPr>
        <p:spPr>
          <a:xfrm>
            <a:off x="721995" y="174625"/>
            <a:ext cx="10566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2800" b="1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W</a:t>
            </a:r>
            <a:r>
              <a:rPr lang="en-US" altLang="en-US" sz="2800" b="1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À</a:t>
            </a:r>
            <a:r>
              <a:rPr lang="en-US" sz="2800" b="1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商机系统：三大核心优势 </a:t>
            </a:r>
            <a:r>
              <a:rPr lang="zh-CN" altLang="en-US" sz="20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获客精准丨成本低丨转化高</a:t>
            </a:r>
            <a:endParaRPr lang="zh-CN" altLang="en-US" sz="2000" b="1" i="0" u="none" strike="noStrike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/>
            </a:endParaRPr>
          </a:p>
        </p:txBody>
      </p:sp>
      <p:sp>
        <p:nvSpPr>
          <p:cNvPr id="4" name="AutoShape 3"/>
          <p:cNvSpPr/>
          <p:nvPr>
            <p:custDataLst>
              <p:tags r:id="rId1"/>
            </p:custDataLst>
          </p:nvPr>
        </p:nvSpPr>
        <p:spPr>
          <a:xfrm>
            <a:off x="812800" y="1397000"/>
            <a:ext cx="3302000" cy="4191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AutoShape 4"/>
          <p:cNvSpPr/>
          <p:nvPr>
            <p:custDataLst>
              <p:tags r:id="rId2"/>
            </p:custDataLst>
          </p:nvPr>
        </p:nvSpPr>
        <p:spPr>
          <a:xfrm>
            <a:off x="1828800" y="1651000"/>
            <a:ext cx="1270000" cy="1270000"/>
          </a:xfrm>
          <a:prstGeom prst="ellipse">
            <a:avLst/>
          </a:prstGeom>
          <a:solidFill>
            <a:srgbClr val="007BFF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82800" y="1905000"/>
            <a:ext cx="762000" cy="762000"/>
          </a:xfrm>
          <a:prstGeom prst="rect">
            <a:avLst/>
          </a:prstGeom>
        </p:spPr>
      </p:pic>
      <p:sp>
        <p:nvSpPr>
          <p:cNvPr id="7" name="AutoShape 6"/>
          <p:cNvSpPr/>
          <p:nvPr>
            <p:custDataLst>
              <p:tags r:id="rId6"/>
            </p:custDataLst>
          </p:nvPr>
        </p:nvSpPr>
        <p:spPr>
          <a:xfrm>
            <a:off x="812800" y="30480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7BFF"/>
                </a:solidFill>
                <a:latin typeface="微软雅黑" panose="020B0503020204020204" charset="-122"/>
                <a:ea typeface="微软雅黑" panose="020B0503020204020204" charset="-122"/>
                <a:cs typeface="Noto Sans SC"/>
                <a:sym typeface="Noto Sans SC"/>
              </a:rPr>
              <a:t>精准度高</a:t>
            </a:r>
            <a:endParaRPr lang="en-US" sz="2000" b="1" i="0" u="none" strike="noStrike">
              <a:solidFill>
                <a:srgbClr val="007BFF"/>
              </a:solidFill>
              <a:latin typeface="微软雅黑" panose="020B0503020204020204" charset="-122"/>
              <a:ea typeface="微软雅黑" panose="020B0503020204020204" charset="-122"/>
              <a:cs typeface="Noto Sans SC"/>
              <a:sym typeface="Noto Sans SC"/>
            </a:endParaRPr>
          </a:p>
        </p:txBody>
      </p:sp>
      <p:sp>
        <p:nvSpPr>
          <p:cNvPr id="8" name="AutoShape 7"/>
          <p:cNvSpPr/>
          <p:nvPr>
            <p:custDataLst>
              <p:tags r:id="rId7"/>
            </p:custDataLst>
          </p:nvPr>
        </p:nvSpPr>
        <p:spPr>
          <a:xfrm>
            <a:off x="1066800" y="3556000"/>
            <a:ext cx="2794000" cy="762000"/>
          </a:xfrm>
          <a:prstGeom prst="roundRect">
            <a:avLst>
              <a:gd name="adj" fmla="val 13333"/>
            </a:avLst>
          </a:prstGeom>
          <a:solidFill>
            <a:srgbClr val="007B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AutoShape 8"/>
          <p:cNvSpPr/>
          <p:nvPr>
            <p:custDataLst>
              <p:tags r:id="rId8"/>
            </p:custDataLst>
          </p:nvPr>
        </p:nvSpPr>
        <p:spPr>
          <a:xfrm>
            <a:off x="1066800" y="3619500"/>
            <a:ext cx="279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用户画像准确率</a:t>
            </a:r>
            <a:r>
              <a:rPr lang="en-US" sz="2400" b="1" i="0" u="none" strike="noStrike">
                <a:solidFill>
                  <a:srgbClr val="007B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&gt;90%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AutoShape 9"/>
          <p:cNvSpPr/>
          <p:nvPr>
            <p:custDataLst>
              <p:tags r:id="rId9"/>
            </p:custDataLst>
          </p:nvPr>
        </p:nvSpPr>
        <p:spPr>
          <a:xfrm>
            <a:off x="885825" y="4445000"/>
            <a:ext cx="2974975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50000"/>
              </a:lnSpc>
              <a:defRPr/>
            </a:pPr>
            <a:r>
              <a:rPr lang="en-US" sz="1100" b="0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精准定位</a:t>
            </a:r>
            <a:r>
              <a:rPr lang="zh-CN" altLang="en-US" sz="1100" b="0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客户画像：</a:t>
            </a:r>
            <a:r>
              <a:rPr lang="en-US" sz="1100" b="0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国家</a:t>
            </a:r>
            <a:r>
              <a:rPr lang="zh-CN" altLang="en-US" sz="1100" b="0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地区</a:t>
            </a:r>
            <a:r>
              <a:rPr lang="en-US" sz="1100" b="0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+</a:t>
            </a:r>
            <a:r>
              <a:rPr lang="zh-CN" altLang="en-US" sz="1100" b="0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兴趣</a:t>
            </a:r>
            <a:r>
              <a:rPr lang="en-US" sz="1100" b="0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行业+职位</a:t>
            </a:r>
            <a:endParaRPr lang="en-US" sz="1100" b="0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/>
            </a:endParaRPr>
          </a:p>
          <a:p>
            <a:pPr indent="0" algn="just">
              <a:lnSpc>
                <a:spcPct val="150000"/>
              </a:lnSpc>
              <a:defRPr/>
            </a:pPr>
            <a:r>
              <a:rPr lang="en-US" sz="11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AI</a:t>
            </a:r>
            <a:r>
              <a:rPr lang="zh-CN" altLang="en-US" sz="11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智能优化推广方案，</a:t>
            </a:r>
            <a:r>
              <a:rPr lang="en-US" altLang="zh-CN" sz="1100" spc="1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“</a:t>
            </a:r>
            <a:r>
              <a:rPr lang="zh-CN" altLang="en-US" sz="1100" spc="1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商机成效最大化</a:t>
            </a:r>
            <a:r>
              <a:rPr lang="en-US" altLang="zh-CN" sz="1100" spc="1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“</a:t>
            </a:r>
            <a:endParaRPr lang="zh-CN" altLang="en-US" sz="11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/>
            </a:endParaRPr>
          </a:p>
          <a:p>
            <a:pPr indent="0" algn="just">
              <a:lnSpc>
                <a:spcPct val="150000"/>
              </a:lnSpc>
              <a:defRPr/>
            </a:pPr>
            <a:r>
              <a:rPr lang="zh-CN" altLang="en-US" sz="1100" b="0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买家填写高意向表单：姓名</a:t>
            </a:r>
            <a:r>
              <a:rPr lang="en-US" altLang="zh-CN" sz="1100" b="0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+</a:t>
            </a:r>
            <a:r>
              <a:rPr lang="zh-CN" altLang="en-US" sz="1100" b="0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公司名</a:t>
            </a:r>
            <a:r>
              <a:rPr lang="en-US" altLang="zh-CN" sz="1100" b="0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+</a:t>
            </a:r>
            <a:r>
              <a:rPr lang="zh-CN" altLang="en-US" sz="1100" b="0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联系方式</a:t>
            </a:r>
            <a:endParaRPr lang="zh-CN" altLang="en-US" sz="1100" b="0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/>
            </a:endParaRPr>
          </a:p>
        </p:txBody>
      </p:sp>
      <p:sp>
        <p:nvSpPr>
          <p:cNvPr id="11" name="AutoShape 10"/>
          <p:cNvSpPr/>
          <p:nvPr>
            <p:custDataLst>
              <p:tags r:id="rId10"/>
            </p:custDataLst>
          </p:nvPr>
        </p:nvSpPr>
        <p:spPr>
          <a:xfrm>
            <a:off x="4445000" y="1397000"/>
            <a:ext cx="3302000" cy="4191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AutoShape 11"/>
          <p:cNvSpPr/>
          <p:nvPr>
            <p:custDataLst>
              <p:tags r:id="rId11"/>
            </p:custDataLst>
          </p:nvPr>
        </p:nvSpPr>
        <p:spPr>
          <a:xfrm>
            <a:off x="5461000" y="1651000"/>
            <a:ext cx="1270000" cy="1270000"/>
          </a:xfrm>
          <a:prstGeom prst="ellipse">
            <a:avLst/>
          </a:prstGeom>
          <a:solidFill>
            <a:srgbClr val="007BFF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3" name="Picture 12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715000" y="1905000"/>
            <a:ext cx="762000" cy="762000"/>
          </a:xfrm>
          <a:prstGeom prst="rect">
            <a:avLst/>
          </a:prstGeom>
        </p:spPr>
      </p:pic>
      <p:sp>
        <p:nvSpPr>
          <p:cNvPr id="14" name="AutoShape 13"/>
          <p:cNvSpPr/>
          <p:nvPr>
            <p:custDataLst>
              <p:tags r:id="rId15"/>
            </p:custDataLst>
          </p:nvPr>
        </p:nvSpPr>
        <p:spPr>
          <a:xfrm>
            <a:off x="4445000" y="30480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7BFF"/>
                </a:solidFill>
                <a:latin typeface="微软雅黑" panose="020B0503020204020204" charset="-122"/>
                <a:ea typeface="微软雅黑" panose="020B0503020204020204" charset="-122"/>
                <a:cs typeface="Noto Sans SC"/>
                <a:sym typeface="Noto Sans SC"/>
              </a:rPr>
              <a:t>获客成本低</a:t>
            </a:r>
            <a:endParaRPr lang="en-US" sz="2000" b="1" i="0" u="none" strike="noStrike">
              <a:solidFill>
                <a:srgbClr val="007BFF"/>
              </a:solidFill>
              <a:latin typeface="微软雅黑" panose="020B0503020204020204" charset="-122"/>
              <a:ea typeface="微软雅黑" panose="020B0503020204020204" charset="-122"/>
              <a:cs typeface="Noto Sans SC"/>
              <a:sym typeface="Noto Sans SC"/>
            </a:endParaRPr>
          </a:p>
        </p:txBody>
      </p:sp>
      <p:sp>
        <p:nvSpPr>
          <p:cNvPr id="15" name="AutoShape 14"/>
          <p:cNvSpPr/>
          <p:nvPr>
            <p:custDataLst>
              <p:tags r:id="rId16"/>
            </p:custDataLst>
          </p:nvPr>
        </p:nvSpPr>
        <p:spPr>
          <a:xfrm>
            <a:off x="4699000" y="3556000"/>
            <a:ext cx="2794000" cy="762000"/>
          </a:xfrm>
          <a:prstGeom prst="roundRect">
            <a:avLst>
              <a:gd name="adj" fmla="val 13333"/>
            </a:avLst>
          </a:prstGeom>
          <a:solidFill>
            <a:srgbClr val="007B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AutoShape 15"/>
          <p:cNvSpPr/>
          <p:nvPr>
            <p:custDataLst>
              <p:tags r:id="rId17"/>
            </p:custDataLst>
          </p:nvPr>
        </p:nvSpPr>
        <p:spPr>
          <a:xfrm>
            <a:off x="4699000" y="3619500"/>
            <a:ext cx="279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单次展示成本约</a:t>
            </a:r>
            <a:r>
              <a:rPr lang="en-US" sz="2400" b="1" i="0" u="none" strike="noStrike">
                <a:solidFill>
                  <a:srgbClr val="007B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0.01元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AutoShape 16"/>
          <p:cNvSpPr/>
          <p:nvPr>
            <p:custDataLst>
              <p:tags r:id="rId18"/>
            </p:custDataLst>
          </p:nvPr>
        </p:nvSpPr>
        <p:spPr>
          <a:xfrm>
            <a:off x="4699000" y="4507865"/>
            <a:ext cx="279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lnSpc>
                <a:spcPct val="150000"/>
              </a:lnSpc>
            </a:pPr>
            <a:r>
              <a:rPr lang="zh-CN" altLang="en-US" sz="110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传统B2B平台单条询盘成本</a:t>
            </a:r>
            <a:r>
              <a:rPr lang="zh-CN" altLang="en-US" sz="1100" b="1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150-200</a:t>
            </a:r>
            <a:r>
              <a:rPr lang="zh-CN" altLang="en-US" sz="110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元</a:t>
            </a:r>
            <a:endParaRPr lang="zh-CN" altLang="en-US" sz="11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110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WÀ商机系统单条询盘成本</a:t>
            </a:r>
            <a:r>
              <a:rPr lang="en-US" altLang="zh-CN" sz="110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3-50</a:t>
            </a:r>
            <a:r>
              <a:rPr lang="zh-CN" altLang="en-US" sz="110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元</a:t>
            </a:r>
            <a:endParaRPr lang="zh-CN" altLang="en-US" sz="1100" b="0" i="0" u="none" strike="noStrike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11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仅为其</a:t>
            </a:r>
            <a:r>
              <a:rPr lang="en-US" altLang="zh-CN" sz="11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1/7</a:t>
            </a:r>
            <a:endParaRPr lang="en-US" altLang="zh-CN" sz="1100" b="0" i="0" u="none" strike="noStrike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8" name="AutoShape 17"/>
          <p:cNvSpPr/>
          <p:nvPr>
            <p:custDataLst>
              <p:tags r:id="rId19"/>
            </p:custDataLst>
          </p:nvPr>
        </p:nvSpPr>
        <p:spPr>
          <a:xfrm>
            <a:off x="8077200" y="1397000"/>
            <a:ext cx="3302000" cy="4191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AutoShape 18"/>
          <p:cNvSpPr/>
          <p:nvPr>
            <p:custDataLst>
              <p:tags r:id="rId20"/>
            </p:custDataLst>
          </p:nvPr>
        </p:nvSpPr>
        <p:spPr>
          <a:xfrm>
            <a:off x="9093200" y="1651000"/>
            <a:ext cx="1270000" cy="1270000"/>
          </a:xfrm>
          <a:prstGeom prst="ellipse">
            <a:avLst/>
          </a:prstGeom>
          <a:solidFill>
            <a:srgbClr val="007BFF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0" name="Picture 19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9347200" y="1905000"/>
            <a:ext cx="762000" cy="762000"/>
          </a:xfrm>
          <a:prstGeom prst="rect">
            <a:avLst/>
          </a:prstGeom>
        </p:spPr>
      </p:pic>
      <p:sp>
        <p:nvSpPr>
          <p:cNvPr id="21" name="AutoShape 20"/>
          <p:cNvSpPr/>
          <p:nvPr>
            <p:custDataLst>
              <p:tags r:id="rId24"/>
            </p:custDataLst>
          </p:nvPr>
        </p:nvSpPr>
        <p:spPr>
          <a:xfrm>
            <a:off x="8077200" y="30480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7BFF"/>
                </a:solidFill>
                <a:latin typeface="微软雅黑" panose="020B0503020204020204" charset="-122"/>
                <a:ea typeface="微软雅黑" panose="020B0503020204020204" charset="-122"/>
                <a:cs typeface="Noto Sans SC"/>
                <a:sym typeface="Noto Sans SC"/>
              </a:rPr>
              <a:t>高成交转化</a:t>
            </a:r>
            <a:endParaRPr lang="en-US" sz="2000" b="1" i="0" u="none" strike="noStrike">
              <a:solidFill>
                <a:srgbClr val="007BFF"/>
              </a:solidFill>
              <a:latin typeface="微软雅黑" panose="020B0503020204020204" charset="-122"/>
              <a:ea typeface="微软雅黑" panose="020B0503020204020204" charset="-122"/>
              <a:cs typeface="Noto Sans SC"/>
              <a:sym typeface="Noto Sans SC"/>
            </a:endParaRPr>
          </a:p>
        </p:txBody>
      </p:sp>
      <p:sp>
        <p:nvSpPr>
          <p:cNvPr id="22" name="AutoShape 21"/>
          <p:cNvSpPr/>
          <p:nvPr>
            <p:custDataLst>
              <p:tags r:id="rId25"/>
            </p:custDataLst>
          </p:nvPr>
        </p:nvSpPr>
        <p:spPr>
          <a:xfrm>
            <a:off x="8331200" y="3556000"/>
            <a:ext cx="2794000" cy="762000"/>
          </a:xfrm>
          <a:prstGeom prst="roundRect">
            <a:avLst>
              <a:gd name="adj" fmla="val 13333"/>
            </a:avLst>
          </a:prstGeom>
          <a:solidFill>
            <a:srgbClr val="007B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AutoShape 22"/>
          <p:cNvSpPr/>
          <p:nvPr>
            <p:custDataLst>
              <p:tags r:id="rId26"/>
            </p:custDataLst>
          </p:nvPr>
        </p:nvSpPr>
        <p:spPr>
          <a:xfrm>
            <a:off x="8331200" y="3619500"/>
            <a:ext cx="279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客户主动联络率</a:t>
            </a:r>
            <a:r>
              <a:rPr lang="en-US" sz="2400" b="1" i="0" u="none" strike="noStrike">
                <a:solidFill>
                  <a:srgbClr val="007B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&gt;80%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AutoShape 23"/>
          <p:cNvSpPr/>
          <p:nvPr>
            <p:custDataLst>
              <p:tags r:id="rId27"/>
            </p:custDataLst>
          </p:nvPr>
        </p:nvSpPr>
        <p:spPr>
          <a:xfrm>
            <a:off x="8394700" y="4507865"/>
            <a:ext cx="2794000" cy="95313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L3/L4</a:t>
            </a:r>
            <a:r>
              <a:rPr lang="zh-CN" altLang="en-US" sz="1100" b="0" i="0" u="none" strike="noStrike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买家占比</a:t>
            </a:r>
            <a:r>
              <a:rPr lang="en-US" altLang="zh-CN" sz="1100" b="0" i="0" u="none" strike="noStrike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50%</a:t>
            </a:r>
            <a:r>
              <a:rPr lang="zh-CN" altLang="en-US" sz="1100" b="0" i="0" u="none" strike="noStrike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以上</a:t>
            </a:r>
            <a:endParaRPr lang="zh-CN" altLang="en-US" sz="1100" b="0" i="0" u="none" strike="noStrike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/>
            </a:endParaRPr>
          </a:p>
          <a:p>
            <a:pPr marL="0" lvl="1" indent="0" algn="just">
              <a:lnSpc>
                <a:spcPct val="117000"/>
              </a:lnSpc>
              <a:defRPr/>
            </a:pPr>
            <a:r>
              <a:rPr lang="en-US" altLang="zh-CN" sz="1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Google Gemini AI</a:t>
            </a:r>
            <a:r>
              <a:rPr lang="zh-CN" altLang="en-US" sz="1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背调，提供客户精准信息，提升</a:t>
            </a:r>
            <a:r>
              <a:rPr lang="en-US" altLang="zh-CN" sz="1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60%</a:t>
            </a:r>
            <a:r>
              <a:rPr lang="zh-CN" altLang="en-US" sz="1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效率</a:t>
            </a:r>
            <a:endParaRPr lang="zh-CN" altLang="en-US" sz="1100" b="0" i="0" u="none" strike="noStrike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/>
            </a:endParaRPr>
          </a:p>
          <a:p>
            <a:pPr indent="0" algn="just">
              <a:lnSpc>
                <a:spcPct val="117000"/>
              </a:lnSpc>
              <a:defRPr/>
            </a:pPr>
            <a:endParaRPr lang="zh-CN" altLang="en-US" sz="1100" b="0" i="0" u="none" strike="noStrike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/>
            </a:endParaRPr>
          </a:p>
        </p:txBody>
      </p:sp>
      <p:sp>
        <p:nvSpPr>
          <p:cNvPr id="320" name="矩形 319"/>
          <p:cNvSpPr>
            <a:spLocks noChangeArrowheads="1"/>
          </p:cNvSpPr>
          <p:nvPr/>
        </p:nvSpPr>
        <p:spPr bwMode="auto">
          <a:xfrm>
            <a:off x="0" y="174625"/>
            <a:ext cx="376555" cy="5238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1905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+mn-lt"/>
            </a:endParaRPr>
          </a:p>
        </p:txBody>
      </p:sp>
      <p:sp>
        <p:nvSpPr>
          <p:cNvPr id="321" name="矩形 320"/>
          <p:cNvSpPr>
            <a:spLocks noChangeArrowheads="1"/>
          </p:cNvSpPr>
          <p:nvPr/>
        </p:nvSpPr>
        <p:spPr bwMode="auto">
          <a:xfrm>
            <a:off x="408940" y="174625"/>
            <a:ext cx="140970" cy="5238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1905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+mn-lt"/>
            </a:endParaRPr>
          </a:p>
        </p:txBody>
      </p:sp>
      <p:pic>
        <p:nvPicPr>
          <p:cNvPr id="42" name="Picture 41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1213783" y="98425"/>
            <a:ext cx="775970" cy="83693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" name="图片 7"/>
          <p:cNvPicPr/>
          <p:nvPr/>
        </p:nvPicPr>
        <p:blipFill rotWithShape="1">
          <a:blip r:embed="rId1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6" b="15226"/>
          <a:stretch>
            <a:fillRect/>
          </a:stretch>
        </p:blipFill>
        <p:spPr>
          <a:xfrm flipH="1">
            <a:off x="5080" y="-22225"/>
            <a:ext cx="12192000" cy="6858000"/>
          </a:xfrm>
          <a:prstGeom prst="rect">
            <a:avLst/>
          </a:prstGeom>
        </p:spPr>
      </p:pic>
      <p:sp>
        <p:nvSpPr>
          <p:cNvPr id="15" name="任意多边形: 形状 5"/>
          <p:cNvSpPr/>
          <p:nvPr/>
        </p:nvSpPr>
        <p:spPr>
          <a:xfrm flipH="1" flipV="1">
            <a:off x="0" y="0"/>
            <a:ext cx="507986" cy="220469"/>
          </a:xfrm>
          <a:custGeom>
            <a:avLst/>
            <a:gdLst>
              <a:gd name="connsiteX0" fmla="*/ 762268 w 762268"/>
              <a:gd name="connsiteY0" fmla="*/ 0 h 330829"/>
              <a:gd name="connsiteX1" fmla="*/ 762268 w 762268"/>
              <a:gd name="connsiteY1" fmla="*/ 330829 h 330829"/>
              <a:gd name="connsiteX2" fmla="*/ 0 w 762268"/>
              <a:gd name="connsiteY2" fmla="*/ 330829 h 330829"/>
              <a:gd name="connsiteX3" fmla="*/ 217219 w 762268"/>
              <a:gd name="connsiteY3" fmla="*/ 253107 h 330829"/>
              <a:gd name="connsiteX4" fmla="*/ 578200 w 762268"/>
              <a:gd name="connsiteY4" fmla="*/ 97578 h 3308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2268" h="330829">
                <a:moveTo>
                  <a:pt x="762268" y="0"/>
                </a:moveTo>
                <a:lnTo>
                  <a:pt x="762268" y="330829"/>
                </a:lnTo>
                <a:lnTo>
                  <a:pt x="0" y="330829"/>
                </a:lnTo>
                <a:lnTo>
                  <a:pt x="217219" y="253107"/>
                </a:lnTo>
                <a:cubicBezTo>
                  <a:pt x="340678" y="205442"/>
                  <a:pt x="461172" y="153578"/>
                  <a:pt x="578200" y="97578"/>
                </a:cubicBezTo>
                <a:close/>
              </a:path>
            </a:pathLst>
          </a:custGeom>
          <a:solidFill>
            <a:srgbClr val="00CCE2"/>
          </a:solidFill>
          <a:ln>
            <a:noFill/>
          </a:ln>
          <a:effectLst>
            <a:innerShdw blurRad="127000">
              <a:srgbClr val="FFFFFF">
                <a:alpha val="70000"/>
              </a:srgbClr>
            </a:innerShdw>
          </a:effectLst>
        </p:spPr>
        <p:style>
          <a:lnRef idx="2">
            <a:srgbClr val="006EFF">
              <a:shade val="50000"/>
            </a:srgbClr>
          </a:lnRef>
          <a:fillRef idx="1">
            <a:srgbClr val="006EFF"/>
          </a:fillRef>
          <a:effectRef idx="0">
            <a:srgbClr val="006EFF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788035" y="1560195"/>
            <a:ext cx="10159365" cy="24618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sz="4000" dirty="0">
                <a:solidFill>
                  <a:schemeClr val="tx2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OPPOSans R" panose="00020600040101010101" pitchFamily="18" charset="-122"/>
                <a:sym typeface="+mn-ea"/>
              </a:rPr>
              <a:t>选择</a:t>
            </a:r>
            <a:r>
              <a:rPr lang="en-US" altLang="zh-CN" sz="4000" dirty="0">
                <a:solidFill>
                  <a:schemeClr val="tx2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OPPOSans R" panose="00020600040101010101" pitchFamily="18" charset="-122"/>
                <a:sym typeface="+mn-ea"/>
              </a:rPr>
              <a:t>W</a:t>
            </a:r>
            <a:r>
              <a:rPr lang="en-US" altLang="en-US" sz="4000" dirty="0">
                <a:solidFill>
                  <a:schemeClr val="tx2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OPPOSans R" panose="00020600040101010101" pitchFamily="18" charset="-122"/>
                <a:sym typeface="+mn-ea"/>
              </a:rPr>
              <a:t>À</a:t>
            </a:r>
            <a:r>
              <a:rPr lang="zh-CN" altLang="en-US" sz="4000" dirty="0">
                <a:solidFill>
                  <a:schemeClr val="tx2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OPPOSans R" panose="00020600040101010101" pitchFamily="18" charset="-122"/>
                <a:sym typeface="+mn-ea"/>
              </a:rPr>
              <a:t>商机的</a:t>
            </a:r>
            <a:r>
              <a:rPr lang="zh-CN" altLang="en-US" sz="4000" dirty="0">
                <a:solidFill>
                  <a:schemeClr val="tx2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OPPOSans R" panose="00020600040101010101" pitchFamily="18" charset="-122"/>
                <a:sym typeface="+mn-ea"/>
              </a:rPr>
              <a:t>必要性</a:t>
            </a:r>
            <a:br>
              <a:rPr lang="zh-CN" altLang="en-US" sz="4000" dirty="0">
                <a:solidFill>
                  <a:schemeClr val="tx2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</a:br>
            <a:r>
              <a:rPr lang="zh-CN" altLang="en-US" sz="4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社媒现状丨</a:t>
            </a:r>
            <a:r>
              <a:rPr lang="en-US" altLang="zh-CN" sz="4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WA</a:t>
            </a:r>
            <a:r>
              <a:rPr lang="zh-CN" altLang="en-US" sz="4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商机优势</a:t>
            </a:r>
            <a:endParaRPr lang="zh-CN" altLang="en-US" sz="4000" b="1" dirty="0">
              <a:solidFill>
                <a:schemeClr val="tx2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8068164" y="4654336"/>
            <a:ext cx="4128918" cy="2201762"/>
            <a:chOff x="8259180" y="4756192"/>
            <a:chExt cx="3937902" cy="2099900"/>
          </a:xfrm>
        </p:grpSpPr>
        <p:sp>
          <p:nvSpPr>
            <p:cNvPr id="4" name="任意多边形: 形状 4"/>
            <p:cNvSpPr/>
            <p:nvPr/>
          </p:nvSpPr>
          <p:spPr>
            <a:xfrm>
              <a:off x="8259180" y="4756192"/>
              <a:ext cx="3937902" cy="2099896"/>
            </a:xfrm>
            <a:custGeom>
              <a:avLst/>
              <a:gdLst>
                <a:gd name="connsiteX0" fmla="*/ 1922330 w 1922330"/>
                <a:gd name="connsiteY0" fmla="*/ 0 h 1025088"/>
                <a:gd name="connsiteX1" fmla="*/ 1922330 w 1922330"/>
                <a:gd name="connsiteY1" fmla="*/ 500286 h 1025088"/>
                <a:gd name="connsiteX2" fmla="*/ 1622475 w 1922330"/>
                <a:gd name="connsiteY2" fmla="*/ 653457 h 1025088"/>
                <a:gd name="connsiteX3" fmla="*/ 654821 w 1922330"/>
                <a:gd name="connsiteY3" fmla="*/ 1016553 h 1025088"/>
                <a:gd name="connsiteX4" fmla="*/ 620432 w 1922330"/>
                <a:gd name="connsiteY4" fmla="*/ 1025088 h 1025088"/>
                <a:gd name="connsiteX5" fmla="*/ 0 w 1922330"/>
                <a:gd name="connsiteY5" fmla="*/ 1025088 h 1025088"/>
                <a:gd name="connsiteX6" fmla="*/ 305983 w 1922330"/>
                <a:gd name="connsiteY6" fmla="*/ 915745 h 1025088"/>
                <a:gd name="connsiteX7" fmla="*/ 1729604 w 1922330"/>
                <a:gd name="connsiteY7" fmla="*/ 147722 h 1025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22330" h="1025088">
                  <a:moveTo>
                    <a:pt x="1922330" y="0"/>
                  </a:moveTo>
                  <a:lnTo>
                    <a:pt x="1922330" y="500286"/>
                  </a:lnTo>
                  <a:lnTo>
                    <a:pt x="1622475" y="653457"/>
                  </a:lnTo>
                  <a:cubicBezTo>
                    <a:pt x="1314164" y="799776"/>
                    <a:pt x="990088" y="920872"/>
                    <a:pt x="654821" y="1016553"/>
                  </a:cubicBezTo>
                  <a:lnTo>
                    <a:pt x="620432" y="1025088"/>
                  </a:lnTo>
                  <a:lnTo>
                    <a:pt x="0" y="1025088"/>
                  </a:lnTo>
                  <a:lnTo>
                    <a:pt x="305983" y="915745"/>
                  </a:lnTo>
                  <a:cubicBezTo>
                    <a:pt x="817066" y="717297"/>
                    <a:pt x="1297300" y="460424"/>
                    <a:pt x="1729604" y="147722"/>
                  </a:cubicBezTo>
                  <a:close/>
                </a:path>
              </a:pathLst>
            </a:custGeom>
            <a:gradFill>
              <a:gsLst>
                <a:gs pos="13000">
                  <a:srgbClr val="006EFF"/>
                </a:gs>
                <a:gs pos="100000">
                  <a:srgbClr val="00CCE2"/>
                </a:gs>
              </a:gsLst>
              <a:lin ang="2700000" scaled="0"/>
            </a:gradFill>
            <a:ln>
              <a:noFill/>
            </a:ln>
            <a:effectLst>
              <a:innerShdw blurRad="127000">
                <a:srgbClr val="FFFFFF">
                  <a:alpha val="70000"/>
                </a:srgbClr>
              </a:innerShdw>
            </a:effectLst>
          </p:spPr>
          <p:style>
            <a:lnRef idx="2">
              <a:srgbClr val="006EFF">
                <a:shade val="50000"/>
              </a:srgbClr>
            </a:lnRef>
            <a:fillRef idx="1">
              <a:srgbClr val="006EFF"/>
            </a:fillRef>
            <a:effectRef idx="0">
              <a:srgbClr val="006EFF"/>
            </a:effectRef>
            <a:fontRef idx="minor">
              <a:srgbClr val="FFFFFF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" name="任意多边形: 形状 3"/>
            <p:cNvSpPr/>
            <p:nvPr/>
          </p:nvSpPr>
          <p:spPr>
            <a:xfrm>
              <a:off x="10635571" y="6178387"/>
              <a:ext cx="1561509" cy="677705"/>
            </a:xfrm>
            <a:custGeom>
              <a:avLst/>
              <a:gdLst>
                <a:gd name="connsiteX0" fmla="*/ 762268 w 762268"/>
                <a:gd name="connsiteY0" fmla="*/ 0 h 330829"/>
                <a:gd name="connsiteX1" fmla="*/ 762268 w 762268"/>
                <a:gd name="connsiteY1" fmla="*/ 330829 h 330829"/>
                <a:gd name="connsiteX2" fmla="*/ 0 w 762268"/>
                <a:gd name="connsiteY2" fmla="*/ 330829 h 330829"/>
                <a:gd name="connsiteX3" fmla="*/ 217219 w 762268"/>
                <a:gd name="connsiteY3" fmla="*/ 253107 h 330829"/>
                <a:gd name="connsiteX4" fmla="*/ 578200 w 762268"/>
                <a:gd name="connsiteY4" fmla="*/ 97578 h 330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2268" h="330829">
                  <a:moveTo>
                    <a:pt x="762268" y="0"/>
                  </a:moveTo>
                  <a:lnTo>
                    <a:pt x="762268" y="330829"/>
                  </a:lnTo>
                  <a:lnTo>
                    <a:pt x="0" y="330829"/>
                  </a:lnTo>
                  <a:lnTo>
                    <a:pt x="217219" y="253107"/>
                  </a:lnTo>
                  <a:cubicBezTo>
                    <a:pt x="340678" y="205442"/>
                    <a:pt x="461172" y="153578"/>
                    <a:pt x="578200" y="97578"/>
                  </a:cubicBezTo>
                  <a:close/>
                </a:path>
              </a:pathLst>
            </a:custGeom>
            <a:solidFill>
              <a:srgbClr val="00CCE2"/>
            </a:solidFill>
            <a:ln>
              <a:noFill/>
            </a:ln>
            <a:effectLst>
              <a:innerShdw blurRad="127000">
                <a:srgbClr val="FFFFFF">
                  <a:alpha val="70000"/>
                </a:srgbClr>
              </a:innerShdw>
            </a:effectLst>
          </p:spPr>
          <p:style>
            <a:lnRef idx="2">
              <a:srgbClr val="006EFF">
                <a:shade val="50000"/>
              </a:srgbClr>
            </a:lnRef>
            <a:fillRef idx="1">
              <a:srgbClr val="006EFF"/>
            </a:fillRef>
            <a:effectRef idx="0">
              <a:srgbClr val="006EFF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42" name="Picture 4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3783" y="98425"/>
            <a:ext cx="775970" cy="83693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" name="AutoShape 8"/>
          <p:cNvSpPr/>
          <p:nvPr/>
        </p:nvSpPr>
        <p:spPr>
          <a:xfrm>
            <a:off x="3383915" y="1493520"/>
            <a:ext cx="2363470" cy="2785745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AutoShape 12"/>
          <p:cNvSpPr/>
          <p:nvPr/>
        </p:nvSpPr>
        <p:spPr>
          <a:xfrm>
            <a:off x="6003290" y="1499870"/>
            <a:ext cx="2436495" cy="2770505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80" name="rect 2180"/>
          <p:cNvSpPr/>
          <p:nvPr/>
        </p:nvSpPr>
        <p:spPr>
          <a:xfrm>
            <a:off x="1851660" y="5647690"/>
            <a:ext cx="9413875" cy="979170"/>
          </a:xfrm>
          <a:prstGeom prst="rect">
            <a:avLst/>
          </a:prstGeom>
          <a:solidFill>
            <a:srgbClr val="FFFFFF">
              <a:alpha val="4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rect 2208"/>
          <p:cNvSpPr/>
          <p:nvPr/>
        </p:nvSpPr>
        <p:spPr>
          <a:xfrm>
            <a:off x="2143125" y="4481195"/>
            <a:ext cx="9122410" cy="1024890"/>
          </a:xfrm>
          <a:prstGeom prst="rect">
            <a:avLst/>
          </a:prstGeom>
          <a:solidFill>
            <a:schemeClr val="bg1"/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>
              <a:lnSpc>
                <a:spcPct val="240000"/>
              </a:lnSpc>
            </a:pPr>
            <a:r>
              <a:rPr lang="zh-CN" altLang="en-US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原路径</a:t>
            </a:r>
            <a:endParaRPr lang="zh-CN" altLang="en-US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" name="AutoShape 17"/>
          <p:cNvSpPr/>
          <p:nvPr/>
        </p:nvSpPr>
        <p:spPr>
          <a:xfrm>
            <a:off x="2595880" y="5689600"/>
            <a:ext cx="1641475" cy="535940"/>
          </a:xfrm>
          <a:prstGeom prst="roundRect">
            <a:avLst>
              <a:gd name="adj" fmla="val 30000"/>
            </a:avLst>
          </a:prstGeom>
          <a:solidFill>
            <a:schemeClr val="accent3">
              <a:lumMod val="20000"/>
              <a:lumOff val="8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       开发信/黄页</a:t>
            </a:r>
            <a:endParaRPr lang="en-US" sz="1200" b="1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66" name="AutoShape 18"/>
          <p:cNvSpPr/>
          <p:nvPr/>
        </p:nvSpPr>
        <p:spPr>
          <a:xfrm>
            <a:off x="4421505" y="5688965"/>
            <a:ext cx="1581785" cy="536575"/>
          </a:xfrm>
          <a:prstGeom prst="roundRect">
            <a:avLst>
              <a:gd name="adj" fmla="val 30000"/>
            </a:avLst>
          </a:prstGeom>
          <a:solidFill>
            <a:schemeClr val="accent3">
              <a:lumMod val="20000"/>
              <a:lumOff val="8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    B2B平台搜索</a:t>
            </a:r>
            <a:endParaRPr lang="en-US" sz="1200" b="1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67" name="AutoShape 19"/>
          <p:cNvSpPr/>
          <p:nvPr/>
        </p:nvSpPr>
        <p:spPr>
          <a:xfrm>
            <a:off x="6170930" y="5689600"/>
            <a:ext cx="1567180" cy="535940"/>
          </a:xfrm>
          <a:prstGeom prst="roundRect">
            <a:avLst>
              <a:gd name="adj" fmla="val 30000"/>
            </a:avLst>
          </a:prstGeom>
          <a:solidFill>
            <a:schemeClr val="accent3">
              <a:lumMod val="20000"/>
              <a:lumOff val="8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         参加展会</a:t>
            </a:r>
            <a:endParaRPr lang="en-US" sz="1200" b="1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68" name="AutoShape 20"/>
          <p:cNvSpPr/>
          <p:nvPr/>
        </p:nvSpPr>
        <p:spPr>
          <a:xfrm>
            <a:off x="7909560" y="5688965"/>
            <a:ext cx="1336040" cy="536575"/>
          </a:xfrm>
          <a:prstGeom prst="roundRect">
            <a:avLst>
              <a:gd name="adj" fmla="val 30000"/>
            </a:avLst>
          </a:prstGeom>
          <a:solidFill>
            <a:schemeClr val="accent3">
              <a:lumMod val="20000"/>
              <a:lumOff val="8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    多方比价</a:t>
            </a:r>
            <a:endParaRPr lang="en-US" sz="1200" b="1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69" name="AutoShape 21"/>
          <p:cNvSpPr/>
          <p:nvPr/>
        </p:nvSpPr>
        <p:spPr>
          <a:xfrm>
            <a:off x="9417050" y="5688965"/>
            <a:ext cx="1515745" cy="536575"/>
          </a:xfrm>
          <a:prstGeom prst="roundRect">
            <a:avLst>
              <a:gd name="adj" fmla="val 30000"/>
            </a:avLst>
          </a:prstGeom>
          <a:solidFill>
            <a:schemeClr val="accent3">
              <a:lumMod val="20000"/>
              <a:lumOff val="8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    最终决策</a:t>
            </a:r>
            <a:endParaRPr lang="en-US" sz="1200" b="1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71" name="AutoShape 23"/>
          <p:cNvSpPr/>
          <p:nvPr/>
        </p:nvSpPr>
        <p:spPr>
          <a:xfrm>
            <a:off x="2599055" y="4549775"/>
            <a:ext cx="1939925" cy="508000"/>
          </a:xfrm>
          <a:prstGeom prst="roundRect">
            <a:avLst>
              <a:gd name="adj" fmla="val 30000"/>
            </a:avLst>
          </a:prstGeom>
          <a:solidFill>
            <a:schemeClr val="accent4">
              <a:lumMod val="20000"/>
              <a:lumOff val="8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     </a:t>
            </a:r>
            <a:r>
              <a:rPr lang="zh-CN" altLang="en-US" sz="12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根据画像精准推广</a:t>
            </a:r>
            <a:endParaRPr lang="zh-CN" altLang="en-US" sz="1200" b="1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72" name="AutoShape 24"/>
          <p:cNvSpPr/>
          <p:nvPr/>
        </p:nvSpPr>
        <p:spPr>
          <a:xfrm>
            <a:off x="4772025" y="4549775"/>
            <a:ext cx="1892300" cy="508000"/>
          </a:xfrm>
          <a:prstGeom prst="roundRect">
            <a:avLst>
              <a:gd name="adj" fmla="val 30000"/>
            </a:avLst>
          </a:prstGeom>
          <a:solidFill>
            <a:schemeClr val="accent4">
              <a:lumMod val="20000"/>
              <a:lumOff val="8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社交媒体刷内容</a:t>
            </a:r>
            <a:endParaRPr lang="en-US" sz="1200" b="1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3" name="AutoShape 25"/>
          <p:cNvSpPr/>
          <p:nvPr/>
        </p:nvSpPr>
        <p:spPr>
          <a:xfrm>
            <a:off x="6897370" y="4560570"/>
            <a:ext cx="1847850" cy="508000"/>
          </a:xfrm>
          <a:prstGeom prst="roundRect">
            <a:avLst>
              <a:gd name="adj" fmla="val 30000"/>
            </a:avLst>
          </a:prstGeom>
          <a:solidFill>
            <a:schemeClr val="accent4">
              <a:lumMod val="20000"/>
              <a:lumOff val="8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12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产生兴趣认可</a:t>
            </a:r>
            <a:endParaRPr lang="zh-CN" altLang="en-US" sz="1200" b="1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2208" name="rect 2208"/>
          <p:cNvSpPr/>
          <p:nvPr/>
        </p:nvSpPr>
        <p:spPr>
          <a:xfrm>
            <a:off x="564515" y="4481195"/>
            <a:ext cx="1578610" cy="1024890"/>
          </a:xfrm>
          <a:prstGeom prst="rect">
            <a:avLst/>
          </a:prstGeom>
          <a:solidFill>
            <a:srgbClr val="01229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>
              <a:lnSpc>
                <a:spcPct val="240000"/>
              </a:lnSpc>
            </a:pPr>
            <a:endParaRPr lang="zh-CN" altLang="en-US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06" name="rect 2206"/>
          <p:cNvSpPr/>
          <p:nvPr/>
        </p:nvSpPr>
        <p:spPr>
          <a:xfrm>
            <a:off x="552450" y="5643880"/>
            <a:ext cx="1588135" cy="986790"/>
          </a:xfrm>
          <a:prstGeom prst="rect">
            <a:avLst/>
          </a:prstGeom>
          <a:solidFill>
            <a:srgbClr val="01229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10" name="textbox 2210"/>
          <p:cNvSpPr/>
          <p:nvPr/>
        </p:nvSpPr>
        <p:spPr>
          <a:xfrm>
            <a:off x="539877" y="6259550"/>
            <a:ext cx="1614169" cy="2762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000"/>
              </a:lnSpc>
            </a:pPr>
            <a:endParaRPr sz="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algn="l" rtl="0" eaLnBrk="0">
              <a:lnSpc>
                <a:spcPct val="87000"/>
              </a:lnSpc>
              <a:tabLst>
                <a:tab pos="353695" algn="l"/>
              </a:tabLst>
            </a:pPr>
            <a:r>
              <a:rPr sz="19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lang="zh-CN" sz="19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传统路径</a:t>
            </a:r>
            <a:r>
              <a:rPr sz="19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endParaRPr sz="1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36" name="path 2236"/>
          <p:cNvSpPr/>
          <p:nvPr/>
        </p:nvSpPr>
        <p:spPr>
          <a:xfrm>
            <a:off x="1052728" y="5779515"/>
            <a:ext cx="586079" cy="353695"/>
          </a:xfrm>
          <a:custGeom>
            <a:avLst/>
            <a:gdLst/>
            <a:ahLst/>
            <a:cxnLst/>
            <a:rect l="0" t="0" r="0" b="0"/>
            <a:pathLst>
              <a:path w="922" h="557">
                <a:moveTo>
                  <a:pt x="221" y="107"/>
                </a:moveTo>
                <a:cubicBezTo>
                  <a:pt x="197" y="107"/>
                  <a:pt x="180" y="119"/>
                  <a:pt x="169" y="143"/>
                </a:cubicBezTo>
                <a:cubicBezTo>
                  <a:pt x="159" y="167"/>
                  <a:pt x="153" y="211"/>
                  <a:pt x="153" y="276"/>
                </a:cubicBezTo>
                <a:cubicBezTo>
                  <a:pt x="153" y="342"/>
                  <a:pt x="159" y="387"/>
                  <a:pt x="171" y="411"/>
                </a:cubicBezTo>
                <a:cubicBezTo>
                  <a:pt x="182" y="435"/>
                  <a:pt x="199" y="447"/>
                  <a:pt x="221" y="447"/>
                </a:cubicBezTo>
                <a:cubicBezTo>
                  <a:pt x="236" y="447"/>
                  <a:pt x="248" y="442"/>
                  <a:pt x="259" y="431"/>
                </a:cubicBezTo>
                <a:cubicBezTo>
                  <a:pt x="270" y="421"/>
                  <a:pt x="278" y="405"/>
                  <a:pt x="283" y="383"/>
                </a:cubicBezTo>
                <a:cubicBezTo>
                  <a:pt x="288" y="361"/>
                  <a:pt x="290" y="327"/>
                  <a:pt x="290" y="280"/>
                </a:cubicBezTo>
                <a:cubicBezTo>
                  <a:pt x="290" y="212"/>
                  <a:pt x="284" y="166"/>
                  <a:pt x="273" y="142"/>
                </a:cubicBezTo>
                <a:cubicBezTo>
                  <a:pt x="261" y="119"/>
                  <a:pt x="244" y="107"/>
                  <a:pt x="221" y="107"/>
                </a:cubicBezTo>
                <a:moveTo>
                  <a:pt x="699" y="12"/>
                </a:moveTo>
                <a:cubicBezTo>
                  <a:pt x="750" y="12"/>
                  <a:pt x="789" y="17"/>
                  <a:pt x="817" y="29"/>
                </a:cubicBezTo>
                <a:cubicBezTo>
                  <a:pt x="845" y="40"/>
                  <a:pt x="867" y="58"/>
                  <a:pt x="883" y="82"/>
                </a:cubicBezTo>
                <a:cubicBezTo>
                  <a:pt x="899" y="105"/>
                  <a:pt x="907" y="132"/>
                  <a:pt x="907" y="162"/>
                </a:cubicBezTo>
                <a:cubicBezTo>
                  <a:pt x="907" y="193"/>
                  <a:pt x="898" y="223"/>
                  <a:pt x="879" y="252"/>
                </a:cubicBezTo>
                <a:cubicBezTo>
                  <a:pt x="861" y="280"/>
                  <a:pt x="828" y="312"/>
                  <a:pt x="779" y="346"/>
                </a:cubicBezTo>
                <a:cubicBezTo>
                  <a:pt x="750" y="366"/>
                  <a:pt x="731" y="380"/>
                  <a:pt x="721" y="388"/>
                </a:cubicBezTo>
                <a:cubicBezTo>
                  <a:pt x="711" y="395"/>
                  <a:pt x="700" y="406"/>
                  <a:pt x="687" y="419"/>
                </a:cubicBezTo>
                <a:lnTo>
                  <a:pt x="910" y="419"/>
                </a:lnTo>
                <a:lnTo>
                  <a:pt x="910" y="536"/>
                </a:lnTo>
                <a:lnTo>
                  <a:pt x="481" y="536"/>
                </a:lnTo>
                <a:cubicBezTo>
                  <a:pt x="486" y="493"/>
                  <a:pt x="501" y="453"/>
                  <a:pt x="526" y="416"/>
                </a:cubicBezTo>
                <a:cubicBezTo>
                  <a:pt x="551" y="379"/>
                  <a:pt x="597" y="335"/>
                  <a:pt x="666" y="284"/>
                </a:cubicBezTo>
                <a:cubicBezTo>
                  <a:pt x="708" y="252"/>
                  <a:pt x="735" y="229"/>
                  <a:pt x="747" y="213"/>
                </a:cubicBezTo>
                <a:cubicBezTo>
                  <a:pt x="758" y="196"/>
                  <a:pt x="764" y="181"/>
                  <a:pt x="764" y="167"/>
                </a:cubicBezTo>
                <a:cubicBezTo>
                  <a:pt x="764" y="151"/>
                  <a:pt x="758" y="137"/>
                  <a:pt x="747" y="126"/>
                </a:cubicBezTo>
                <a:cubicBezTo>
                  <a:pt x="735" y="115"/>
                  <a:pt x="721" y="110"/>
                  <a:pt x="703" y="110"/>
                </a:cubicBezTo>
                <a:cubicBezTo>
                  <a:pt x="685" y="110"/>
                  <a:pt x="670" y="115"/>
                  <a:pt x="658" y="127"/>
                </a:cubicBezTo>
                <a:cubicBezTo>
                  <a:pt x="647" y="138"/>
                  <a:pt x="639" y="159"/>
                  <a:pt x="635" y="187"/>
                </a:cubicBezTo>
                <a:lnTo>
                  <a:pt x="491" y="176"/>
                </a:lnTo>
                <a:cubicBezTo>
                  <a:pt x="497" y="136"/>
                  <a:pt x="507" y="104"/>
                  <a:pt x="522" y="82"/>
                </a:cubicBezTo>
                <a:cubicBezTo>
                  <a:pt x="537" y="59"/>
                  <a:pt x="559" y="42"/>
                  <a:pt x="586" y="30"/>
                </a:cubicBezTo>
                <a:cubicBezTo>
                  <a:pt x="613" y="17"/>
                  <a:pt x="651" y="12"/>
                  <a:pt x="699" y="12"/>
                </a:cubicBezTo>
                <a:moveTo>
                  <a:pt x="226" y="12"/>
                </a:moveTo>
                <a:cubicBezTo>
                  <a:pt x="260" y="12"/>
                  <a:pt x="289" y="16"/>
                  <a:pt x="311" y="24"/>
                </a:cubicBezTo>
                <a:cubicBezTo>
                  <a:pt x="333" y="33"/>
                  <a:pt x="351" y="44"/>
                  <a:pt x="365" y="58"/>
                </a:cubicBezTo>
                <a:cubicBezTo>
                  <a:pt x="380" y="71"/>
                  <a:pt x="391" y="86"/>
                  <a:pt x="399" y="101"/>
                </a:cubicBezTo>
                <a:cubicBezTo>
                  <a:pt x="407" y="116"/>
                  <a:pt x="413" y="134"/>
                  <a:pt x="418" y="154"/>
                </a:cubicBezTo>
                <a:cubicBezTo>
                  <a:pt x="428" y="192"/>
                  <a:pt x="433" y="232"/>
                  <a:pt x="433" y="274"/>
                </a:cubicBezTo>
                <a:cubicBezTo>
                  <a:pt x="433" y="367"/>
                  <a:pt x="417" y="436"/>
                  <a:pt x="385" y="479"/>
                </a:cubicBezTo>
                <a:cubicBezTo>
                  <a:pt x="354" y="523"/>
                  <a:pt x="299" y="545"/>
                  <a:pt x="222" y="545"/>
                </a:cubicBezTo>
                <a:cubicBezTo>
                  <a:pt x="178" y="545"/>
                  <a:pt x="143" y="537"/>
                  <a:pt x="117" y="524"/>
                </a:cubicBezTo>
                <a:cubicBezTo>
                  <a:pt x="90" y="510"/>
                  <a:pt x="68" y="490"/>
                  <a:pt x="51" y="463"/>
                </a:cubicBezTo>
                <a:cubicBezTo>
                  <a:pt x="38" y="444"/>
                  <a:pt x="29" y="418"/>
                  <a:pt x="22" y="385"/>
                </a:cubicBezTo>
                <a:cubicBezTo>
                  <a:pt x="15" y="352"/>
                  <a:pt x="11" y="316"/>
                  <a:pt x="11" y="276"/>
                </a:cubicBezTo>
                <a:cubicBezTo>
                  <a:pt x="11" y="178"/>
                  <a:pt x="29" y="109"/>
                  <a:pt x="64" y="70"/>
                </a:cubicBezTo>
                <a:cubicBezTo>
                  <a:pt x="100" y="31"/>
                  <a:pt x="153" y="12"/>
                  <a:pt x="226" y="12"/>
                </a:cubicBezTo>
              </a:path>
            </a:pathLst>
          </a:custGeom>
          <a:noFill/>
          <a:ln w="15240" cap="flat">
            <a:solidFill>
              <a:srgbClr val="FFFFFF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" name="图片 4" descr="32303236373630313b32303236373431323bbbe1d2e9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97050" y="1656715"/>
            <a:ext cx="360000" cy="360000"/>
          </a:xfrm>
          <a:prstGeom prst="rect">
            <a:avLst/>
          </a:prstGeom>
        </p:spPr>
      </p:pic>
      <p:pic>
        <p:nvPicPr>
          <p:cNvPr id="6" name="图片 5" descr="333437323832383b333530343134303bb1c8bcdb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38935" y="1873885"/>
            <a:ext cx="360000" cy="360000"/>
          </a:xfrm>
          <a:prstGeom prst="rect">
            <a:avLst/>
          </a:prstGeom>
        </p:spPr>
      </p:pic>
      <p:pic>
        <p:nvPicPr>
          <p:cNvPr id="7" name="图片 6" descr="343439383331313b343532303033393bb8a8d6fabef6b2df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385310" y="1656715"/>
            <a:ext cx="360000" cy="360000"/>
          </a:xfrm>
          <a:prstGeom prst="rect">
            <a:avLst/>
          </a:prstGeom>
        </p:spPr>
      </p:pic>
      <p:sp>
        <p:nvSpPr>
          <p:cNvPr id="9" name="textbox 2210"/>
          <p:cNvSpPr/>
          <p:nvPr/>
        </p:nvSpPr>
        <p:spPr>
          <a:xfrm>
            <a:off x="553212" y="5068290"/>
            <a:ext cx="1614169" cy="2762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000"/>
              </a:lnSpc>
            </a:pPr>
            <a:endParaRPr sz="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algn="l" rtl="0" eaLnBrk="0">
              <a:lnSpc>
                <a:spcPct val="87000"/>
              </a:lnSpc>
              <a:tabLst>
                <a:tab pos="353695" algn="l"/>
              </a:tabLst>
            </a:pPr>
            <a:r>
              <a:rPr sz="19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lang="zh-CN" sz="19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社媒获客</a:t>
            </a:r>
            <a:r>
              <a:rPr sz="19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endParaRPr sz="1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38" name="path 2238"/>
          <p:cNvSpPr/>
          <p:nvPr/>
        </p:nvSpPr>
        <p:spPr>
          <a:xfrm>
            <a:off x="1053363" y="4629276"/>
            <a:ext cx="526135" cy="353695"/>
          </a:xfrm>
          <a:custGeom>
            <a:avLst/>
            <a:gdLst/>
            <a:ahLst/>
            <a:cxnLst/>
            <a:rect l="0" t="0" r="0" b="0"/>
            <a:pathLst>
              <a:path w="828" h="557">
                <a:moveTo>
                  <a:pt x="221" y="107"/>
                </a:moveTo>
                <a:cubicBezTo>
                  <a:pt x="197" y="107"/>
                  <a:pt x="180" y="119"/>
                  <a:pt x="169" y="143"/>
                </a:cubicBezTo>
                <a:cubicBezTo>
                  <a:pt x="159" y="167"/>
                  <a:pt x="153" y="211"/>
                  <a:pt x="153" y="276"/>
                </a:cubicBezTo>
                <a:cubicBezTo>
                  <a:pt x="153" y="342"/>
                  <a:pt x="159" y="387"/>
                  <a:pt x="171" y="411"/>
                </a:cubicBezTo>
                <a:cubicBezTo>
                  <a:pt x="182" y="435"/>
                  <a:pt x="199" y="447"/>
                  <a:pt x="221" y="447"/>
                </a:cubicBezTo>
                <a:cubicBezTo>
                  <a:pt x="236" y="447"/>
                  <a:pt x="248" y="442"/>
                  <a:pt x="259" y="431"/>
                </a:cubicBezTo>
                <a:cubicBezTo>
                  <a:pt x="270" y="421"/>
                  <a:pt x="278" y="405"/>
                  <a:pt x="283" y="383"/>
                </a:cubicBezTo>
                <a:cubicBezTo>
                  <a:pt x="288" y="361"/>
                  <a:pt x="290" y="327"/>
                  <a:pt x="290" y="280"/>
                </a:cubicBezTo>
                <a:cubicBezTo>
                  <a:pt x="290" y="212"/>
                  <a:pt x="284" y="166"/>
                  <a:pt x="273" y="142"/>
                </a:cubicBezTo>
                <a:cubicBezTo>
                  <a:pt x="261" y="119"/>
                  <a:pt x="244" y="107"/>
                  <a:pt x="221" y="107"/>
                </a:cubicBezTo>
                <a:moveTo>
                  <a:pt x="697" y="12"/>
                </a:moveTo>
                <a:lnTo>
                  <a:pt x="816" y="12"/>
                </a:lnTo>
                <a:lnTo>
                  <a:pt x="816" y="536"/>
                </a:lnTo>
                <a:lnTo>
                  <a:pt x="671" y="536"/>
                </a:lnTo>
                <a:lnTo>
                  <a:pt x="671" y="192"/>
                </a:lnTo>
                <a:cubicBezTo>
                  <a:pt x="648" y="210"/>
                  <a:pt x="625" y="224"/>
                  <a:pt x="603" y="235"/>
                </a:cubicBezTo>
                <a:cubicBezTo>
                  <a:pt x="581" y="247"/>
                  <a:pt x="554" y="257"/>
                  <a:pt x="521" y="267"/>
                </a:cubicBezTo>
                <a:lnTo>
                  <a:pt x="521" y="150"/>
                </a:lnTo>
                <a:cubicBezTo>
                  <a:pt x="569" y="134"/>
                  <a:pt x="607" y="115"/>
                  <a:pt x="634" y="93"/>
                </a:cubicBezTo>
                <a:cubicBezTo>
                  <a:pt x="661" y="71"/>
                  <a:pt x="682" y="44"/>
                  <a:pt x="697" y="12"/>
                </a:cubicBezTo>
                <a:moveTo>
                  <a:pt x="226" y="12"/>
                </a:moveTo>
                <a:cubicBezTo>
                  <a:pt x="260" y="12"/>
                  <a:pt x="289" y="16"/>
                  <a:pt x="311" y="24"/>
                </a:cubicBezTo>
                <a:cubicBezTo>
                  <a:pt x="333" y="33"/>
                  <a:pt x="351" y="44"/>
                  <a:pt x="365" y="58"/>
                </a:cubicBezTo>
                <a:cubicBezTo>
                  <a:pt x="380" y="71"/>
                  <a:pt x="391" y="86"/>
                  <a:pt x="399" y="101"/>
                </a:cubicBezTo>
                <a:cubicBezTo>
                  <a:pt x="407" y="116"/>
                  <a:pt x="413" y="134"/>
                  <a:pt x="418" y="154"/>
                </a:cubicBezTo>
                <a:cubicBezTo>
                  <a:pt x="428" y="192"/>
                  <a:pt x="433" y="232"/>
                  <a:pt x="433" y="274"/>
                </a:cubicBezTo>
                <a:cubicBezTo>
                  <a:pt x="433" y="368"/>
                  <a:pt x="417" y="436"/>
                  <a:pt x="385" y="479"/>
                </a:cubicBezTo>
                <a:cubicBezTo>
                  <a:pt x="354" y="523"/>
                  <a:pt x="299" y="545"/>
                  <a:pt x="222" y="545"/>
                </a:cubicBezTo>
                <a:cubicBezTo>
                  <a:pt x="178" y="545"/>
                  <a:pt x="143" y="538"/>
                  <a:pt x="117" y="524"/>
                </a:cubicBezTo>
                <a:cubicBezTo>
                  <a:pt x="90" y="510"/>
                  <a:pt x="68" y="490"/>
                  <a:pt x="51" y="463"/>
                </a:cubicBezTo>
                <a:cubicBezTo>
                  <a:pt x="38" y="444"/>
                  <a:pt x="29" y="418"/>
                  <a:pt x="22" y="385"/>
                </a:cubicBezTo>
                <a:cubicBezTo>
                  <a:pt x="15" y="352"/>
                  <a:pt x="11" y="316"/>
                  <a:pt x="11" y="276"/>
                </a:cubicBezTo>
                <a:cubicBezTo>
                  <a:pt x="11" y="178"/>
                  <a:pt x="29" y="109"/>
                  <a:pt x="64" y="70"/>
                </a:cubicBezTo>
                <a:cubicBezTo>
                  <a:pt x="100" y="31"/>
                  <a:pt x="153" y="12"/>
                  <a:pt x="226" y="12"/>
                </a:cubicBezTo>
              </a:path>
            </a:pathLst>
          </a:custGeom>
          <a:noFill/>
          <a:ln w="15240" cap="flat">
            <a:solidFill>
              <a:srgbClr val="FFFFFF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3" name="图片 12" descr="333437323833303b333437313237313bd7c9d1af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006590" y="1656715"/>
            <a:ext cx="360000" cy="360000"/>
          </a:xfrm>
          <a:prstGeom prst="rect">
            <a:avLst/>
          </a:prstGeom>
        </p:spPr>
      </p:pic>
      <p:sp>
        <p:nvSpPr>
          <p:cNvPr id="14" name="AutoShape 4"/>
          <p:cNvSpPr/>
          <p:nvPr/>
        </p:nvSpPr>
        <p:spPr>
          <a:xfrm>
            <a:off x="787400" y="1503680"/>
            <a:ext cx="2340610" cy="276098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AutoShape 23"/>
          <p:cNvSpPr/>
          <p:nvPr/>
        </p:nvSpPr>
        <p:spPr>
          <a:xfrm>
            <a:off x="2395220" y="5122545"/>
            <a:ext cx="8870315" cy="32321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200" b="1" i="0" u="none" strike="noStrike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是一张直接铺进全球每一部手机的流量大网，覆盖范围、精准度、客户体量，是所有传统渠道都无法比拟的！</a:t>
            </a:r>
            <a:endParaRPr lang="zh-CN" altLang="en-US" sz="1200" b="1" i="0" u="none" strike="noStrike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7" name="AutoShape 23"/>
          <p:cNvSpPr/>
          <p:nvPr/>
        </p:nvSpPr>
        <p:spPr>
          <a:xfrm>
            <a:off x="2395855" y="6259830"/>
            <a:ext cx="8879205" cy="32321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1200" b="1" i="0" u="none" strike="noStrike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zh-CN" altLang="en-US" sz="1200" b="1" i="0" u="none" strike="noStrike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有实力有经验的采购商，早期已被深度绑定，低价内卷、压缩利润，根本赚不到钱！</a:t>
            </a:r>
            <a:endParaRPr lang="zh-CN" altLang="en-US" sz="1200" b="1" i="0" u="none" strike="noStrike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42" name="Picture 4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213783" y="98425"/>
            <a:ext cx="775970" cy="836930"/>
          </a:xfrm>
          <a:prstGeom prst="rect">
            <a:avLst/>
          </a:prstGeom>
        </p:spPr>
      </p:pic>
      <p:sp>
        <p:nvSpPr>
          <p:cNvPr id="10" name="AutoShape 8"/>
          <p:cNvSpPr/>
          <p:nvPr/>
        </p:nvSpPr>
        <p:spPr>
          <a:xfrm>
            <a:off x="8695690" y="1499235"/>
            <a:ext cx="2363470" cy="2785745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0" name="矩形 319"/>
          <p:cNvSpPr>
            <a:spLocks noChangeArrowheads="1"/>
          </p:cNvSpPr>
          <p:nvPr/>
        </p:nvSpPr>
        <p:spPr bwMode="auto">
          <a:xfrm>
            <a:off x="0" y="174625"/>
            <a:ext cx="376555" cy="5238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1905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+mn-lt"/>
            </a:endParaRPr>
          </a:p>
        </p:txBody>
      </p:sp>
      <p:sp>
        <p:nvSpPr>
          <p:cNvPr id="321" name="矩形 320"/>
          <p:cNvSpPr>
            <a:spLocks noChangeArrowheads="1"/>
          </p:cNvSpPr>
          <p:nvPr/>
        </p:nvSpPr>
        <p:spPr bwMode="auto">
          <a:xfrm>
            <a:off x="408940" y="174625"/>
            <a:ext cx="140970" cy="5238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1905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+mn-lt"/>
            </a:endParaRPr>
          </a:p>
        </p:txBody>
      </p:sp>
      <p:sp>
        <p:nvSpPr>
          <p:cNvPr id="101" name="textbox 1264"/>
          <p:cNvSpPr/>
          <p:nvPr/>
        </p:nvSpPr>
        <p:spPr>
          <a:xfrm>
            <a:off x="629285" y="136525"/>
            <a:ext cx="10208260" cy="5238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7000"/>
              </a:lnSpc>
            </a:pPr>
            <a:endParaRPr sz="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zh-CN" sz="27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OPPOSans R" panose="00020600040101010101" pitchFamily="18" charset="-122"/>
                <a:sym typeface="+mn-ea"/>
              </a:rPr>
              <a:t>选择</a:t>
            </a:r>
            <a:r>
              <a:rPr lang="en-US" altLang="zh-CN" sz="27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OPPOSans R" panose="00020600040101010101" pitchFamily="18" charset="-122"/>
                <a:sym typeface="+mn-ea"/>
              </a:rPr>
              <a:t>W</a:t>
            </a:r>
            <a:r>
              <a:rPr lang="en-US" altLang="en-US" sz="27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OPPOSans R" panose="00020600040101010101" pitchFamily="18" charset="-122"/>
                <a:sym typeface="+mn-ea"/>
              </a:rPr>
              <a:t>À</a:t>
            </a:r>
            <a:r>
              <a:rPr lang="en-US" altLang="zh-CN" sz="27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OPPOSans R" panose="00020600040101010101" pitchFamily="18" charset="-122"/>
                <a:sym typeface="+mn-ea"/>
              </a:rPr>
              <a:t>WA</a:t>
            </a:r>
            <a:r>
              <a:rPr lang="zh-CN" altLang="en-US" sz="27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OPPOSans R" panose="00020600040101010101" pitchFamily="18" charset="-122"/>
                <a:sym typeface="+mn-ea"/>
              </a:rPr>
              <a:t>商机的</a:t>
            </a:r>
            <a:r>
              <a:rPr lang="zh-CN" altLang="en-US" sz="27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OPPOSans R" panose="00020600040101010101" pitchFamily="18" charset="-122"/>
                <a:sym typeface="+mn-ea"/>
              </a:rPr>
              <a:t>必要性</a:t>
            </a:r>
            <a:r>
              <a:rPr lang="en-US" altLang="zh-CN" sz="27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OPPOSans R" panose="00020600040101010101" pitchFamily="18" charset="-122"/>
                <a:sym typeface="+mn-ea"/>
              </a:rPr>
              <a:t>-</a:t>
            </a:r>
            <a:r>
              <a:rPr lang="zh-CN" altLang="en-US" sz="20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传统渠道的现状</a:t>
            </a:r>
            <a:endParaRPr lang="zh-CN" altLang="en-US" sz="2000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8" name="AutoShape 7"/>
          <p:cNvSpPr/>
          <p:nvPr>
            <p:custDataLst>
              <p:tags r:id="rId14"/>
            </p:custDataLst>
          </p:nvPr>
        </p:nvSpPr>
        <p:spPr>
          <a:xfrm>
            <a:off x="906145" y="2639060"/>
            <a:ext cx="2032000" cy="148844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en-US" sz="1200" b="0" i="0" u="none" strike="noStrike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B2B平台流量高度依赖外部引流，平台抽成、年费、竞价广告层层叠加</a:t>
            </a:r>
            <a:endParaRPr lang="en-US" sz="1200" b="0" i="0" u="none" strike="noStrike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/>
            </a:endParaRPr>
          </a:p>
          <a:p>
            <a:pPr indent="0" algn="l">
              <a:lnSpc>
                <a:spcPct val="150000"/>
              </a:lnSpc>
              <a:defRPr/>
            </a:pPr>
            <a:r>
              <a:rPr lang="en-US" sz="1200" b="0" i="0" u="none" strike="noStrike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询盘成本高达200-800元/个，利润被严重挤压</a:t>
            </a:r>
            <a:endParaRPr lang="zh-CN" altLang="en-US" sz="1200" b="0" i="0" u="none" strike="noStrike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/>
            </a:endParaRPr>
          </a:p>
        </p:txBody>
      </p:sp>
      <p:sp>
        <p:nvSpPr>
          <p:cNvPr id="29" name="AutoShape 12"/>
          <p:cNvSpPr/>
          <p:nvPr>
            <p:custDataLst>
              <p:tags r:id="rId15"/>
            </p:custDataLst>
          </p:nvPr>
        </p:nvSpPr>
        <p:spPr>
          <a:xfrm>
            <a:off x="3549650" y="2639060"/>
            <a:ext cx="2032000" cy="148844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en-US" sz="1200" b="0" i="0" u="none" strike="noStrike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比价型买家、低质量个人询盘泛滥，未读未回、已读不回占比极高，</a:t>
            </a:r>
            <a:endParaRPr lang="en-US" sz="1200" b="0" i="0" u="none" strike="noStrike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/>
            </a:endParaRPr>
          </a:p>
          <a:p>
            <a:pPr indent="0" algn="l">
              <a:lnSpc>
                <a:spcPct val="150000"/>
              </a:lnSpc>
              <a:defRPr/>
            </a:pPr>
            <a:r>
              <a:rPr lang="en-US" sz="1200" b="0" i="0" u="none" strike="noStrike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客户真实信息不可查，30%的有效联络率</a:t>
            </a:r>
            <a:r>
              <a:rPr lang="zh-CN" altLang="en-US" sz="1200" b="0" i="0" u="none" strike="noStrike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不高</a:t>
            </a:r>
            <a:endParaRPr lang="zh-CN" altLang="en-US" sz="1200" b="0" i="0" u="none" strike="noStrike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/>
            </a:endParaRPr>
          </a:p>
        </p:txBody>
      </p:sp>
      <p:sp>
        <p:nvSpPr>
          <p:cNvPr id="30" name="AutoShape 17"/>
          <p:cNvSpPr/>
          <p:nvPr>
            <p:custDataLst>
              <p:tags r:id="rId16"/>
            </p:custDataLst>
          </p:nvPr>
        </p:nvSpPr>
        <p:spPr>
          <a:xfrm>
            <a:off x="6170930" y="2639060"/>
            <a:ext cx="2032000" cy="148844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en-US" sz="1200" b="0" i="0" u="none" strike="noStrike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独立站仅依赖谷歌搜索、传统B2B平台流量分配不均，客户被多家卖家比价，货比10家已成常态，客户归属权掌握在平台手中</a:t>
            </a:r>
            <a:endParaRPr lang="en-US" sz="1200" b="0" i="0" u="none" strike="noStrike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/>
            </a:endParaRPr>
          </a:p>
        </p:txBody>
      </p:sp>
      <p:sp>
        <p:nvSpPr>
          <p:cNvPr id="31" name="AutoShape 22"/>
          <p:cNvSpPr/>
          <p:nvPr>
            <p:custDataLst>
              <p:tags r:id="rId17"/>
            </p:custDataLst>
          </p:nvPr>
        </p:nvSpPr>
        <p:spPr>
          <a:xfrm>
            <a:off x="8819515" y="2654935"/>
            <a:ext cx="2032000" cy="148844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en-US" sz="1200" b="0" i="0" u="none" strike="noStrike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Noto Sans SC"/>
                <a:sym typeface="Noto Sans SC"/>
              </a:rPr>
              <a:t>平台规则频繁变动，店铺星级、排名随时受影响，见效周期长</a:t>
            </a:r>
            <a:endParaRPr lang="en-US" sz="1200" b="0" i="0" u="none" strike="noStrike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Noto Sans SC"/>
              <a:sym typeface="Noto Sans SC"/>
            </a:endParaRPr>
          </a:p>
          <a:p>
            <a:pPr indent="0" algn="l">
              <a:lnSpc>
                <a:spcPct val="150000"/>
              </a:lnSpc>
              <a:defRPr/>
            </a:pPr>
            <a:r>
              <a:rPr lang="en-US" sz="1200" b="0" i="0" u="none" strike="noStrike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Noto Sans SC"/>
                <a:sym typeface="Noto Sans SC"/>
              </a:rPr>
              <a:t>谷歌广告则受关键词竞争、算法调整影响，效果稳定性差</a:t>
            </a:r>
            <a:endParaRPr lang="en-US" sz="1200" b="0" i="0" u="none" strike="noStrike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Noto Sans SC"/>
              <a:sym typeface="Noto Sans SC"/>
            </a:endParaRPr>
          </a:p>
        </p:txBody>
      </p:sp>
      <p:sp>
        <p:nvSpPr>
          <p:cNvPr id="8" name="AutoShape 25"/>
          <p:cNvSpPr/>
          <p:nvPr/>
        </p:nvSpPr>
        <p:spPr>
          <a:xfrm>
            <a:off x="8978265" y="4549775"/>
            <a:ext cx="1950085" cy="508000"/>
          </a:xfrm>
          <a:prstGeom prst="roundRect">
            <a:avLst>
              <a:gd name="adj" fmla="val 30000"/>
            </a:avLst>
          </a:prstGeom>
          <a:solidFill>
            <a:schemeClr val="accent4">
              <a:lumMod val="20000"/>
              <a:lumOff val="8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12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发送意向并成交</a:t>
            </a:r>
            <a:endParaRPr lang="zh-CN" altLang="en-US" sz="1200" b="1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18" name="AutoShape 6"/>
          <p:cNvSpPr/>
          <p:nvPr>
            <p:custDataLst>
              <p:tags r:id="rId18"/>
            </p:custDataLst>
          </p:nvPr>
        </p:nvSpPr>
        <p:spPr>
          <a:xfrm>
            <a:off x="787400" y="2099310"/>
            <a:ext cx="228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流量被平台“卡脖子”</a:t>
            </a:r>
            <a:endParaRPr lang="en-US" sz="1600" b="1" i="0" u="none" strike="noStrike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/>
            </a:endParaRPr>
          </a:p>
        </p:txBody>
      </p:sp>
      <p:sp>
        <p:nvSpPr>
          <p:cNvPr id="20" name="AutoShape 11"/>
          <p:cNvSpPr/>
          <p:nvPr>
            <p:custDataLst>
              <p:tags r:id="rId19"/>
            </p:custDataLst>
          </p:nvPr>
        </p:nvSpPr>
        <p:spPr>
          <a:xfrm>
            <a:off x="3383915" y="2099310"/>
            <a:ext cx="228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Noto Sans SC"/>
                <a:sym typeface="Noto Sans SC"/>
              </a:rPr>
              <a:t>客户质量参差不齐</a:t>
            </a:r>
            <a:endParaRPr lang="en-US" sz="1600" b="1" i="0" u="none" strike="noStrike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Noto Sans SC"/>
              <a:sym typeface="Noto Sans SC"/>
            </a:endParaRPr>
          </a:p>
        </p:txBody>
      </p:sp>
      <p:sp>
        <p:nvSpPr>
          <p:cNvPr id="22" name="AutoShape 16"/>
          <p:cNvSpPr/>
          <p:nvPr>
            <p:custDataLst>
              <p:tags r:id="rId20"/>
            </p:custDataLst>
          </p:nvPr>
        </p:nvSpPr>
        <p:spPr>
          <a:xfrm>
            <a:off x="6078855" y="2099310"/>
            <a:ext cx="228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Noto Sans SC"/>
                <a:sym typeface="Noto Sans SC"/>
              </a:rPr>
              <a:t>获客渠道单一</a:t>
            </a:r>
            <a:endParaRPr lang="en-US" sz="1600" b="1" i="0" u="none" strike="noStrike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Noto Sans SC"/>
              <a:sym typeface="Noto Sans SC"/>
            </a:endParaRPr>
          </a:p>
        </p:txBody>
      </p:sp>
      <p:sp>
        <p:nvSpPr>
          <p:cNvPr id="23" name="AutoShape 21"/>
          <p:cNvSpPr/>
          <p:nvPr>
            <p:custDataLst>
              <p:tags r:id="rId21"/>
            </p:custDataLst>
          </p:nvPr>
        </p:nvSpPr>
        <p:spPr>
          <a:xfrm>
            <a:off x="8745220" y="2099310"/>
            <a:ext cx="228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Noto Sans SC"/>
                <a:sym typeface="Noto Sans SC"/>
              </a:rPr>
              <a:t>见效慢、波动大</a:t>
            </a:r>
            <a:endParaRPr lang="en-US" sz="1600" b="1" i="0" u="none" strike="noStrike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Noto Sans SC"/>
              <a:sym typeface="Noto Sans SC"/>
            </a:endParaRPr>
          </a:p>
        </p:txBody>
      </p:sp>
      <p:pic>
        <p:nvPicPr>
          <p:cNvPr id="38" name="Picture 8"/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744345" y="1656715"/>
            <a:ext cx="355600" cy="355600"/>
          </a:xfrm>
          <a:prstGeom prst="rect">
            <a:avLst/>
          </a:prstGeom>
        </p:spPr>
      </p:pic>
      <p:pic>
        <p:nvPicPr>
          <p:cNvPr id="24" name="Picture 12"/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9775190" y="1661160"/>
            <a:ext cx="355600" cy="3556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" name="AutoShape 5"/>
          <p:cNvSpPr/>
          <p:nvPr/>
        </p:nvSpPr>
        <p:spPr>
          <a:xfrm>
            <a:off x="495300" y="1304925"/>
            <a:ext cx="5842000" cy="2214880"/>
          </a:xfrm>
          <a:prstGeom prst="roundRect">
            <a:avLst>
              <a:gd name="adj" fmla="val 7741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381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AutoShape 6"/>
          <p:cNvSpPr/>
          <p:nvPr/>
        </p:nvSpPr>
        <p:spPr>
          <a:xfrm>
            <a:off x="749300" y="1431925"/>
            <a:ext cx="533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chemeClr val="tx2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01. 全新增量市场的蓝海</a:t>
            </a:r>
            <a:endParaRPr lang="en-US" sz="1800" b="1" i="0" u="none" strike="noStrike">
              <a:solidFill>
                <a:schemeClr val="tx2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37" name="AutoShape 7"/>
          <p:cNvSpPr/>
          <p:nvPr/>
        </p:nvSpPr>
        <p:spPr>
          <a:xfrm>
            <a:off x="749300" y="1939925"/>
            <a:ext cx="1727200" cy="1348740"/>
          </a:xfrm>
          <a:prstGeom prst="roundRect">
            <a:avLst>
              <a:gd name="adj" fmla="val 8888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8" name="Picture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6300" y="2066925"/>
            <a:ext cx="355600" cy="355600"/>
          </a:xfrm>
          <a:prstGeom prst="rect">
            <a:avLst/>
          </a:prstGeom>
        </p:spPr>
      </p:pic>
      <p:sp>
        <p:nvSpPr>
          <p:cNvPr id="39" name="AutoShape 9"/>
          <p:cNvSpPr/>
          <p:nvPr/>
        </p:nvSpPr>
        <p:spPr>
          <a:xfrm>
            <a:off x="1320800" y="2066925"/>
            <a:ext cx="114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高价值聚集</a:t>
            </a:r>
            <a:endParaRPr lang="en-US" sz="1200" b="1" i="0" u="none" strike="noStrike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0" name="AutoShape 10"/>
          <p:cNvSpPr/>
          <p:nvPr/>
        </p:nvSpPr>
        <p:spPr>
          <a:xfrm>
            <a:off x="876300" y="2371725"/>
            <a:ext cx="1473200" cy="70548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en-US" sz="10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中小批发商/零售商活跃</a:t>
            </a:r>
            <a:r>
              <a:rPr lang="zh-CN" altLang="en-US" sz="10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在</a:t>
            </a:r>
            <a:r>
              <a:rPr lang="en-US" sz="10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社媒</a:t>
            </a:r>
            <a:r>
              <a:rPr lang="zh-CN" altLang="en-US" sz="10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里</a:t>
            </a:r>
            <a:r>
              <a:rPr lang="en-US" sz="10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，</a:t>
            </a:r>
            <a:r>
              <a:rPr lang="zh-CN" altLang="en-US" sz="10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需要工厂资源</a:t>
            </a:r>
            <a:endParaRPr lang="zh-CN" altLang="en-US" sz="1000" b="0" i="0" u="none" strike="noStrike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41" name="AutoShape 11"/>
          <p:cNvSpPr/>
          <p:nvPr/>
        </p:nvSpPr>
        <p:spPr>
          <a:xfrm>
            <a:off x="2590800" y="1939925"/>
            <a:ext cx="1727200" cy="1348740"/>
          </a:xfrm>
          <a:prstGeom prst="roundRect">
            <a:avLst>
              <a:gd name="adj" fmla="val 8888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17800" y="2066925"/>
            <a:ext cx="355600" cy="355600"/>
          </a:xfrm>
          <a:prstGeom prst="rect">
            <a:avLst/>
          </a:prstGeom>
        </p:spPr>
      </p:pic>
      <p:sp>
        <p:nvSpPr>
          <p:cNvPr id="43" name="AutoShape 13"/>
          <p:cNvSpPr/>
          <p:nvPr/>
        </p:nvSpPr>
        <p:spPr>
          <a:xfrm>
            <a:off x="3162300" y="2066925"/>
            <a:ext cx="114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历史红利复刻</a:t>
            </a:r>
            <a:endParaRPr lang="en-US" sz="1200" b="1" i="0" u="none" strike="noStrike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4" name="AutoShape 14"/>
          <p:cNvSpPr/>
          <p:nvPr/>
        </p:nvSpPr>
        <p:spPr>
          <a:xfrm>
            <a:off x="2717800" y="2511425"/>
            <a:ext cx="1473200" cy="70548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en-US" sz="10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买家多卖家少，竞争小利润高，如同10年前的阿里国际站</a:t>
            </a:r>
            <a:endParaRPr lang="en-US" sz="1000" b="0" i="0" u="none" strike="noStrike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45" name="AutoShape 15"/>
          <p:cNvSpPr/>
          <p:nvPr/>
        </p:nvSpPr>
        <p:spPr>
          <a:xfrm>
            <a:off x="4432300" y="1939925"/>
            <a:ext cx="1727200" cy="1348740"/>
          </a:xfrm>
          <a:prstGeom prst="roundRect">
            <a:avLst>
              <a:gd name="adj" fmla="val 8888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6" name="Picture 1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59300" y="2066925"/>
            <a:ext cx="355600" cy="355600"/>
          </a:xfrm>
          <a:prstGeom prst="rect">
            <a:avLst/>
          </a:prstGeom>
        </p:spPr>
      </p:pic>
      <p:sp>
        <p:nvSpPr>
          <p:cNvPr id="47" name="AutoShape 17"/>
          <p:cNvSpPr/>
          <p:nvPr/>
        </p:nvSpPr>
        <p:spPr>
          <a:xfrm>
            <a:off x="5003800" y="2066925"/>
            <a:ext cx="114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弯道超车机会</a:t>
            </a:r>
            <a:endParaRPr lang="en-US" sz="1200" b="1" i="0" u="none" strike="noStrike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8" name="AutoShape 18"/>
          <p:cNvSpPr/>
          <p:nvPr/>
        </p:nvSpPr>
        <p:spPr>
          <a:xfrm>
            <a:off x="4559300" y="2371725"/>
            <a:ext cx="1473200" cy="70548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en-US" sz="10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中小商家低成本获取大量精准客户的最佳契机</a:t>
            </a:r>
            <a:endParaRPr lang="en-US" sz="1000" b="0" i="0" u="none" strike="noStrike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9" name="AutoShape 19"/>
          <p:cNvSpPr/>
          <p:nvPr/>
        </p:nvSpPr>
        <p:spPr>
          <a:xfrm>
            <a:off x="495300" y="3606165"/>
            <a:ext cx="5842000" cy="1890395"/>
          </a:xfrm>
          <a:prstGeom prst="roundRect">
            <a:avLst>
              <a:gd name="adj" fmla="val 8888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381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AutoShape 20"/>
          <p:cNvSpPr/>
          <p:nvPr/>
        </p:nvSpPr>
        <p:spPr>
          <a:xfrm>
            <a:off x="749300" y="3733165"/>
            <a:ext cx="533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chemeClr val="tx2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02. 2026：最后的战略机遇窗口</a:t>
            </a:r>
            <a:endParaRPr lang="en-US" sz="1800" b="1" i="0" u="none" strike="noStrike">
              <a:solidFill>
                <a:schemeClr val="tx2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74" name="AutoShape 21"/>
          <p:cNvSpPr/>
          <p:nvPr/>
        </p:nvSpPr>
        <p:spPr>
          <a:xfrm>
            <a:off x="749300" y="4241165"/>
            <a:ext cx="2603500" cy="1218565"/>
          </a:xfrm>
          <a:prstGeom prst="roundRect">
            <a:avLst>
              <a:gd name="adj" fmla="val 1000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6" name="AutoShape 23"/>
          <p:cNvSpPr/>
          <p:nvPr/>
        </p:nvSpPr>
        <p:spPr>
          <a:xfrm>
            <a:off x="1384300" y="4368165"/>
            <a:ext cx="1905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四大核心优势期</a:t>
            </a:r>
            <a:endParaRPr lang="en-US" sz="1200" b="1" i="0" u="none" strike="noStrike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7" name="AutoShape 24"/>
          <p:cNvSpPr/>
          <p:nvPr/>
        </p:nvSpPr>
        <p:spPr>
          <a:xfrm>
            <a:off x="1231900" y="4822825"/>
            <a:ext cx="19939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en-US" sz="10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低流量成本/低竞争/高转化，90%外贸企业尚未布局</a:t>
            </a:r>
            <a:endParaRPr lang="en-US" sz="1000" b="0" i="0" u="none" strike="noStrike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78" name="AutoShape 25"/>
          <p:cNvSpPr/>
          <p:nvPr/>
        </p:nvSpPr>
        <p:spPr>
          <a:xfrm>
            <a:off x="3479800" y="4241165"/>
            <a:ext cx="2603500" cy="1218565"/>
          </a:xfrm>
          <a:prstGeom prst="roundRect">
            <a:avLst>
              <a:gd name="adj" fmla="val 10000"/>
            </a:avLst>
          </a:prstGeom>
          <a:solidFill>
            <a:srgbClr val="F97316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79" name="Picture 2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06800" y="4368165"/>
            <a:ext cx="406400" cy="406400"/>
          </a:xfrm>
          <a:prstGeom prst="rect">
            <a:avLst/>
          </a:prstGeom>
        </p:spPr>
      </p:pic>
      <p:sp>
        <p:nvSpPr>
          <p:cNvPr id="80" name="AutoShape 27"/>
          <p:cNvSpPr/>
          <p:nvPr/>
        </p:nvSpPr>
        <p:spPr>
          <a:xfrm>
            <a:off x="4114800" y="4368165"/>
            <a:ext cx="1905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错失的严重后果</a:t>
            </a:r>
            <a:endParaRPr lang="en-US" sz="1200" b="1" i="0" u="none" strike="noStrike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1" name="AutoShape 28"/>
          <p:cNvSpPr/>
          <p:nvPr/>
        </p:nvSpPr>
        <p:spPr>
          <a:xfrm>
            <a:off x="4013835" y="4822825"/>
            <a:ext cx="1942465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en-US" sz="10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流量成本暴涨，优质客户被瓜分，陷入被动挨打的局面</a:t>
            </a:r>
            <a:endParaRPr lang="en-US" sz="1000" b="0" i="0" u="none" strike="noStrike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2" name="AutoShape 29"/>
          <p:cNvSpPr/>
          <p:nvPr/>
        </p:nvSpPr>
        <p:spPr>
          <a:xfrm>
            <a:off x="495300" y="5718810"/>
            <a:ext cx="11226800" cy="72644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 w="25400" cap="flat" cmpd="sng">
            <a:noFill/>
            <a:prstDash val="solid"/>
            <a:round/>
          </a:ln>
          <a:effectLst>
            <a:outerShdw blurRad="127000" dist="25400" dir="5400000" algn="tl" rotWithShape="0">
              <a:srgbClr val="22C55E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28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3" name="AutoShape 30"/>
          <p:cNvSpPr/>
          <p:nvPr/>
        </p:nvSpPr>
        <p:spPr>
          <a:xfrm>
            <a:off x="611505" y="5883910"/>
            <a:ext cx="10668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结论：抓住社媒获客红利，就是抓住未来2～3年外贸业绩的核心增长引擎</a:t>
            </a:r>
            <a:r>
              <a:rPr lang="zh-CN" altLang="en-US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！</a:t>
            </a:r>
            <a:endParaRPr lang="zh-CN" altLang="en-US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pic>
        <p:nvPicPr>
          <p:cNvPr id="85" name="图片 84" descr="343435333332363b333638303433323bcab1bce4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24865" y="4365625"/>
            <a:ext cx="406800" cy="406800"/>
          </a:xfrm>
          <a:prstGeom prst="rect">
            <a:avLst/>
          </a:prstGeom>
        </p:spPr>
      </p:pic>
      <p:sp>
        <p:nvSpPr>
          <p:cNvPr id="86" name="AutoShape 5"/>
          <p:cNvSpPr/>
          <p:nvPr>
            <p:custDataLst>
              <p:tags r:id="rId12"/>
            </p:custDataLst>
          </p:nvPr>
        </p:nvSpPr>
        <p:spPr>
          <a:xfrm>
            <a:off x="6388100" y="1304925"/>
            <a:ext cx="5334000" cy="1066800"/>
          </a:xfrm>
          <a:prstGeom prst="roundRect">
            <a:avLst>
              <a:gd name="adj" fmla="val 13333"/>
            </a:avLst>
          </a:prstGeom>
          <a:solidFill>
            <a:srgbClr val="FF6A00">
              <a:alpha val="8000"/>
            </a:srgbClr>
          </a:solidFill>
          <a:ln w="12700" cap="flat" cmpd="sng">
            <a:solidFill>
              <a:srgbClr val="FF6A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7" name="AutoShape 6"/>
          <p:cNvSpPr/>
          <p:nvPr>
            <p:custDataLst>
              <p:tags r:id="rId13"/>
            </p:custDataLst>
          </p:nvPr>
        </p:nvSpPr>
        <p:spPr>
          <a:xfrm>
            <a:off x="6642100" y="1431925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chemeClr val="tx2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核心洞察：全球B2B采购向社交媒体大规模迁移</a:t>
            </a:r>
            <a:endParaRPr lang="en-US" sz="1500" b="1" i="0" u="none" strike="noStrike">
              <a:solidFill>
                <a:schemeClr val="tx2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88" name="AutoShape 7"/>
          <p:cNvSpPr/>
          <p:nvPr>
            <p:custDataLst>
              <p:tags r:id="rId14"/>
            </p:custDataLst>
          </p:nvPr>
        </p:nvSpPr>
        <p:spPr>
          <a:xfrm>
            <a:off x="6642100" y="178435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社媒已成为B端买家信息获取、供应商评估与信任建立的核心阵地，彻底重构了传统采购决策路径。</a:t>
            </a:r>
            <a:endParaRPr lang="en-US" sz="1200" b="0" i="0" u="none" strike="noStrike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89" name="AutoShape 8"/>
          <p:cNvSpPr/>
          <p:nvPr>
            <p:custDataLst>
              <p:tags r:id="rId15"/>
            </p:custDataLst>
          </p:nvPr>
        </p:nvSpPr>
        <p:spPr>
          <a:xfrm>
            <a:off x="6388100" y="2422525"/>
            <a:ext cx="5334000" cy="977900"/>
          </a:xfrm>
          <a:prstGeom prst="roundRect">
            <a:avLst>
              <a:gd name="adj" fmla="val 14117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25400" dir="2700000" algn="tl" rotWithShape="0">
              <a:srgbClr val="000000">
                <a:alpha val="7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90" name="Picture 9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642100" y="2676525"/>
            <a:ext cx="558800" cy="558800"/>
          </a:xfrm>
          <a:prstGeom prst="rect">
            <a:avLst/>
          </a:prstGeom>
        </p:spPr>
      </p:pic>
      <p:sp>
        <p:nvSpPr>
          <p:cNvPr id="91" name="AutoShape 10"/>
          <p:cNvSpPr/>
          <p:nvPr>
            <p:custDataLst>
              <p:tags r:id="rId19"/>
            </p:custDataLst>
          </p:nvPr>
        </p:nvSpPr>
        <p:spPr>
          <a:xfrm>
            <a:off x="7404100" y="2549525"/>
            <a:ext cx="4064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chemeClr val="tx2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65%+ </a:t>
            </a:r>
            <a:r>
              <a:rPr lang="en-US" sz="1400" b="1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采购前调研依赖社媒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2" name="AutoShape 11"/>
          <p:cNvSpPr/>
          <p:nvPr>
            <p:custDataLst>
              <p:tags r:id="rId20"/>
            </p:custDataLst>
          </p:nvPr>
        </p:nvSpPr>
        <p:spPr>
          <a:xfrm>
            <a:off x="7404100" y="3057525"/>
            <a:ext cx="3937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77777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正式联系供应商前，优先通过社媒进行背景审查与口碑评估。</a:t>
            </a:r>
            <a:endParaRPr lang="en-US" sz="1100" b="0" i="0" u="none" strike="noStrike">
              <a:solidFill>
                <a:srgbClr val="777777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3" name="AutoShape 12"/>
          <p:cNvSpPr/>
          <p:nvPr>
            <p:custDataLst>
              <p:tags r:id="rId21"/>
            </p:custDataLst>
          </p:nvPr>
        </p:nvSpPr>
        <p:spPr>
          <a:xfrm>
            <a:off x="6388100" y="3479165"/>
            <a:ext cx="5334000" cy="977900"/>
          </a:xfrm>
          <a:prstGeom prst="roundRect">
            <a:avLst>
              <a:gd name="adj" fmla="val 14117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25400" dir="2700000" algn="tl" rotWithShape="0">
              <a:srgbClr val="000000">
                <a:alpha val="7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94" name="Picture 13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6642100" y="3666490"/>
            <a:ext cx="558800" cy="558800"/>
          </a:xfrm>
          <a:prstGeom prst="rect">
            <a:avLst/>
          </a:prstGeom>
        </p:spPr>
      </p:pic>
      <p:sp>
        <p:nvSpPr>
          <p:cNvPr id="95" name="AutoShape 14"/>
          <p:cNvSpPr/>
          <p:nvPr>
            <p:custDataLst>
              <p:tags r:id="rId25"/>
            </p:custDataLst>
          </p:nvPr>
        </p:nvSpPr>
        <p:spPr>
          <a:xfrm>
            <a:off x="7404100" y="3539490"/>
            <a:ext cx="4064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chemeClr val="tx2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80%+ </a:t>
            </a:r>
            <a:r>
              <a:rPr lang="en-US" sz="1400" b="1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高管日常使用社媒决策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6" name="AutoShape 15"/>
          <p:cNvSpPr/>
          <p:nvPr>
            <p:custDataLst>
              <p:tags r:id="rId26"/>
            </p:custDataLst>
          </p:nvPr>
        </p:nvSpPr>
        <p:spPr>
          <a:xfrm>
            <a:off x="7404100" y="4047490"/>
            <a:ext cx="3937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7777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CEO/CFO/VP等核心决策者，习惯使用</a:t>
            </a:r>
            <a:r>
              <a:rPr lang="zh-CN" altLang="en-US" sz="1100" b="0" i="0" u="none" strike="noStrike">
                <a:solidFill>
                  <a:srgbClr val="7777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社媒</a:t>
            </a:r>
            <a:r>
              <a:rPr lang="en-US" sz="1100" b="0" i="0" u="none" strike="noStrike">
                <a:solidFill>
                  <a:srgbClr val="7777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平台辅助采购判断。</a:t>
            </a:r>
            <a:endParaRPr lang="en-US" sz="1100" b="0" i="0" u="none" strike="noStrike">
              <a:solidFill>
                <a:srgbClr val="7777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97" name="AutoShape 16"/>
          <p:cNvSpPr/>
          <p:nvPr>
            <p:custDataLst>
              <p:tags r:id="rId27"/>
            </p:custDataLst>
          </p:nvPr>
        </p:nvSpPr>
        <p:spPr>
          <a:xfrm>
            <a:off x="6388100" y="4518025"/>
            <a:ext cx="5334000" cy="977900"/>
          </a:xfrm>
          <a:prstGeom prst="roundRect">
            <a:avLst>
              <a:gd name="adj" fmla="val 14117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25400" dir="2700000" algn="tl" rotWithShape="0">
              <a:srgbClr val="000000">
                <a:alpha val="7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98" name="Picture 17"/>
          <p:cNvPicPr>
            <a:picLocks noChangeAspect="1"/>
          </p:cNvPicPr>
          <p:nvPr>
            <p:custDataLst>
              <p:tags r:id="rId28"/>
            </p:custDataLst>
          </p:nvPr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6642100" y="4772025"/>
            <a:ext cx="558800" cy="558800"/>
          </a:xfrm>
          <a:prstGeom prst="rect">
            <a:avLst/>
          </a:prstGeom>
        </p:spPr>
      </p:pic>
      <p:sp>
        <p:nvSpPr>
          <p:cNvPr id="99" name="AutoShape 18"/>
          <p:cNvSpPr/>
          <p:nvPr>
            <p:custDataLst>
              <p:tags r:id="rId31"/>
            </p:custDataLst>
          </p:nvPr>
        </p:nvSpPr>
        <p:spPr>
          <a:xfrm>
            <a:off x="7404100" y="4645025"/>
            <a:ext cx="4064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chemeClr val="tx2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47% </a:t>
            </a:r>
            <a:r>
              <a:rPr lang="en-US" sz="1300" b="1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流程线上化与内容影响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0" name="AutoShape 19"/>
          <p:cNvSpPr/>
          <p:nvPr>
            <p:custDataLst>
              <p:tags r:id="rId32"/>
            </p:custDataLst>
          </p:nvPr>
        </p:nvSpPr>
        <p:spPr>
          <a:xfrm>
            <a:off x="7404100" y="5153025"/>
            <a:ext cx="4168775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77777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近半数采购流程完全线上化，超六成最终订单受线上内容显著驱动。</a:t>
            </a:r>
            <a:endParaRPr lang="en-US" sz="1100" b="0" i="0" u="none" strike="noStrike">
              <a:solidFill>
                <a:srgbClr val="777777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20" name="矩形 319"/>
          <p:cNvSpPr>
            <a:spLocks noChangeArrowheads="1"/>
          </p:cNvSpPr>
          <p:nvPr/>
        </p:nvSpPr>
        <p:spPr bwMode="auto">
          <a:xfrm>
            <a:off x="0" y="174625"/>
            <a:ext cx="376555" cy="5238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1905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+mn-lt"/>
            </a:endParaRPr>
          </a:p>
        </p:txBody>
      </p:sp>
      <p:sp>
        <p:nvSpPr>
          <p:cNvPr id="321" name="矩形 320"/>
          <p:cNvSpPr>
            <a:spLocks noChangeArrowheads="1"/>
          </p:cNvSpPr>
          <p:nvPr/>
        </p:nvSpPr>
        <p:spPr bwMode="auto">
          <a:xfrm>
            <a:off x="408940" y="174625"/>
            <a:ext cx="140970" cy="5238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1905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+mn-lt"/>
            </a:endParaRPr>
          </a:p>
        </p:txBody>
      </p:sp>
      <p:sp>
        <p:nvSpPr>
          <p:cNvPr id="101" name="textbox 1264"/>
          <p:cNvSpPr/>
          <p:nvPr/>
        </p:nvSpPr>
        <p:spPr>
          <a:xfrm>
            <a:off x="629285" y="136525"/>
            <a:ext cx="10208260" cy="5238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7000"/>
              </a:lnSpc>
            </a:pPr>
            <a:endParaRPr sz="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zh-CN" sz="27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OPPOSans R" panose="00020600040101010101" pitchFamily="18" charset="-122"/>
                <a:sym typeface="+mn-ea"/>
              </a:rPr>
              <a:t>选择</a:t>
            </a:r>
            <a:r>
              <a:rPr lang="en-US" altLang="zh-CN" sz="27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OPPOSans R" panose="00020600040101010101" pitchFamily="18" charset="-122"/>
                <a:sym typeface="+mn-ea"/>
              </a:rPr>
              <a:t>W</a:t>
            </a:r>
            <a:r>
              <a:rPr lang="en-US" altLang="en-US" sz="27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OPPOSans R" panose="00020600040101010101" pitchFamily="18" charset="-122"/>
                <a:sym typeface="+mn-ea"/>
              </a:rPr>
              <a:t>À</a:t>
            </a:r>
            <a:r>
              <a:rPr lang="zh-CN" altLang="en-US" sz="27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OPPOSans R" panose="00020600040101010101" pitchFamily="18" charset="-122"/>
                <a:sym typeface="+mn-ea"/>
              </a:rPr>
              <a:t>商机的迫切性</a:t>
            </a:r>
            <a:r>
              <a:rPr lang="en-US" altLang="zh-CN" sz="27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OPPOSans R" panose="00020600040101010101" pitchFamily="18" charset="-122"/>
                <a:sym typeface="+mn-ea"/>
              </a:rPr>
              <a:t>-</a:t>
            </a:r>
            <a:r>
              <a:rPr lang="en-US" sz="20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竞争格局分析</a:t>
            </a:r>
            <a:endParaRPr lang="en-US" altLang="zh-CN" sz="2000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" name="Picture 41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1213783" y="98425"/>
            <a:ext cx="775970" cy="83693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alphaModFix amt="85000"/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406" t="16797" r="840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</p:pic>
      <p:sp>
        <p:nvSpPr>
          <p:cNvPr id="24" name="矩形 23"/>
          <p:cNvSpPr/>
          <p:nvPr/>
        </p:nvSpPr>
        <p:spPr>
          <a:xfrm>
            <a:off x="1802447" y="1785213"/>
            <a:ext cx="8543925" cy="1198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7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尚益科技 </a:t>
            </a:r>
            <a:r>
              <a:rPr lang="en-US" altLang="zh-CN" sz="2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·W</a:t>
            </a:r>
            <a:r>
              <a:rPr lang="en-US" altLang="en-US" sz="2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À</a:t>
            </a:r>
            <a:r>
              <a:rPr lang="zh-CN" altLang="en-US" sz="2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商机外贸获客系统</a:t>
            </a:r>
            <a:r>
              <a:rPr lang="en-US" altLang="zh-CN" sz="2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lang="en-US" altLang="zh-CN" sz="28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2252199" y="3575295"/>
            <a:ext cx="7643680" cy="681016"/>
            <a:chOff x="2254739" y="2372519"/>
            <a:chExt cx="7643680" cy="681016"/>
          </a:xfrm>
        </p:grpSpPr>
        <p:sp>
          <p:nvSpPr>
            <p:cNvPr id="26" name="任意多边形: 形状 88"/>
            <p:cNvSpPr/>
            <p:nvPr/>
          </p:nvSpPr>
          <p:spPr>
            <a:xfrm>
              <a:off x="3161443" y="2372519"/>
              <a:ext cx="5830271" cy="626603"/>
            </a:xfrm>
            <a:custGeom>
              <a:avLst/>
              <a:gdLst>
                <a:gd name="connsiteX0" fmla="*/ 170498 w 6477431"/>
                <a:gd name="connsiteY0" fmla="*/ 0 h 758190"/>
                <a:gd name="connsiteX1" fmla="*/ 516280 w 6477431"/>
                <a:gd name="connsiteY1" fmla="*/ 0 h 758190"/>
                <a:gd name="connsiteX2" fmla="*/ 1112520 w 6477431"/>
                <a:gd name="connsiteY2" fmla="*/ 0 h 758190"/>
                <a:gd name="connsiteX3" fmla="*/ 1759381 w 6477431"/>
                <a:gd name="connsiteY3" fmla="*/ 0 h 758190"/>
                <a:gd name="connsiteX4" fmla="*/ 2107908 w 6477431"/>
                <a:gd name="connsiteY4" fmla="*/ 0 h 758190"/>
                <a:gd name="connsiteX5" fmla="*/ 2355621 w 6477431"/>
                <a:gd name="connsiteY5" fmla="*/ 0 h 758190"/>
                <a:gd name="connsiteX6" fmla="*/ 2701403 w 6477431"/>
                <a:gd name="connsiteY6" fmla="*/ 0 h 758190"/>
                <a:gd name="connsiteX7" fmla="*/ 2704148 w 6477431"/>
                <a:gd name="connsiteY7" fmla="*/ 0 h 758190"/>
                <a:gd name="connsiteX8" fmla="*/ 3297643 w 6477431"/>
                <a:gd name="connsiteY8" fmla="*/ 0 h 758190"/>
                <a:gd name="connsiteX9" fmla="*/ 3773284 w 6477431"/>
                <a:gd name="connsiteY9" fmla="*/ 0 h 758190"/>
                <a:gd name="connsiteX10" fmla="*/ 4293031 w 6477431"/>
                <a:gd name="connsiteY10" fmla="*/ 0 h 758190"/>
                <a:gd name="connsiteX11" fmla="*/ 4369524 w 6477431"/>
                <a:gd name="connsiteY11" fmla="*/ 0 h 758190"/>
                <a:gd name="connsiteX12" fmla="*/ 4715306 w 6477431"/>
                <a:gd name="connsiteY12" fmla="*/ 0 h 758190"/>
                <a:gd name="connsiteX13" fmla="*/ 4889271 w 6477431"/>
                <a:gd name="connsiteY13" fmla="*/ 0 h 758190"/>
                <a:gd name="connsiteX14" fmla="*/ 5311546 w 6477431"/>
                <a:gd name="connsiteY14" fmla="*/ 0 h 758190"/>
                <a:gd name="connsiteX15" fmla="*/ 6306934 w 6477431"/>
                <a:gd name="connsiteY15" fmla="*/ 0 h 758190"/>
                <a:gd name="connsiteX16" fmla="*/ 6477431 w 6477431"/>
                <a:gd name="connsiteY16" fmla="*/ 508635 h 758190"/>
                <a:gd name="connsiteX17" fmla="*/ 6293599 w 6477431"/>
                <a:gd name="connsiteY17" fmla="*/ 758190 h 758190"/>
                <a:gd name="connsiteX18" fmla="*/ 5311546 w 6477431"/>
                <a:gd name="connsiteY18" fmla="*/ 758190 h 758190"/>
                <a:gd name="connsiteX19" fmla="*/ 4875936 w 6477431"/>
                <a:gd name="connsiteY19" fmla="*/ 758190 h 758190"/>
                <a:gd name="connsiteX20" fmla="*/ 4715306 w 6477431"/>
                <a:gd name="connsiteY20" fmla="*/ 758190 h 758190"/>
                <a:gd name="connsiteX21" fmla="*/ 4381906 w 6477431"/>
                <a:gd name="connsiteY21" fmla="*/ 758190 h 758190"/>
                <a:gd name="connsiteX22" fmla="*/ 4279696 w 6477431"/>
                <a:gd name="connsiteY22" fmla="*/ 758190 h 758190"/>
                <a:gd name="connsiteX23" fmla="*/ 3785666 w 6477431"/>
                <a:gd name="connsiteY23" fmla="*/ 758190 h 758190"/>
                <a:gd name="connsiteX24" fmla="*/ 3297643 w 6477431"/>
                <a:gd name="connsiteY24" fmla="*/ 758190 h 758190"/>
                <a:gd name="connsiteX25" fmla="*/ 2701403 w 6477431"/>
                <a:gd name="connsiteY25" fmla="*/ 758190 h 758190"/>
                <a:gd name="connsiteX26" fmla="*/ 2690813 w 6477431"/>
                <a:gd name="connsiteY26" fmla="*/ 758190 h 758190"/>
                <a:gd name="connsiteX27" fmla="*/ 2368003 w 6477431"/>
                <a:gd name="connsiteY27" fmla="*/ 758190 h 758190"/>
                <a:gd name="connsiteX28" fmla="*/ 2094573 w 6477431"/>
                <a:gd name="connsiteY28" fmla="*/ 758190 h 758190"/>
                <a:gd name="connsiteX29" fmla="*/ 1771763 w 6477431"/>
                <a:gd name="connsiteY29" fmla="*/ 758190 h 758190"/>
                <a:gd name="connsiteX30" fmla="*/ 1112520 w 6477431"/>
                <a:gd name="connsiteY30" fmla="*/ 758190 h 758190"/>
                <a:gd name="connsiteX31" fmla="*/ 516280 w 6477431"/>
                <a:gd name="connsiteY31" fmla="*/ 758190 h 758190"/>
                <a:gd name="connsiteX32" fmla="*/ 182880 w 6477431"/>
                <a:gd name="connsiteY32" fmla="*/ 758190 h 758190"/>
                <a:gd name="connsiteX33" fmla="*/ 0 w 6477431"/>
                <a:gd name="connsiteY33" fmla="*/ 508635 h 758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6477431" h="758190">
                  <a:moveTo>
                    <a:pt x="170498" y="0"/>
                  </a:moveTo>
                  <a:lnTo>
                    <a:pt x="516280" y="0"/>
                  </a:lnTo>
                  <a:lnTo>
                    <a:pt x="1112520" y="0"/>
                  </a:lnTo>
                  <a:lnTo>
                    <a:pt x="1759381" y="0"/>
                  </a:lnTo>
                  <a:lnTo>
                    <a:pt x="2107908" y="0"/>
                  </a:lnTo>
                  <a:lnTo>
                    <a:pt x="2355621" y="0"/>
                  </a:lnTo>
                  <a:lnTo>
                    <a:pt x="2701403" y="0"/>
                  </a:lnTo>
                  <a:lnTo>
                    <a:pt x="2704148" y="0"/>
                  </a:lnTo>
                  <a:lnTo>
                    <a:pt x="3297643" y="0"/>
                  </a:lnTo>
                  <a:lnTo>
                    <a:pt x="3773284" y="0"/>
                  </a:lnTo>
                  <a:lnTo>
                    <a:pt x="4293031" y="0"/>
                  </a:lnTo>
                  <a:lnTo>
                    <a:pt x="4369524" y="0"/>
                  </a:lnTo>
                  <a:lnTo>
                    <a:pt x="4715306" y="0"/>
                  </a:lnTo>
                  <a:lnTo>
                    <a:pt x="4889271" y="0"/>
                  </a:lnTo>
                  <a:lnTo>
                    <a:pt x="5311546" y="0"/>
                  </a:lnTo>
                  <a:lnTo>
                    <a:pt x="6306934" y="0"/>
                  </a:lnTo>
                  <a:lnTo>
                    <a:pt x="6477431" y="508635"/>
                  </a:lnTo>
                  <a:lnTo>
                    <a:pt x="6293599" y="758190"/>
                  </a:lnTo>
                  <a:lnTo>
                    <a:pt x="5311546" y="758190"/>
                  </a:lnTo>
                  <a:lnTo>
                    <a:pt x="4875936" y="758190"/>
                  </a:lnTo>
                  <a:lnTo>
                    <a:pt x="4715306" y="758190"/>
                  </a:lnTo>
                  <a:lnTo>
                    <a:pt x="4381906" y="758190"/>
                  </a:lnTo>
                  <a:lnTo>
                    <a:pt x="4279696" y="758190"/>
                  </a:lnTo>
                  <a:lnTo>
                    <a:pt x="3785666" y="758190"/>
                  </a:lnTo>
                  <a:lnTo>
                    <a:pt x="3297643" y="758190"/>
                  </a:lnTo>
                  <a:lnTo>
                    <a:pt x="2701403" y="758190"/>
                  </a:lnTo>
                  <a:lnTo>
                    <a:pt x="2690813" y="758190"/>
                  </a:lnTo>
                  <a:lnTo>
                    <a:pt x="2368003" y="758190"/>
                  </a:lnTo>
                  <a:lnTo>
                    <a:pt x="2094573" y="758190"/>
                  </a:lnTo>
                  <a:lnTo>
                    <a:pt x="1771763" y="758190"/>
                  </a:lnTo>
                  <a:lnTo>
                    <a:pt x="1112520" y="758190"/>
                  </a:lnTo>
                  <a:lnTo>
                    <a:pt x="516280" y="758190"/>
                  </a:lnTo>
                  <a:lnTo>
                    <a:pt x="182880" y="758190"/>
                  </a:lnTo>
                  <a:lnTo>
                    <a:pt x="0" y="508635"/>
                  </a:lnTo>
                  <a:close/>
                </a:path>
              </a:pathLst>
            </a:custGeom>
            <a:gradFill>
              <a:gsLst>
                <a:gs pos="16000">
                  <a:schemeClr val="bg1">
                    <a:alpha val="30000"/>
                  </a:schemeClr>
                </a:gs>
                <a:gs pos="100000">
                  <a:schemeClr val="bg1">
                    <a:alpha val="20000"/>
                  </a:schemeClr>
                </a:gs>
              </a:gsLst>
              <a:lin ang="4200000" scaled="0"/>
            </a:gra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3189090" y="2469614"/>
              <a:ext cx="5678310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精准获客，驱动全球业务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grpSp>
          <p:nvGrpSpPr>
            <p:cNvPr id="28" name="组合 27"/>
            <p:cNvGrpSpPr/>
            <p:nvPr/>
          </p:nvGrpSpPr>
          <p:grpSpPr>
            <a:xfrm>
              <a:off x="8472669" y="2393083"/>
              <a:ext cx="1425750" cy="660452"/>
              <a:chOff x="6914196" y="4986271"/>
              <a:chExt cx="1584008" cy="799147"/>
            </a:xfrm>
            <a:solidFill>
              <a:schemeClr val="bg1">
                <a:alpha val="60000"/>
              </a:schemeClr>
            </a:solidFill>
          </p:grpSpPr>
          <p:sp>
            <p:nvSpPr>
              <p:cNvPr id="29" name="任意多边形: 形状 99"/>
              <p:cNvSpPr/>
              <p:nvPr/>
            </p:nvSpPr>
            <p:spPr>
              <a:xfrm>
                <a:off x="7402829" y="4986271"/>
                <a:ext cx="220027" cy="431482"/>
              </a:xfrm>
              <a:custGeom>
                <a:avLst/>
                <a:gdLst>
                  <a:gd name="connsiteX0" fmla="*/ 144780 w 220027"/>
                  <a:gd name="connsiteY0" fmla="*/ 431483 h 431482"/>
                  <a:gd name="connsiteX1" fmla="*/ 220027 w 220027"/>
                  <a:gd name="connsiteY1" fmla="*/ 431483 h 431482"/>
                  <a:gd name="connsiteX2" fmla="*/ 75247 w 220027"/>
                  <a:gd name="connsiteY2" fmla="*/ 0 h 431482"/>
                  <a:gd name="connsiteX3" fmla="*/ 0 w 220027"/>
                  <a:gd name="connsiteY3" fmla="*/ 0 h 4314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20027" h="431482">
                    <a:moveTo>
                      <a:pt x="144780" y="431483"/>
                    </a:moveTo>
                    <a:lnTo>
                      <a:pt x="220027" y="431483"/>
                    </a:lnTo>
                    <a:lnTo>
                      <a:pt x="75247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30" name="任意多边形: 形状 100"/>
              <p:cNvSpPr/>
              <p:nvPr/>
            </p:nvSpPr>
            <p:spPr>
              <a:xfrm>
                <a:off x="7665719" y="5408229"/>
                <a:ext cx="541020" cy="9525"/>
              </a:xfrm>
              <a:custGeom>
                <a:avLst/>
                <a:gdLst>
                  <a:gd name="connsiteX0" fmla="*/ 0 w 541020"/>
                  <a:gd name="connsiteY0" fmla="*/ 0 h 9525"/>
                  <a:gd name="connsiteX1" fmla="*/ 541020 w 541020"/>
                  <a:gd name="connsiteY1" fmla="*/ 0 h 9525"/>
                  <a:gd name="connsiteX2" fmla="*/ 541020 w 541020"/>
                  <a:gd name="connsiteY2" fmla="*/ 9525 h 9525"/>
                  <a:gd name="connsiteX3" fmla="*/ 0 w 541020"/>
                  <a:gd name="connsiteY3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41020" h="9525">
                    <a:moveTo>
                      <a:pt x="0" y="0"/>
                    </a:moveTo>
                    <a:lnTo>
                      <a:pt x="541020" y="0"/>
                    </a:lnTo>
                    <a:lnTo>
                      <a:pt x="541020" y="9525"/>
                    </a:lnTo>
                    <a:lnTo>
                      <a:pt x="0" y="9525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31" name="任意多边形: 形状 101"/>
              <p:cNvSpPr/>
              <p:nvPr/>
            </p:nvSpPr>
            <p:spPr>
              <a:xfrm>
                <a:off x="8201977" y="5376796"/>
                <a:ext cx="68579" cy="72389"/>
              </a:xfrm>
              <a:custGeom>
                <a:avLst/>
                <a:gdLst>
                  <a:gd name="connsiteX0" fmla="*/ 0 w 68579"/>
                  <a:gd name="connsiteY0" fmla="*/ 36195 h 72389"/>
                  <a:gd name="connsiteX1" fmla="*/ 34290 w 68579"/>
                  <a:gd name="connsiteY1" fmla="*/ 0 h 72389"/>
                  <a:gd name="connsiteX2" fmla="*/ 68580 w 68579"/>
                  <a:gd name="connsiteY2" fmla="*/ 36195 h 72389"/>
                  <a:gd name="connsiteX3" fmla="*/ 34290 w 68579"/>
                  <a:gd name="connsiteY3" fmla="*/ 72390 h 72389"/>
                  <a:gd name="connsiteX4" fmla="*/ 0 w 68579"/>
                  <a:gd name="connsiteY4" fmla="*/ 36195 h 72389"/>
                  <a:gd name="connsiteX5" fmla="*/ 9525 w 68579"/>
                  <a:gd name="connsiteY5" fmla="*/ 36195 h 72389"/>
                  <a:gd name="connsiteX6" fmla="*/ 35242 w 68579"/>
                  <a:gd name="connsiteY6" fmla="*/ 62865 h 72389"/>
                  <a:gd name="connsiteX7" fmla="*/ 60960 w 68579"/>
                  <a:gd name="connsiteY7" fmla="*/ 36195 h 72389"/>
                  <a:gd name="connsiteX8" fmla="*/ 35242 w 68579"/>
                  <a:gd name="connsiteY8" fmla="*/ 9525 h 72389"/>
                  <a:gd name="connsiteX9" fmla="*/ 9525 w 68579"/>
                  <a:gd name="connsiteY9" fmla="*/ 36195 h 72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8579" h="72389">
                    <a:moveTo>
                      <a:pt x="0" y="36195"/>
                    </a:moveTo>
                    <a:cubicBezTo>
                      <a:pt x="0" y="16193"/>
                      <a:pt x="15240" y="0"/>
                      <a:pt x="34290" y="0"/>
                    </a:cubicBezTo>
                    <a:cubicBezTo>
                      <a:pt x="53340" y="0"/>
                      <a:pt x="68580" y="16193"/>
                      <a:pt x="68580" y="36195"/>
                    </a:cubicBezTo>
                    <a:cubicBezTo>
                      <a:pt x="68580" y="56198"/>
                      <a:pt x="53340" y="72390"/>
                      <a:pt x="34290" y="72390"/>
                    </a:cubicBezTo>
                    <a:cubicBezTo>
                      <a:pt x="15240" y="72390"/>
                      <a:pt x="0" y="56198"/>
                      <a:pt x="0" y="36195"/>
                    </a:cubicBezTo>
                    <a:close/>
                    <a:moveTo>
                      <a:pt x="9525" y="36195"/>
                    </a:moveTo>
                    <a:cubicBezTo>
                      <a:pt x="9525" y="51435"/>
                      <a:pt x="20955" y="62865"/>
                      <a:pt x="35242" y="62865"/>
                    </a:cubicBezTo>
                    <a:cubicBezTo>
                      <a:pt x="49530" y="62865"/>
                      <a:pt x="60960" y="50482"/>
                      <a:pt x="60960" y="36195"/>
                    </a:cubicBezTo>
                    <a:cubicBezTo>
                      <a:pt x="60960" y="20955"/>
                      <a:pt x="49530" y="9525"/>
                      <a:pt x="35242" y="9525"/>
                    </a:cubicBezTo>
                    <a:cubicBezTo>
                      <a:pt x="20955" y="9525"/>
                      <a:pt x="9525" y="20955"/>
                      <a:pt x="9525" y="3619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32" name="任意多边形: 形状 102"/>
              <p:cNvSpPr/>
              <p:nvPr/>
            </p:nvSpPr>
            <p:spPr>
              <a:xfrm>
                <a:off x="7540942" y="5503478"/>
                <a:ext cx="957262" cy="49530"/>
              </a:xfrm>
              <a:custGeom>
                <a:avLst/>
                <a:gdLst>
                  <a:gd name="connsiteX0" fmla="*/ 0 w 957262"/>
                  <a:gd name="connsiteY0" fmla="*/ 49530 h 49530"/>
                  <a:gd name="connsiteX1" fmla="*/ 919163 w 957262"/>
                  <a:gd name="connsiteY1" fmla="*/ 49530 h 49530"/>
                  <a:gd name="connsiteX2" fmla="*/ 957263 w 957262"/>
                  <a:gd name="connsiteY2" fmla="*/ 0 h 49530"/>
                  <a:gd name="connsiteX3" fmla="*/ 37147 w 957262"/>
                  <a:gd name="connsiteY3" fmla="*/ 0 h 495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57262" h="49530">
                    <a:moveTo>
                      <a:pt x="0" y="49530"/>
                    </a:moveTo>
                    <a:lnTo>
                      <a:pt x="919163" y="49530"/>
                    </a:lnTo>
                    <a:lnTo>
                      <a:pt x="957263" y="0"/>
                    </a:lnTo>
                    <a:lnTo>
                      <a:pt x="37147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33" name="任意多边形: 形状 103"/>
              <p:cNvSpPr/>
              <p:nvPr/>
            </p:nvSpPr>
            <p:spPr>
              <a:xfrm>
                <a:off x="6914196" y="5503478"/>
                <a:ext cx="671512" cy="281940"/>
              </a:xfrm>
              <a:custGeom>
                <a:avLst/>
                <a:gdLst>
                  <a:gd name="connsiteX0" fmla="*/ 0 w 671512"/>
                  <a:gd name="connsiteY0" fmla="*/ 281940 h 281940"/>
                  <a:gd name="connsiteX1" fmla="*/ 462915 w 671512"/>
                  <a:gd name="connsiteY1" fmla="*/ 281940 h 281940"/>
                  <a:gd name="connsiteX2" fmla="*/ 671513 w 671512"/>
                  <a:gd name="connsiteY2" fmla="*/ 6668 h 281940"/>
                  <a:gd name="connsiteX3" fmla="*/ 663893 w 671512"/>
                  <a:gd name="connsiteY3" fmla="*/ 0 h 281940"/>
                  <a:gd name="connsiteX4" fmla="*/ 458153 w 671512"/>
                  <a:gd name="connsiteY4" fmla="*/ 272415 h 281940"/>
                  <a:gd name="connsiteX5" fmla="*/ 0 w 671512"/>
                  <a:gd name="connsiteY5" fmla="*/ 272415 h 281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71512" h="281940">
                    <a:moveTo>
                      <a:pt x="0" y="281940"/>
                    </a:moveTo>
                    <a:lnTo>
                      <a:pt x="462915" y="281940"/>
                    </a:lnTo>
                    <a:lnTo>
                      <a:pt x="671513" y="6668"/>
                    </a:lnTo>
                    <a:lnTo>
                      <a:pt x="663893" y="0"/>
                    </a:lnTo>
                    <a:lnTo>
                      <a:pt x="458153" y="272415"/>
                    </a:lnTo>
                    <a:lnTo>
                      <a:pt x="0" y="272415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34" name="任意多边形: 形状 104"/>
              <p:cNvSpPr/>
              <p:nvPr/>
            </p:nvSpPr>
            <p:spPr>
              <a:xfrm>
                <a:off x="8226742" y="5402514"/>
                <a:ext cx="19050" cy="20955"/>
              </a:xfrm>
              <a:custGeom>
                <a:avLst/>
                <a:gdLst>
                  <a:gd name="connsiteX0" fmla="*/ 0 w 19050"/>
                  <a:gd name="connsiteY0" fmla="*/ 10477 h 20955"/>
                  <a:gd name="connsiteX1" fmla="*/ 9525 w 19050"/>
                  <a:gd name="connsiteY1" fmla="*/ 20955 h 20955"/>
                  <a:gd name="connsiteX2" fmla="*/ 19050 w 19050"/>
                  <a:gd name="connsiteY2" fmla="*/ 10477 h 20955"/>
                  <a:gd name="connsiteX3" fmla="*/ 9525 w 19050"/>
                  <a:gd name="connsiteY3" fmla="*/ 0 h 20955"/>
                  <a:gd name="connsiteX4" fmla="*/ 0 w 19050"/>
                  <a:gd name="connsiteY4" fmla="*/ 10477 h 209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20955">
                    <a:moveTo>
                      <a:pt x="0" y="10477"/>
                    </a:moveTo>
                    <a:cubicBezTo>
                      <a:pt x="0" y="16193"/>
                      <a:pt x="4763" y="20955"/>
                      <a:pt x="9525" y="20955"/>
                    </a:cubicBezTo>
                    <a:cubicBezTo>
                      <a:pt x="15240" y="20955"/>
                      <a:pt x="19050" y="16193"/>
                      <a:pt x="19050" y="10477"/>
                    </a:cubicBezTo>
                    <a:cubicBezTo>
                      <a:pt x="19050" y="4763"/>
                      <a:pt x="14288" y="0"/>
                      <a:pt x="9525" y="0"/>
                    </a:cubicBezTo>
                    <a:cubicBezTo>
                      <a:pt x="4763" y="0"/>
                      <a:pt x="0" y="4763"/>
                      <a:pt x="0" y="1047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35" name="任意多边形: 形状 105"/>
              <p:cNvSpPr/>
              <p:nvPr/>
            </p:nvSpPr>
            <p:spPr>
              <a:xfrm>
                <a:off x="7520939" y="4986271"/>
                <a:ext cx="220027" cy="431482"/>
              </a:xfrm>
              <a:custGeom>
                <a:avLst/>
                <a:gdLst>
                  <a:gd name="connsiteX0" fmla="*/ 144780 w 220027"/>
                  <a:gd name="connsiteY0" fmla="*/ 431483 h 431482"/>
                  <a:gd name="connsiteX1" fmla="*/ 220028 w 220027"/>
                  <a:gd name="connsiteY1" fmla="*/ 431483 h 431482"/>
                  <a:gd name="connsiteX2" fmla="*/ 75247 w 220027"/>
                  <a:gd name="connsiteY2" fmla="*/ 0 h 431482"/>
                  <a:gd name="connsiteX3" fmla="*/ 0 w 220027"/>
                  <a:gd name="connsiteY3" fmla="*/ 0 h 4314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20027" h="431482">
                    <a:moveTo>
                      <a:pt x="144780" y="431483"/>
                    </a:moveTo>
                    <a:lnTo>
                      <a:pt x="220028" y="431483"/>
                    </a:lnTo>
                    <a:lnTo>
                      <a:pt x="75247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</p:grpSp>
        <p:grpSp>
          <p:nvGrpSpPr>
            <p:cNvPr id="36" name="组合 35"/>
            <p:cNvGrpSpPr/>
            <p:nvPr/>
          </p:nvGrpSpPr>
          <p:grpSpPr>
            <a:xfrm flipH="1">
              <a:off x="2254739" y="2393083"/>
              <a:ext cx="1425750" cy="660452"/>
              <a:chOff x="6914196" y="4986271"/>
              <a:chExt cx="1584008" cy="799147"/>
            </a:xfrm>
            <a:solidFill>
              <a:schemeClr val="bg1">
                <a:alpha val="60000"/>
              </a:schemeClr>
            </a:solidFill>
          </p:grpSpPr>
          <p:sp>
            <p:nvSpPr>
              <p:cNvPr id="37" name="任意多边形: 形状 92"/>
              <p:cNvSpPr/>
              <p:nvPr/>
            </p:nvSpPr>
            <p:spPr>
              <a:xfrm>
                <a:off x="7402829" y="4986271"/>
                <a:ext cx="220027" cy="431482"/>
              </a:xfrm>
              <a:custGeom>
                <a:avLst/>
                <a:gdLst>
                  <a:gd name="connsiteX0" fmla="*/ 144780 w 220027"/>
                  <a:gd name="connsiteY0" fmla="*/ 431483 h 431482"/>
                  <a:gd name="connsiteX1" fmla="*/ 220027 w 220027"/>
                  <a:gd name="connsiteY1" fmla="*/ 431483 h 431482"/>
                  <a:gd name="connsiteX2" fmla="*/ 75247 w 220027"/>
                  <a:gd name="connsiteY2" fmla="*/ 0 h 431482"/>
                  <a:gd name="connsiteX3" fmla="*/ 0 w 220027"/>
                  <a:gd name="connsiteY3" fmla="*/ 0 h 4314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20027" h="431482">
                    <a:moveTo>
                      <a:pt x="144780" y="431483"/>
                    </a:moveTo>
                    <a:lnTo>
                      <a:pt x="220027" y="431483"/>
                    </a:lnTo>
                    <a:lnTo>
                      <a:pt x="75247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38" name="任意多边形: 形状 93"/>
              <p:cNvSpPr/>
              <p:nvPr/>
            </p:nvSpPr>
            <p:spPr>
              <a:xfrm>
                <a:off x="7665719" y="5408229"/>
                <a:ext cx="541020" cy="9525"/>
              </a:xfrm>
              <a:custGeom>
                <a:avLst/>
                <a:gdLst>
                  <a:gd name="connsiteX0" fmla="*/ 0 w 541020"/>
                  <a:gd name="connsiteY0" fmla="*/ 0 h 9525"/>
                  <a:gd name="connsiteX1" fmla="*/ 541020 w 541020"/>
                  <a:gd name="connsiteY1" fmla="*/ 0 h 9525"/>
                  <a:gd name="connsiteX2" fmla="*/ 541020 w 541020"/>
                  <a:gd name="connsiteY2" fmla="*/ 9525 h 9525"/>
                  <a:gd name="connsiteX3" fmla="*/ 0 w 541020"/>
                  <a:gd name="connsiteY3" fmla="*/ 952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41020" h="9525">
                    <a:moveTo>
                      <a:pt x="0" y="0"/>
                    </a:moveTo>
                    <a:lnTo>
                      <a:pt x="541020" y="0"/>
                    </a:lnTo>
                    <a:lnTo>
                      <a:pt x="541020" y="9525"/>
                    </a:lnTo>
                    <a:lnTo>
                      <a:pt x="0" y="9525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39" name="任意多边形: 形状 94"/>
              <p:cNvSpPr/>
              <p:nvPr/>
            </p:nvSpPr>
            <p:spPr>
              <a:xfrm>
                <a:off x="8201977" y="5376796"/>
                <a:ext cx="68579" cy="72389"/>
              </a:xfrm>
              <a:custGeom>
                <a:avLst/>
                <a:gdLst>
                  <a:gd name="connsiteX0" fmla="*/ 0 w 68579"/>
                  <a:gd name="connsiteY0" fmla="*/ 36195 h 72389"/>
                  <a:gd name="connsiteX1" fmla="*/ 34290 w 68579"/>
                  <a:gd name="connsiteY1" fmla="*/ 0 h 72389"/>
                  <a:gd name="connsiteX2" fmla="*/ 68580 w 68579"/>
                  <a:gd name="connsiteY2" fmla="*/ 36195 h 72389"/>
                  <a:gd name="connsiteX3" fmla="*/ 34290 w 68579"/>
                  <a:gd name="connsiteY3" fmla="*/ 72390 h 72389"/>
                  <a:gd name="connsiteX4" fmla="*/ 0 w 68579"/>
                  <a:gd name="connsiteY4" fmla="*/ 36195 h 72389"/>
                  <a:gd name="connsiteX5" fmla="*/ 9525 w 68579"/>
                  <a:gd name="connsiteY5" fmla="*/ 36195 h 72389"/>
                  <a:gd name="connsiteX6" fmla="*/ 35242 w 68579"/>
                  <a:gd name="connsiteY6" fmla="*/ 62865 h 72389"/>
                  <a:gd name="connsiteX7" fmla="*/ 60960 w 68579"/>
                  <a:gd name="connsiteY7" fmla="*/ 36195 h 72389"/>
                  <a:gd name="connsiteX8" fmla="*/ 35242 w 68579"/>
                  <a:gd name="connsiteY8" fmla="*/ 9525 h 72389"/>
                  <a:gd name="connsiteX9" fmla="*/ 9525 w 68579"/>
                  <a:gd name="connsiteY9" fmla="*/ 36195 h 72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8579" h="72389">
                    <a:moveTo>
                      <a:pt x="0" y="36195"/>
                    </a:moveTo>
                    <a:cubicBezTo>
                      <a:pt x="0" y="16193"/>
                      <a:pt x="15240" y="0"/>
                      <a:pt x="34290" y="0"/>
                    </a:cubicBezTo>
                    <a:cubicBezTo>
                      <a:pt x="53340" y="0"/>
                      <a:pt x="68580" y="16193"/>
                      <a:pt x="68580" y="36195"/>
                    </a:cubicBezTo>
                    <a:cubicBezTo>
                      <a:pt x="68580" y="56198"/>
                      <a:pt x="53340" y="72390"/>
                      <a:pt x="34290" y="72390"/>
                    </a:cubicBezTo>
                    <a:cubicBezTo>
                      <a:pt x="15240" y="72390"/>
                      <a:pt x="0" y="56198"/>
                      <a:pt x="0" y="36195"/>
                    </a:cubicBezTo>
                    <a:close/>
                    <a:moveTo>
                      <a:pt x="9525" y="36195"/>
                    </a:moveTo>
                    <a:cubicBezTo>
                      <a:pt x="9525" y="51435"/>
                      <a:pt x="20955" y="62865"/>
                      <a:pt x="35242" y="62865"/>
                    </a:cubicBezTo>
                    <a:cubicBezTo>
                      <a:pt x="49530" y="62865"/>
                      <a:pt x="60960" y="50482"/>
                      <a:pt x="60960" y="36195"/>
                    </a:cubicBezTo>
                    <a:cubicBezTo>
                      <a:pt x="60960" y="20955"/>
                      <a:pt x="49530" y="9525"/>
                      <a:pt x="35242" y="9525"/>
                    </a:cubicBezTo>
                    <a:cubicBezTo>
                      <a:pt x="20955" y="9525"/>
                      <a:pt x="9525" y="20955"/>
                      <a:pt x="9525" y="3619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40" name="任意多边形: 形状 95"/>
              <p:cNvSpPr/>
              <p:nvPr/>
            </p:nvSpPr>
            <p:spPr>
              <a:xfrm>
                <a:off x="7540942" y="5503478"/>
                <a:ext cx="957262" cy="49530"/>
              </a:xfrm>
              <a:custGeom>
                <a:avLst/>
                <a:gdLst>
                  <a:gd name="connsiteX0" fmla="*/ 0 w 957262"/>
                  <a:gd name="connsiteY0" fmla="*/ 49530 h 49530"/>
                  <a:gd name="connsiteX1" fmla="*/ 919163 w 957262"/>
                  <a:gd name="connsiteY1" fmla="*/ 49530 h 49530"/>
                  <a:gd name="connsiteX2" fmla="*/ 957263 w 957262"/>
                  <a:gd name="connsiteY2" fmla="*/ 0 h 49530"/>
                  <a:gd name="connsiteX3" fmla="*/ 37147 w 957262"/>
                  <a:gd name="connsiteY3" fmla="*/ 0 h 495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57262" h="49530">
                    <a:moveTo>
                      <a:pt x="0" y="49530"/>
                    </a:moveTo>
                    <a:lnTo>
                      <a:pt x="919163" y="49530"/>
                    </a:lnTo>
                    <a:lnTo>
                      <a:pt x="957263" y="0"/>
                    </a:lnTo>
                    <a:lnTo>
                      <a:pt x="37147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41" name="任意多边形: 形状 96"/>
              <p:cNvSpPr/>
              <p:nvPr/>
            </p:nvSpPr>
            <p:spPr>
              <a:xfrm>
                <a:off x="6914196" y="5503478"/>
                <a:ext cx="671512" cy="281940"/>
              </a:xfrm>
              <a:custGeom>
                <a:avLst/>
                <a:gdLst>
                  <a:gd name="connsiteX0" fmla="*/ 0 w 671512"/>
                  <a:gd name="connsiteY0" fmla="*/ 281940 h 281940"/>
                  <a:gd name="connsiteX1" fmla="*/ 462915 w 671512"/>
                  <a:gd name="connsiteY1" fmla="*/ 281940 h 281940"/>
                  <a:gd name="connsiteX2" fmla="*/ 671513 w 671512"/>
                  <a:gd name="connsiteY2" fmla="*/ 6668 h 281940"/>
                  <a:gd name="connsiteX3" fmla="*/ 663893 w 671512"/>
                  <a:gd name="connsiteY3" fmla="*/ 0 h 281940"/>
                  <a:gd name="connsiteX4" fmla="*/ 458153 w 671512"/>
                  <a:gd name="connsiteY4" fmla="*/ 272415 h 281940"/>
                  <a:gd name="connsiteX5" fmla="*/ 0 w 671512"/>
                  <a:gd name="connsiteY5" fmla="*/ 272415 h 281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71512" h="281940">
                    <a:moveTo>
                      <a:pt x="0" y="281940"/>
                    </a:moveTo>
                    <a:lnTo>
                      <a:pt x="462915" y="281940"/>
                    </a:lnTo>
                    <a:lnTo>
                      <a:pt x="671513" y="6668"/>
                    </a:lnTo>
                    <a:lnTo>
                      <a:pt x="663893" y="0"/>
                    </a:lnTo>
                    <a:lnTo>
                      <a:pt x="458153" y="272415"/>
                    </a:lnTo>
                    <a:lnTo>
                      <a:pt x="0" y="272415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42" name="任意多边形: 形状 97"/>
              <p:cNvSpPr/>
              <p:nvPr/>
            </p:nvSpPr>
            <p:spPr>
              <a:xfrm>
                <a:off x="8226742" y="5402514"/>
                <a:ext cx="19050" cy="20955"/>
              </a:xfrm>
              <a:custGeom>
                <a:avLst/>
                <a:gdLst>
                  <a:gd name="connsiteX0" fmla="*/ 0 w 19050"/>
                  <a:gd name="connsiteY0" fmla="*/ 10477 h 20955"/>
                  <a:gd name="connsiteX1" fmla="*/ 9525 w 19050"/>
                  <a:gd name="connsiteY1" fmla="*/ 20955 h 20955"/>
                  <a:gd name="connsiteX2" fmla="*/ 19050 w 19050"/>
                  <a:gd name="connsiteY2" fmla="*/ 10477 h 20955"/>
                  <a:gd name="connsiteX3" fmla="*/ 9525 w 19050"/>
                  <a:gd name="connsiteY3" fmla="*/ 0 h 20955"/>
                  <a:gd name="connsiteX4" fmla="*/ 0 w 19050"/>
                  <a:gd name="connsiteY4" fmla="*/ 10477 h 209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20955">
                    <a:moveTo>
                      <a:pt x="0" y="10477"/>
                    </a:moveTo>
                    <a:cubicBezTo>
                      <a:pt x="0" y="16193"/>
                      <a:pt x="4763" y="20955"/>
                      <a:pt x="9525" y="20955"/>
                    </a:cubicBezTo>
                    <a:cubicBezTo>
                      <a:pt x="15240" y="20955"/>
                      <a:pt x="19050" y="16193"/>
                      <a:pt x="19050" y="10477"/>
                    </a:cubicBezTo>
                    <a:cubicBezTo>
                      <a:pt x="19050" y="4763"/>
                      <a:pt x="14288" y="0"/>
                      <a:pt x="9525" y="0"/>
                    </a:cubicBezTo>
                    <a:cubicBezTo>
                      <a:pt x="4763" y="0"/>
                      <a:pt x="0" y="4763"/>
                      <a:pt x="0" y="1047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43" name="任意多边形: 形状 98"/>
              <p:cNvSpPr/>
              <p:nvPr/>
            </p:nvSpPr>
            <p:spPr>
              <a:xfrm>
                <a:off x="7520939" y="4986271"/>
                <a:ext cx="220027" cy="431482"/>
              </a:xfrm>
              <a:custGeom>
                <a:avLst/>
                <a:gdLst>
                  <a:gd name="connsiteX0" fmla="*/ 144780 w 220027"/>
                  <a:gd name="connsiteY0" fmla="*/ 431483 h 431482"/>
                  <a:gd name="connsiteX1" fmla="*/ 220028 w 220027"/>
                  <a:gd name="connsiteY1" fmla="*/ 431483 h 431482"/>
                  <a:gd name="connsiteX2" fmla="*/ 75247 w 220027"/>
                  <a:gd name="connsiteY2" fmla="*/ 0 h 431482"/>
                  <a:gd name="connsiteX3" fmla="*/ 0 w 220027"/>
                  <a:gd name="connsiteY3" fmla="*/ 0 h 4314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20027" h="431482">
                    <a:moveTo>
                      <a:pt x="144780" y="431483"/>
                    </a:moveTo>
                    <a:lnTo>
                      <a:pt x="220028" y="431483"/>
                    </a:lnTo>
                    <a:lnTo>
                      <a:pt x="75247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</p:grpSp>
      </p:grpSp>
      <p:pic>
        <p:nvPicPr>
          <p:cNvPr id="3" name="Picture 4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3783" y="98425"/>
            <a:ext cx="775970" cy="83693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16e1f2477c50612dd403c1123420e2a2873f4ee"/>
  <p:tag name="KSO_WM_NEWLAYOUT_GROUP_ID" val="layout_10003"/>
  <p:tag name="KSO_WM_NEWLAYOUT_ID" val="slide_a1e31e139923f8f0"/>
</p:tagLst>
</file>

<file path=ppt/tags/tag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1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1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1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abe7ddb27ce5a5909b77898bb8a90a1883c0f4e"/>
  <p:tag name="KSO_WM_NEWLAYOUT_GROUP_ID" val="layout_35"/>
  <p:tag name="KSO_WM_NEWLAYOUT_ID" val="slide_3a8d68c4cb9e2e1d"/>
</p:tagLst>
</file>

<file path=ppt/tags/tag1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2"/>
  <p:tag name="KSO_WM_UNIT_SUBTYPE" val="d"/>
  <p:tag name="KSO_WM_UNIT_TYPE" val="l_h_i"/>
</p:tagLst>
</file>

<file path=ppt/tags/tag1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2"/>
  <p:tag name="KSO_WM_UNIT_SUBTYPE" val="d"/>
  <p:tag name="KSO_WM_UNIT_TYPE" val="l_h_i"/>
</p:tagLst>
</file>

<file path=ppt/tags/tag2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2"/>
  <p:tag name="KSO_WM_UNIT_SUBTYPE" val="d"/>
  <p:tag name="KSO_WM_UNIT_TYPE" val="l_h_i"/>
</p:tagLst>
</file>

<file path=ppt/tags/tag2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2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2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3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49f6e41a3a99e1ae35b590cb31c6bd3aaecd4a6e"/>
  <p:tag name="KSO_WM_NEWLAYOUT_GROUP_ID" val="layout_31"/>
  <p:tag name="KSO_WM_NEWLAYOUT_ID" val="slide_0490e86dca4ec783"/>
</p:tagLst>
</file>

<file path=ppt/tags/tag3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3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3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3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3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4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4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4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56ea12ee6c0de5e0aa2f7511aa552d978b20d3de"/>
  <p:tag name="KSO_WM_NEWLAYOUT_GROUP_ID" val="layout_32"/>
  <p:tag name="KSO_WM_NEWLAYOUT_ID" val="slide_de3ba1a8eab5020a"/>
</p:tagLst>
</file>

<file path=ppt/tags/tag4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44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</p:tagLst>
</file>

<file path=ppt/tags/tag45.xml><?xml version="1.0" encoding="utf-8"?>
<p:tagLst xmlns:p="http://schemas.openxmlformats.org/presentationml/2006/main">
  <p:tag name="KSO_WM_FIGMA_DECORATION_INDEX" val="7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4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4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48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49.xml><?xml version="1.0" encoding="utf-8"?>
<p:tagLst xmlns:p="http://schemas.openxmlformats.org/presentationml/2006/main">
  <p:tag name="KSO_WM_FIGMA_DECORATION_INDEX" val="1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</p:tagLst>
</file>

<file path=ppt/tags/tag50.xml><?xml version="1.0" encoding="utf-8"?>
<p:tagLst xmlns:p="http://schemas.openxmlformats.org/presentationml/2006/main">
  <p:tag name="KSO_WM_FIGMA_DECORATION_INDEX" val="2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5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5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5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5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5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5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3400ecd9ba9ab7cde6d3d0c8b94a10ed995b3751"/>
  <p:tag name="KSO_WM_NEWLAYOUT_GROUP_ID" val="layout_61"/>
  <p:tag name="KSO_WM_NEWLAYOUT_ID" val="slide_667646907d5b620e"/>
</p:tagLst>
</file>

<file path=ppt/tags/tag5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58.xml><?xml version="1.0" encoding="utf-8"?>
<p:tagLst xmlns:p="http://schemas.openxmlformats.org/presentationml/2006/main">
  <p:tag name="KSO_WM_FIGMA_DECORATION_INDEX" val="17_contentModel"/>
  <p:tag name="$PH_EXT" val="2"/>
  <p:tag name="KSO_WM_BEAUTIFY_FLAG" val="#fgm#"/>
  <p:tag name="KSO_WM_FIGMA_FLAG" val="#fgm#"/>
  <p:tag name="KSO_WM_SYNC_SLIDE_TEXT" val="1"/>
  <p:tag name="KSO_WM_UNIT_INDEX" val="1_1"/>
  <p:tag name="KSO_WM_UNIT_TYPE" val="l_i"/>
</p:tagLst>
</file>

<file path=ppt/tags/tag5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2"/>
  <p:tag name="KSO_WM_UNIT_SUBTYPE" val="d"/>
  <p:tag name="KSO_WM_UNIT_TYPE" val="l_h_i"/>
</p:tagLst>
</file>

<file path=ppt/tags/tag6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6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6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2"/>
  <p:tag name="KSO_WM_UNIT_SUBTYPE" val="d"/>
  <p:tag name="KSO_WM_UNIT_TYPE" val="l_h_i"/>
</p:tagLst>
</file>

<file path=ppt/tags/tag6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6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6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6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6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6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c0c6cea80d00921c22bbdb5665934ff83b38831"/>
  <p:tag name="KSO_WM_NEWLAYOUT_GROUP_ID" val="layout_38"/>
  <p:tag name="KSO_WM_NEWLAYOUT_ID" val="slide_b9a547a3801d06a7"/>
</p:tagLst>
</file>

<file path=ppt/tags/tag6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7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7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7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7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7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7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7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8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d0d0157eadbd1894e1477fd8d46b5b85116ea9e2"/>
  <p:tag name="KSO_WM_NEWLAYOUT_GROUP_ID" val="layout_10012"/>
  <p:tag name="KSO_WM_NEWLAYOUT_ID" val="slide_b551fdac1a16f7a8"/>
</p:tagLst>
</file>

<file path=ppt/tags/tag8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8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8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8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8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8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8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8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8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c896c3b5d875ef7a1ba23ffaf3ade0a143996871"/>
  <p:tag name="KSO_WM_NEWLAYOUT_GROUP_ID" val="layout_27"/>
  <p:tag name="KSO_WM_NEWLAYOUT_ID" val="slide_1d8b3829218c83ad"/>
</p:tagLst>
</file>

<file path=ppt/tags/tag90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9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2"/>
  <p:tag name="KSO_WM_UNIT_SUBTYPE" val="d"/>
  <p:tag name="KSO_WM_UNIT_TYPE" val="l_h_i"/>
</p:tagLst>
</file>

<file path=ppt/tags/tag9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9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94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9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2"/>
  <p:tag name="KSO_WM_UNIT_SUBTYPE" val="d"/>
  <p:tag name="KSO_WM_UNIT_TYPE" val="l_h_i"/>
</p:tagLst>
</file>

<file path=ppt/tags/tag9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9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9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9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10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10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5210a222acdd96f1f5c6ca8b838b7cb2bb49035"/>
  <p:tag name="KSO_WM_NEWLAYOUT_GROUP_ID" val="layout_34"/>
  <p:tag name="KSO_WM_NEWLAYOUT_ID" val="slide_3833bd97a87af417"/>
</p:tagLst>
</file>

<file path=ppt/tags/tag10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0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0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0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0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0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0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10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11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11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bd0a0855f00a9114c442b79e1d08f605774d3141"/>
  <p:tag name="KSO_WM_NEWLAYOUT_GROUP_ID" val="layout_53"/>
  <p:tag name="KSO_WM_NEWLAYOUT_ID" val="slide_3e9887b6c51e8c40"/>
</p:tagLst>
</file>

<file path=ppt/tags/tag11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1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1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1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1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1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1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2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12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12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12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331952002d64f0696eb6386c4160ce27d65675c9"/>
  <p:tag name="KSO_WM_NEWLAYOUT_GROUP_ID" val="layout_57"/>
  <p:tag name="KSO_WM_NEWLAYOUT_ID" val="slide_1d0412df4421f911"/>
</p:tagLst>
</file>

<file path=ppt/tags/tag124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12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2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28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12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3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3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32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13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13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3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3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13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13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13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ed63d4816b8e72113645be61095f1fc67ca8dd85"/>
  <p:tag name="KSO_WM_NEWLAYOUT_GROUP_ID" val="layout_2"/>
  <p:tag name="KSO_WM_NEWLAYOUT_ID" val="slide_250f5b83123f6923"/>
</p:tagLst>
</file>

<file path=ppt/tags/tag14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4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4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44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1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4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4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4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14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15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15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285237fcf4cc8ad126c1fda81b499a163cdc7f97"/>
  <p:tag name="KSO_WM_NEWLAYOUT_GROUP_ID" val="layout_26"/>
  <p:tag name="KSO_WM_NEWLAYOUT_ID" val="slide_4e8a2b389c8bbf30"/>
</p:tagLst>
</file>

<file path=ppt/tags/tag15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5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5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5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5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15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5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5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6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16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16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6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6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16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16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16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dbf775442e8a3decb6c7ec571c279b426424d57"/>
  <p:tag name="KSO_WM_NEWLAYOUT_GROUP_ID" val="layout_59"/>
  <p:tag name="KSO_WM_NEWLAYOUT_ID" val="slide_bb541080977a002b"/>
</p:tagLst>
</file>

<file path=ppt/tags/tag16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69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1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7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72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17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7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75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1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7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7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17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18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18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48eabcd23243a65020ccad57a961fffc4c7eff3"/>
  <p:tag name="KSO_WM_NEWLAYOUT_GROUP_ID" val="layout_6"/>
  <p:tag name="KSO_WM_NEWLAYOUT_ID" val="slide_a9b8dd85d7f4ac41"/>
</p:tagLst>
</file>

<file path=ppt/tags/tag18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83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18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8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86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18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8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89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19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9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9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19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19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19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8e38b3313dbc042cbf82a5153157e8308b4b0ec"/>
  <p:tag name="KSO_WM_NEWLAYOUT_GROUP_ID" val="layout_10009"/>
  <p:tag name="KSO_WM_NEWLAYOUT_ID" val="slide_97a51ff2b1722ceb"/>
</p:tagLst>
</file>

<file path=ppt/tags/tag19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9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9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9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20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0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0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20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0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0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20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20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20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780157c3c78758f25d0ff5cb669fb626a392cc7"/>
  <p:tag name="KSO_WM_NEWLAYOUT_GROUP_ID" val="layout_30"/>
  <p:tag name="KSO_WM_NEWLAYOUT_ID" val="slide_12c4e45e347f26ce"/>
</p:tagLst>
</file>

<file path=ppt/tags/tag20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210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2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13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21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1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16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2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1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1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22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22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22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22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a7d8e45a80cc32f0f51b342b694c26df7fc13bb2"/>
  <p:tag name="KSO_WM_NEWLAYOUT_GROUP_ID" val="layout_1-5"/>
  <p:tag name="KSO_WM_NEWLAYOUT_ID" val="slide_cea45c27deb23863"/>
</p:tagLst>
</file>

<file path=ppt/tags/tag22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225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</p:tagLst>
</file>

<file path=ppt/tags/tag2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2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228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</p:tagLst>
</file>

<file path=ppt/tags/tag22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3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231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</p:tagLst>
</file>

<file path=ppt/tags/tag23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3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</p:tagLst>
</file>

<file path=ppt/tags/tag234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2"/>
  <p:tag name="KSO_WM_UNIT_TYPE" val="l_h_i"/>
</p:tagLst>
</file>

<file path=ppt/tags/tag23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23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SUBTYPE" val="d"/>
  <p:tag name="KSO_WM_UNIT_TYPE" val="l_h_i"/>
</p:tagLst>
</file>

<file path=ppt/tags/tag237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5_2"/>
  <p:tag name="KSO_WM_UNIT_TYPE" val="l_h_i"/>
</p:tagLst>
</file>

<file path=ppt/tags/tag23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a"/>
</p:tagLst>
</file>

<file path=ppt/tags/tag23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  <p:tag name="KSO_WM_TEMPLATE_INDEX" val="40490515"/>
  <p:tag name="KSO_WM_TEMPLATE_CATEGORY" val="custom"/>
</p:tagLst>
</file>

<file path=ppt/tags/tag240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340"/>
  <p:tag name="KSO_WM_TEMPLATE_INDEX" val="40490515"/>
  <p:tag name="KSO_WM_TEMPLATE_CATEGORY" val="custom"/>
</p:tagLst>
</file>

<file path=ppt/tags/tag24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24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24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244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2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245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标题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1"/>
  <p:tag name="KSO_WM_UNIT_VALUE" val="3"/>
  <p:tag name="KSO_WM_TEMPLATE_INDEX" val="40490515"/>
  <p:tag name="KSO_WM_TEMPLATE_CATEGORY" val="custom"/>
</p:tagLst>
</file>

<file path=ppt/tags/tag246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247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248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249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2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250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2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251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2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252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2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253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2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254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2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255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2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256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2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257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2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25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3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30"/>
  <p:tag name="KSO_WM_TEMPLATE_INDEX" val="40490515"/>
  <p:tag name="KSO_WM_TEMPLATE_CATEGORY" val="custom"/>
</p:tagLst>
</file>

<file path=ppt/tags/tag259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3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160"/>
  <p:tag name="KSO_WM_TEMPLATE_INDEX" val="40490515"/>
  <p:tag name="KSO_WM_TEMPLATE_CATEGORY" val="custom"/>
</p:tagLst>
</file>

<file path=ppt/tags/tag260.xml><?xml version="1.0" encoding="utf-8"?>
<p:tagLst xmlns:p="http://schemas.openxmlformats.org/presentationml/2006/main">
  <p:tag name="KSO_WM_UNIT_TYPE" val="f"/>
  <p:tag name="KSO_WM_UNIT_SUBTYPE" val="a"/>
  <p:tag name="KSO_WM_UNIT_INDEX" val="2"/>
  <p:tag name="KSO_WM_BEAUTIFY_FLAG" val="#wm#"/>
  <p:tag name="KSO_WM_TAG_VERSION" val="3.0"/>
  <p:tag name="KSO_WM_UNIT_PRESET_TEXT" val="单击此处编辑母版文本样式&#10;第二级&#10;第三级&#10;第四级&#10;第五级"/>
  <p:tag name="KSO_WM_UNIT_ID" val="_3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160"/>
  <p:tag name="KSO_WM_TEMPLATE_INDEX" val="40490515"/>
  <p:tag name="KSO_WM_TEMPLATE_CATEGORY" val="custom"/>
</p:tagLst>
</file>

<file path=ppt/tags/tag261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262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263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264.xml><?xml version="1.0" encoding="utf-8"?>
<p:tagLst xmlns:p="http://schemas.openxmlformats.org/presentationml/2006/main">
  <p:tag name="KSO_WM_UNIT_TYPE" val="h_a"/>
  <p:tag name="KSO_WM_UNIT_INDEX" val="1_1"/>
  <p:tag name="KSO_WM_BEAUTIFY_FLAG" val="#wm#"/>
  <p:tag name="KSO_WM_TAG_VERSION" val="3.0"/>
  <p:tag name="KSO_WM_UNIT_PRESET_TEXT" val="单击此处编辑母版标题样式"/>
  <p:tag name="KSO_WM_UNIT_ID" val="_4*h_a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  <p:tag name="KSO_WM_UNIT_VALUE" val="20"/>
  <p:tag name="KSO_WM_TEMPLATE_INDEX" val="40490515"/>
  <p:tag name="KSO_WM_TEMPLATE_CATEGORY" val="custom"/>
</p:tagLst>
</file>

<file path=ppt/tags/tag265.xml><?xml version="1.0" encoding="utf-8"?>
<p:tagLst xmlns:p="http://schemas.openxmlformats.org/presentationml/2006/main">
  <p:tag name="KSO_WM_UNIT_TYPE" val="h_f"/>
  <p:tag name="KSO_WM_UNIT_SUBTYPE" val="a"/>
  <p:tag name="KSO_WM_UNIT_INDEX" val="1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4*h_f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TEXT_LAYER_COUNT" val="1"/>
  <p:tag name="KSO_WM_UNIT_VALUE" val="162"/>
  <p:tag name="KSO_WM_TEMPLATE_INDEX" val="40490515"/>
  <p:tag name="KSO_WM_TEMPLATE_CATEGORY" val="custom"/>
</p:tagLst>
</file>

<file path=ppt/tags/tag266.xml><?xml version="1.0" encoding="utf-8"?>
<p:tagLst xmlns:p="http://schemas.openxmlformats.org/presentationml/2006/main">
  <p:tag name="KSO_WM_UNIT_TYPE" val="h_a"/>
  <p:tag name="KSO_WM_UNIT_INDEX" val="2_1"/>
  <p:tag name="KSO_WM_BEAUTIFY_FLAG" val="#wm#"/>
  <p:tag name="KSO_WM_TAG_VERSION" val="3.0"/>
  <p:tag name="KSO_WM_UNIT_PRESET_TEXT" val="单击此处编辑母版标题样式"/>
  <p:tag name="KSO_WM_UNIT_ID" val="_4*h_a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  <p:tag name="KSO_WM_UNIT_VALUE" val="20"/>
  <p:tag name="KSO_WM_TEMPLATE_INDEX" val="40490515"/>
  <p:tag name="KSO_WM_TEMPLATE_CATEGORY" val="custom"/>
</p:tagLst>
</file>

<file path=ppt/tags/tag267.xml><?xml version="1.0" encoding="utf-8"?>
<p:tagLst xmlns:p="http://schemas.openxmlformats.org/presentationml/2006/main">
  <p:tag name="KSO_WM_UNIT_TYPE" val="h_f"/>
  <p:tag name="KSO_WM_UNIT_SUBTYPE" val="a"/>
  <p:tag name="KSO_WM_UNIT_INDEX" val="2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4*h_f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TEXT_LAYER_COUNT" val="1"/>
  <p:tag name="KSO_WM_UNIT_VALUE" val="162"/>
  <p:tag name="KSO_WM_TEMPLATE_INDEX" val="40490515"/>
  <p:tag name="KSO_WM_TEMPLATE_CATEGORY" val="custom"/>
</p:tagLst>
</file>

<file path=ppt/tags/tag268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269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270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27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4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  <p:tag name="KSO_WM_TEMPLATE_INDEX" val="40490515"/>
  <p:tag name="KSO_WM_TEMPLATE_CATEGORY" val="custom"/>
</p:tagLst>
</file>

<file path=ppt/tags/tag272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5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  <p:tag name="KSO_WM_TEMPLATE_INDEX" val="40490515"/>
  <p:tag name="KSO_WM_TEMPLATE_CATEGORY" val="custom"/>
</p:tagLst>
</file>

<file path=ppt/tags/tag273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274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275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276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277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278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279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7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408"/>
  <p:tag name="KSO_WM_TEMPLATE_INDEX" val="40490515"/>
  <p:tag name="KSO_WM_TEMPLATE_CATEGORY" val="custom"/>
</p:tagLst>
</file>

<file path=ppt/tags/tag280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281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282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283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8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41"/>
  <p:tag name="KSO_WM_TEMPLATE_INDEX" val="40490515"/>
  <p:tag name="KSO_WM_TEMPLATE_CATEGORY" val="custom"/>
</p:tagLst>
</file>

<file path=ppt/tags/tag284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285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286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287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8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  <p:tag name="KSO_WM_TEMPLATE_INDEX" val="40490515"/>
  <p:tag name="KSO_WM_TEMPLATE_CATEGORY" val="custom"/>
</p:tagLst>
</file>

<file path=ppt/tags/tag288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9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289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  <p:tag name="KSO_WM_UNIT_ID" val="_9*i*3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290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  <p:tag name="KSO_WM_UNIT_ID" val="_9*i*3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291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  <p:tag name="KSO_WM_UNIT_ID" val="_9*i*2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292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9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293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  <p:tag name="KSO_WM_UNIT_ID" val="_9*i*1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294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9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295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  <p:tag name="KSO_WM_UNIT_ID" val="_9*i*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296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9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297.xml><?xml version="1.0" encoding="utf-8"?>
<p:tagLst xmlns:p="http://schemas.openxmlformats.org/presentationml/2006/main">
  <p:tag name="KSO_WM_UNIT_TYPE" val="i"/>
  <p:tag name="KSO_WM_UNIT_INDEX" val="17"/>
  <p:tag name="KSO_WM_BEAUTIFY_FLAG" val="#wm#"/>
  <p:tag name="KSO_WM_TAG_VERSION" val="3.0"/>
  <p:tag name="KSO_WM_UNIT_ID" val="_9*i*1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298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9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299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9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300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9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301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KSO_WM_UNIT_ID" val="_9*i*1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302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9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303.xml><?xml version="1.0" encoding="utf-8"?>
<p:tagLst xmlns:p="http://schemas.openxmlformats.org/presentationml/2006/main">
  <p:tag name="KSO_WM_UNIT_TYPE" val="i"/>
  <p:tag name="KSO_WM_UNIT_INDEX" val="15"/>
  <p:tag name="KSO_WM_BEAUTIFY_FLAG" val="#wm#"/>
  <p:tag name="KSO_WM_TAG_VERSION" val="3.0"/>
  <p:tag name="KSO_WM_UNIT_ID" val="_9*i*1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304.xml><?xml version="1.0" encoding="utf-8"?>
<p:tagLst xmlns:p="http://schemas.openxmlformats.org/presentationml/2006/main">
  <p:tag name="KSO_WM_UNIT_TYPE" val="i"/>
  <p:tag name="KSO_WM_UNIT_INDEX" val="13"/>
  <p:tag name="KSO_WM_BEAUTIFY_FLAG" val="#wm#"/>
  <p:tag name="KSO_WM_TAG_VERSION" val="3.0"/>
  <p:tag name="KSO_WM_UNIT_ID" val="_9*i*1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305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  <p:tag name="KSO_WM_UNIT_ID" val="_9*i*1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306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  <p:tag name="KSO_WM_UNIT_ID" val="_9*i*2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307.xml><?xml version="1.0" encoding="utf-8"?>
<p:tagLst xmlns:p="http://schemas.openxmlformats.org/presentationml/2006/main">
  <p:tag name="KSO_WM_UNIT_TYPE" val="i"/>
  <p:tag name="KSO_WM_UNIT_INDEX" val="31"/>
  <p:tag name="KSO_WM_BEAUTIFY_FLAG" val="#wm#"/>
  <p:tag name="KSO_WM_TAG_VERSION" val="3.0"/>
  <p:tag name="KSO_WM_UNIT_ID" val="_9*i*3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308.xml><?xml version="1.0" encoding="utf-8"?>
<p:tagLst xmlns:p="http://schemas.openxmlformats.org/presentationml/2006/main">
  <p:tag name="KSO_WM_UNIT_TYPE" val="i"/>
  <p:tag name="KSO_WM_UNIT_INDEX" val="33"/>
  <p:tag name="KSO_WM_BEAUTIFY_FLAG" val="#wm#"/>
  <p:tag name="KSO_WM_TAG_VERSION" val="3.0"/>
  <p:tag name="KSO_WM_UNIT_ID" val="_9*i*3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309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  <p:tag name="KSO_WM_UNIT_ID" val="_9*i*3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310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  <p:tag name="KSO_WM_UNIT_ID" val="_9*i*3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311.xml><?xml version="1.0" encoding="utf-8"?>
<p:tagLst xmlns:p="http://schemas.openxmlformats.org/presentationml/2006/main">
  <p:tag name="KSO_WM_UNIT_TYPE" val="i"/>
  <p:tag name="KSO_WM_UNIT_INDEX" val="23"/>
  <p:tag name="KSO_WM_BEAUTIFY_FLAG" val="#wm#"/>
  <p:tag name="KSO_WM_TAG_VERSION" val="3.0"/>
  <p:tag name="KSO_WM_UNIT_ID" val="_9*i*2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312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  <p:tag name="KSO_WM_UNIT_ID" val="_9*i*3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313.xml><?xml version="1.0" encoding="utf-8"?>
<p:tagLst xmlns:p="http://schemas.openxmlformats.org/presentationml/2006/main">
  <p:tag name="KSO_WM_UNIT_TYPE" val="i"/>
  <p:tag name="KSO_WM_UNIT_INDEX" val="41"/>
  <p:tag name="KSO_WM_BEAUTIFY_FLAG" val="#wm#"/>
  <p:tag name="KSO_WM_TAG_VERSION" val="3.0"/>
  <p:tag name="KSO_WM_UNIT_ID" val="_9*i*4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314.xml><?xml version="1.0" encoding="utf-8"?>
<p:tagLst xmlns:p="http://schemas.openxmlformats.org/presentationml/2006/main">
  <p:tag name="KSO_WM_UNIT_TYPE" val="i"/>
  <p:tag name="KSO_WM_UNIT_INDEX" val="35"/>
  <p:tag name="KSO_WM_BEAUTIFY_FLAG" val="#wm#"/>
  <p:tag name="KSO_WM_TAG_VERSION" val="3.0"/>
  <p:tag name="KSO_WM_UNIT_ID" val="_9*i*3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315.xml><?xml version="1.0" encoding="utf-8"?>
<p:tagLst xmlns:p="http://schemas.openxmlformats.org/presentationml/2006/main">
  <p:tag name="KSO_WM_UNIT_TYPE" val="i"/>
  <p:tag name="KSO_WM_UNIT_INDEX" val="37"/>
  <p:tag name="KSO_WM_BEAUTIFY_FLAG" val="#wm#"/>
  <p:tag name="KSO_WM_TAG_VERSION" val="3.0"/>
  <p:tag name="KSO_WM_UNIT_ID" val="_9*i*3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316.xml><?xml version="1.0" encoding="utf-8"?>
<p:tagLst xmlns:p="http://schemas.openxmlformats.org/presentationml/2006/main">
  <p:tag name="KSO_WM_UNIT_TYPE" val="i"/>
  <p:tag name="KSO_WM_UNIT_INDEX" val="29"/>
  <p:tag name="KSO_WM_BEAUTIFY_FLAG" val="#wm#"/>
  <p:tag name="KSO_WM_TAG_VERSION" val="3.0"/>
  <p:tag name="KSO_WM_UNIT_ID" val="_9*i*2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317.xml><?xml version="1.0" encoding="utf-8"?>
<p:tagLst xmlns:p="http://schemas.openxmlformats.org/presentationml/2006/main">
  <p:tag name="KSO_WM_UNIT_TYPE" val="i"/>
  <p:tag name="KSO_WM_UNIT_INDEX" val="27"/>
  <p:tag name="KSO_WM_BEAUTIFY_FLAG" val="#wm#"/>
  <p:tag name="KSO_WM_TAG_VERSION" val="3.0"/>
  <p:tag name="KSO_WM_UNIT_ID" val="_9*i*2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318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  <p:tag name="KSO_WM_UNIT_ID" val="_9*i*2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319.xml><?xml version="1.0" encoding="utf-8"?>
<p:tagLst xmlns:p="http://schemas.openxmlformats.org/presentationml/2006/main">
  <p:tag name="KSO_WM_UNIT_TYPE" val="i"/>
  <p:tag name="KSO_WM_UNIT_INDEX" val="25"/>
  <p:tag name="KSO_WM_BEAUTIFY_FLAG" val="#wm#"/>
  <p:tag name="KSO_WM_TAG_VERSION" val="3.0"/>
  <p:tag name="KSO_WM_UNIT_ID" val="_9*i*2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320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  <p:tag name="KSO_WM_UNIT_ID" val="_9*i*2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321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  <p:tag name="KSO_WM_UNIT_ID" val="_9*i*4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322.xml><?xml version="1.0" encoding="utf-8"?>
<p:tagLst xmlns:p="http://schemas.openxmlformats.org/presentationml/2006/main">
  <p:tag name="KSO_WM_UNIT_TYPE" val="i"/>
  <p:tag name="KSO_WM_UNIT_INDEX" val="21"/>
  <p:tag name="KSO_WM_BEAUTIFY_FLAG" val="#wm#"/>
  <p:tag name="KSO_WM_TAG_VERSION" val="3.0"/>
  <p:tag name="KSO_WM_UNIT_ID" val="_9*i*2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323.xml><?xml version="1.0" encoding="utf-8"?>
<p:tagLst xmlns:p="http://schemas.openxmlformats.org/presentationml/2006/main">
  <p:tag name="KSO_WM_UNIT_TYPE" val="i"/>
  <p:tag name="KSO_WM_UNIT_INDEX" val="43"/>
  <p:tag name="KSO_WM_BEAUTIFY_FLAG" val="#wm#"/>
  <p:tag name="KSO_WM_TAG_VERSION" val="3.0"/>
  <p:tag name="KSO_WM_UNIT_ID" val="_9*i*4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324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  <p:tag name="KSO_WM_UNIT_ID" val="_9*i*1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325.xml><?xml version="1.0" encoding="utf-8"?>
<p:tagLst xmlns:p="http://schemas.openxmlformats.org/presentationml/2006/main">
  <p:tag name="KSO_WM_UNIT_TYPE" val="i"/>
  <p:tag name="KSO_WM_UNIT_INDEX" val="19"/>
  <p:tag name="KSO_WM_BEAUTIFY_FLAG" val="#wm#"/>
  <p:tag name="KSO_WM_TAG_VERSION" val="3.0"/>
  <p:tag name="KSO_WM_UNIT_ID" val="_9*i*1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326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  <p:tag name="KSO_WM_UNIT_ID" val="_9*i*2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327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  <p:tag name="KSO_WM_UNIT_ID" val="_9*i*4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328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9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329.xml><?xml version="1.0" encoding="utf-8"?>
<p:tagLst xmlns:p="http://schemas.openxmlformats.org/presentationml/2006/main">
  <p:tag name="KSO_WM_UNIT_TYPE" val="i"/>
  <p:tag name="KSO_WM_UNIT_INDEX" val="39"/>
  <p:tag name="KSO_WM_BEAUTIFY_FLAG" val="#wm#"/>
  <p:tag name="KSO_WM_TAG_VERSION" val="3.0"/>
  <p:tag name="KSO_WM_UNIT_ID" val="_9*i*3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330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  <p:tag name="KSO_WM_UNIT_ID" val="_9*i*4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331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9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332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333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334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335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SUBTYPE" val="c"/>
  <p:tag name="KSO_WM_UNIT_TEXT_TYPE" val="1"/>
  <p:tag name="KSO_WM_UNIT_TYPE" val="f"/>
  <p:tag name="KSO_WM_UNIT_ID" val="_9*f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336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c768d5fdcff5a79d4095f55a6d90bd60eeb9cd25"/>
  <p:tag name="KSO_WM_NEWLAYOUT_ID" val="3633"/>
  <p:tag name="KSO_WM_UNIT_ID" val="_9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337.xml><?xml version="1.0" encoding="utf-8"?>
<p:tagLst xmlns:p="http://schemas.openxmlformats.org/presentationml/2006/main">
  <p:tag name="KSO_WM_UNIT_TYPE" val="f"/>
  <p:tag name="KSO_WM_BEAUTIFY_FLAG" val="#wm#"/>
  <p:tag name="KSO_WM_FIGMA_FLAG" val="#fgm#"/>
  <p:tag name="KSO_WM_UNIT_INDEX" val="2"/>
  <p:tag name="KSO_WM_UNIT_SUBTYPE" val="b"/>
  <p:tag name="KSO_WM_UNIT_TEXT_TYPE" val="1"/>
  <p:tag name="KSO_WM_UNIT_ID" val="_9*f*2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338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339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0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340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KSO_WM_UNIT_ID" val="_10*i*1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341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0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342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10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343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10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344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  <p:tag name="KSO_WM_UNIT_ID" val="_10*i*1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345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0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346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0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347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10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348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10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349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10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350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  <p:tag name="KSO_WM_UNIT_ID" val="_10*i*1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351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  <p:tag name="KSO_WM_UNIT_ID" val="_10*i*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352.xml><?xml version="1.0" encoding="utf-8"?>
<p:tagLst xmlns:p="http://schemas.openxmlformats.org/presentationml/2006/main">
  <p:tag name="KSO_WM_UNIT_TYPE" val="i"/>
  <p:tag name="KSO_WM_UNIT_INDEX" val="15"/>
  <p:tag name="KSO_WM_BEAUTIFY_FLAG" val="#wm#"/>
  <p:tag name="KSO_WM_TAG_VERSION" val="3.0"/>
  <p:tag name="KSO_WM_UNIT_ID" val="_10*i*1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353.xml><?xml version="1.0" encoding="utf-8"?>
<p:tagLst xmlns:p="http://schemas.openxmlformats.org/presentationml/2006/main">
  <p:tag name="KSO_WM_UNIT_TYPE" val="i"/>
  <p:tag name="KSO_WM_UNIT_INDEX" val="17"/>
  <p:tag name="KSO_WM_BEAUTIFY_FLAG" val="#wm#"/>
  <p:tag name="KSO_WM_TAG_VERSION" val="3.0"/>
  <p:tag name="KSO_WM_UNIT_ID" val="_10*i*1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354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  <p:tag name="KSO_WM_UNIT_ID" val="_10*i*2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355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  <p:tag name="KSO_WM_UNIT_ID" val="_10*i*2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356.xml><?xml version="1.0" encoding="utf-8"?>
<p:tagLst xmlns:p="http://schemas.openxmlformats.org/presentationml/2006/main">
  <p:tag name="KSO_WM_UNIT_TYPE" val="i"/>
  <p:tag name="KSO_WM_UNIT_INDEX" val="19"/>
  <p:tag name="KSO_WM_BEAUTIFY_FLAG" val="#wm#"/>
  <p:tag name="KSO_WM_TAG_VERSION" val="3.0"/>
  <p:tag name="KSO_WM_UNIT_ID" val="_10*i*1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357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  <p:tag name="KSO_WM_UNIT_ID" val="_10*i*1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358.xml><?xml version="1.0" encoding="utf-8"?>
<p:tagLst xmlns:p="http://schemas.openxmlformats.org/presentationml/2006/main">
  <p:tag name="KSO_WM_UNIT_TYPE" val="i"/>
  <p:tag name="KSO_WM_UNIT_INDEX" val="21"/>
  <p:tag name="KSO_WM_BEAUTIFY_FLAG" val="#wm#"/>
  <p:tag name="KSO_WM_TAG_VERSION" val="3.0"/>
  <p:tag name="KSO_WM_UNIT_ID" val="_10*i*2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359.xml><?xml version="1.0" encoding="utf-8"?>
<p:tagLst xmlns:p="http://schemas.openxmlformats.org/presentationml/2006/main">
  <p:tag name="KSO_WM_UNIT_TYPE" val="i"/>
  <p:tag name="KSO_WM_UNIT_INDEX" val="13"/>
  <p:tag name="KSO_WM_BEAUTIFY_FLAG" val="#wm#"/>
  <p:tag name="KSO_WM_TAG_VERSION" val="3.0"/>
  <p:tag name="KSO_WM_UNIT_ID" val="_10*i*1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360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361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362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363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4cf7b5fc7df7eefc000372bed35fdbdee263dfb1"/>
  <p:tag name="KSO_WM_NEWLAYOUT_ID" val="3640"/>
  <p:tag name="KSO_WM_UNIT_ID" val="_10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364.xml><?xml version="1.0" encoding="utf-8"?>
<p:tagLst xmlns:p="http://schemas.openxmlformats.org/presentationml/2006/main">
  <p:tag name="KSO_WM_UNIT_TYPE" val="e"/>
  <p:tag name="KSO_WM_BEAUTIFY_FLAG" val="#wm#"/>
  <p:tag name="KSO_WM_FIGMA_FLAG" val="#fgm#"/>
  <p:tag name="KSO_WM_UNIT_INDEX" val="1"/>
  <p:tag name="KSO_WM_UNIT_ID" val="_10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365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366.xml><?xml version="1.0" encoding="utf-8"?>
<p:tagLst xmlns:p="http://schemas.openxmlformats.org/presentationml/2006/main">
  <p:tag name="KSO_WM_UNIT_TYPE" val="i"/>
  <p:tag name="KSO_WM_UNIT_INDEX" val="31"/>
  <p:tag name="KSO_WM_BEAUTIFY_FLAG" val="#wm#"/>
  <p:tag name="KSO_WM_TAG_VERSION" val="3.0"/>
  <p:tag name="KSO_WM_UNIT_ID" val="_11*i*3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367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  <p:tag name="KSO_WM_UNIT_ID" val="_11*i*3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368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  <p:tag name="KSO_WM_UNIT_ID" val="_11*i*2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369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370.xml><?xml version="1.0" encoding="utf-8"?>
<p:tagLst xmlns:p="http://schemas.openxmlformats.org/presentationml/2006/main">
  <p:tag name="KSO_WM_UNIT_TYPE" val="i"/>
  <p:tag name="KSO_WM_UNIT_INDEX" val="15"/>
  <p:tag name="KSO_WM_BEAUTIFY_FLAG" val="#wm#"/>
  <p:tag name="KSO_WM_TAG_VERSION" val="3.0"/>
  <p:tag name="KSO_WM_UNIT_ID" val="_11*i*1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371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1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372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KSO_WM_UNIT_ID" val="_11*i*1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373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  <p:tag name="KSO_WM_UNIT_ID" val="_11*i*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374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  <p:tag name="KSO_WM_UNIT_ID" val="_11*i*1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375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376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11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377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11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378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  <p:tag name="KSO_WM_UNIT_ID" val="_11*i*2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379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11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380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11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381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  <p:tag name="KSO_WM_UNIT_ID" val="_11*i*1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382.xml><?xml version="1.0" encoding="utf-8"?>
<p:tagLst xmlns:p="http://schemas.openxmlformats.org/presentationml/2006/main">
  <p:tag name="KSO_WM_UNIT_TYPE" val="i"/>
  <p:tag name="KSO_WM_UNIT_INDEX" val="13"/>
  <p:tag name="KSO_WM_BEAUTIFY_FLAG" val="#wm#"/>
  <p:tag name="KSO_WM_TAG_VERSION" val="3.0"/>
  <p:tag name="KSO_WM_UNIT_ID" val="_11*i*1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383.xml><?xml version="1.0" encoding="utf-8"?>
<p:tagLst xmlns:p="http://schemas.openxmlformats.org/presentationml/2006/main">
  <p:tag name="KSO_WM_UNIT_TYPE" val="i"/>
  <p:tag name="KSO_WM_UNIT_INDEX" val="17"/>
  <p:tag name="KSO_WM_BEAUTIFY_FLAG" val="#wm#"/>
  <p:tag name="KSO_WM_TAG_VERSION" val="3.0"/>
  <p:tag name="KSO_WM_UNIT_ID" val="_11*i*1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384.xml><?xml version="1.0" encoding="utf-8"?>
<p:tagLst xmlns:p="http://schemas.openxmlformats.org/presentationml/2006/main">
  <p:tag name="KSO_WM_UNIT_TYPE" val="i"/>
  <p:tag name="KSO_WM_UNIT_INDEX" val="21"/>
  <p:tag name="KSO_WM_BEAUTIFY_FLAG" val="#wm#"/>
  <p:tag name="KSO_WM_TAG_VERSION" val="3.0"/>
  <p:tag name="KSO_WM_UNIT_ID" val="_11*i*2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385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  <p:tag name="KSO_WM_UNIT_ID" val="_11*i*3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386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  <p:tag name="KSO_WM_UNIT_ID" val="_11*i*3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387.xml><?xml version="1.0" encoding="utf-8"?>
<p:tagLst xmlns:p="http://schemas.openxmlformats.org/presentationml/2006/main">
  <p:tag name="KSO_WM_UNIT_TYPE" val="i"/>
  <p:tag name="KSO_WM_UNIT_INDEX" val="33"/>
  <p:tag name="KSO_WM_BEAUTIFY_FLAG" val="#wm#"/>
  <p:tag name="KSO_WM_TAG_VERSION" val="3.0"/>
  <p:tag name="KSO_WM_UNIT_ID" val="_11*i*3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388.xml><?xml version="1.0" encoding="utf-8"?>
<p:tagLst xmlns:p="http://schemas.openxmlformats.org/presentationml/2006/main">
  <p:tag name="KSO_WM_UNIT_TYPE" val="i"/>
  <p:tag name="KSO_WM_UNIT_INDEX" val="37"/>
  <p:tag name="KSO_WM_BEAUTIFY_FLAG" val="#wm#"/>
  <p:tag name="KSO_WM_TAG_VERSION" val="3.0"/>
  <p:tag name="KSO_WM_UNIT_ID" val="_11*i*3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389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390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  <p:tag name="KSO_WM_UNIT_ID" val="_11*i*3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391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  <p:tag name="KSO_WM_UNIT_ID" val="_11*i*4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392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  <p:tag name="KSO_WM_UNIT_ID" val="_11*i*3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393.xml><?xml version="1.0" encoding="utf-8"?>
<p:tagLst xmlns:p="http://schemas.openxmlformats.org/presentationml/2006/main">
  <p:tag name="KSO_WM_UNIT_TYPE" val="i"/>
  <p:tag name="KSO_WM_UNIT_INDEX" val="35"/>
  <p:tag name="KSO_WM_BEAUTIFY_FLAG" val="#wm#"/>
  <p:tag name="KSO_WM_TAG_VERSION" val="3.0"/>
  <p:tag name="KSO_WM_UNIT_ID" val="_11*i*3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394.xml><?xml version="1.0" encoding="utf-8"?>
<p:tagLst xmlns:p="http://schemas.openxmlformats.org/presentationml/2006/main">
  <p:tag name="KSO_WM_UNIT_TYPE" val="i"/>
  <p:tag name="KSO_WM_UNIT_INDEX" val="29"/>
  <p:tag name="KSO_WM_BEAUTIFY_FLAG" val="#wm#"/>
  <p:tag name="KSO_WM_TAG_VERSION" val="3.0"/>
  <p:tag name="KSO_WM_UNIT_ID" val="_11*i*2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395.xml><?xml version="1.0" encoding="utf-8"?>
<p:tagLst xmlns:p="http://schemas.openxmlformats.org/presentationml/2006/main">
  <p:tag name="KSO_WM_UNIT_TYPE" val="i"/>
  <p:tag name="KSO_WM_UNIT_INDEX" val="27"/>
  <p:tag name="KSO_WM_BEAUTIFY_FLAG" val="#wm#"/>
  <p:tag name="KSO_WM_TAG_VERSION" val="3.0"/>
  <p:tag name="KSO_WM_UNIT_ID" val="_11*i*2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396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  <p:tag name="KSO_WM_UNIT_ID" val="_11*i*2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397.xml><?xml version="1.0" encoding="utf-8"?>
<p:tagLst xmlns:p="http://schemas.openxmlformats.org/presentationml/2006/main">
  <p:tag name="KSO_WM_UNIT_TYPE" val="i"/>
  <p:tag name="KSO_WM_UNIT_INDEX" val="25"/>
  <p:tag name="KSO_WM_BEAUTIFY_FLAG" val="#wm#"/>
  <p:tag name="KSO_WM_TAG_VERSION" val="3.0"/>
  <p:tag name="KSO_WM_UNIT_ID" val="_11*i*2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398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  <p:tag name="KSO_WM_UNIT_ID" val="_11*i*2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399.xml><?xml version="1.0" encoding="utf-8"?>
<p:tagLst xmlns:p="http://schemas.openxmlformats.org/presentationml/2006/main">
  <p:tag name="KSO_WM_UNIT_TYPE" val="i"/>
  <p:tag name="KSO_WM_UNIT_INDEX" val="41"/>
  <p:tag name="KSO_WM_BEAUTIFY_FLAG" val="#wm#"/>
  <p:tag name="KSO_WM_TAG_VERSION" val="3.0"/>
  <p:tag name="KSO_WM_UNIT_ID" val="_11*i*4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400.xml><?xml version="1.0" encoding="utf-8"?>
<p:tagLst xmlns:p="http://schemas.openxmlformats.org/presentationml/2006/main">
  <p:tag name="KSO_WM_UNIT_TYPE" val="i"/>
  <p:tag name="KSO_WM_UNIT_INDEX" val="39"/>
  <p:tag name="KSO_WM_BEAUTIFY_FLAG" val="#wm#"/>
  <p:tag name="KSO_WM_TAG_VERSION" val="3.0"/>
  <p:tag name="KSO_WM_UNIT_ID" val="_11*i*3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401.xml><?xml version="1.0" encoding="utf-8"?>
<p:tagLst xmlns:p="http://schemas.openxmlformats.org/presentationml/2006/main">
  <p:tag name="KSO_WM_UNIT_TYPE" val="i"/>
  <p:tag name="KSO_WM_UNIT_INDEX" val="43"/>
  <p:tag name="KSO_WM_BEAUTIFY_FLAG" val="#wm#"/>
  <p:tag name="KSO_WM_TAG_VERSION" val="3.0"/>
  <p:tag name="KSO_WM_UNIT_ID" val="_11*i*4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402.xml><?xml version="1.0" encoding="utf-8"?>
<p:tagLst xmlns:p="http://schemas.openxmlformats.org/presentationml/2006/main">
  <p:tag name="KSO_WM_UNIT_TYPE" val="i"/>
  <p:tag name="KSO_WM_UNIT_INDEX" val="19"/>
  <p:tag name="KSO_WM_BEAUTIFY_FLAG" val="#wm#"/>
  <p:tag name="KSO_WM_TAG_VERSION" val="3.0"/>
  <p:tag name="KSO_WM_UNIT_ID" val="_11*i*1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403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  <p:tag name="KSO_WM_UNIT_ID" val="_11*i*2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404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  <p:tag name="KSO_WM_UNIT_ID" val="_11*i*4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405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11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406.xml><?xml version="1.0" encoding="utf-8"?>
<p:tagLst xmlns:p="http://schemas.openxmlformats.org/presentationml/2006/main">
  <p:tag name="KSO_WM_UNIT_TYPE" val="i"/>
  <p:tag name="KSO_WM_UNIT_INDEX" val="23"/>
  <p:tag name="KSO_WM_BEAUTIFY_FLAG" val="#wm#"/>
  <p:tag name="KSO_WM_TAG_VERSION" val="3.0"/>
  <p:tag name="KSO_WM_UNIT_ID" val="_11*i*2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407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  <p:tag name="KSO_WM_UNIT_ID" val="_11*i*4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408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  <p:tag name="KSO_WM_UNIT_ID" val="_11*i*1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409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410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411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412.xml><?xml version="1.0" encoding="utf-8"?>
<p:tagLst xmlns:p="http://schemas.openxmlformats.org/presentationml/2006/main">
  <p:tag name="KSO_WM_UNIT_TYPE" val="b"/>
  <p:tag name="KSO_WM_BEAUTIFY_FLAG" val="#wm#"/>
  <p:tag name="KSO_WM_FIGMA_FLAG" val="#fgm#"/>
  <p:tag name="KSO_WM_UNIT_INDEX" val="1"/>
  <p:tag name="KSO_WM_UNIT_TEXT_TYPE" val="1"/>
  <p:tag name="KSO_WM_UNIT_ID" val="_11*b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413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7207921c20de653525456b15e1125664cff7b6ec"/>
  <p:tag name="KSO_WM_NEWLAYOUT_ID" val="3645"/>
  <p:tag name="KSO_WM_UNIT_ID" val="_11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41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41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41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41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41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b0ce6b4c66ef4984eb624c65c5733a6d63d1f060"/>
  <p:tag name="KSO_WM_NEWLAYOUT_ID" val="1"/>
</p:tagLst>
</file>

<file path=ppt/tags/tag41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420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1_2"/>
  <p:tag name="KSO_WM_UNIT_TYPE" val="l_h_i"/>
</p:tagLst>
</file>

<file path=ppt/tags/tag42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42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423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2_2"/>
  <p:tag name="KSO_WM_UNIT_TYPE" val="l_h_i"/>
</p:tagLst>
</file>

<file path=ppt/tags/tag42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42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426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3_2"/>
  <p:tag name="KSO_WM_UNIT_TYPE" val="l_h_i"/>
</p:tagLst>
</file>

<file path=ppt/tags/tag42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42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</p:tagLst>
</file>

<file path=ppt/tags/tag429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4_2"/>
  <p:tag name="KSO_WM_UNIT_TYPE" val="l_h_i"/>
</p:tagLst>
</file>

<file path=ppt/tags/tag43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43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dc2779ec86e398aa6177ecf0fcea28f881903d9f"/>
  <p:tag name="KSO_WM_NEWLAYOUT_ID" val="slide_ae82171bf138ca61"/>
</p:tagLst>
</file>

<file path=ppt/tags/tag43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43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43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43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436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43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43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4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44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44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4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44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444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445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0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446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0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447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0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44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30"/>
  <p:tag name="KSO_WM_TEMPLATE_CATEGORY" val="custom"/>
  <p:tag name="KSO_WM_TEMPLATE_INDEX" val="40490515"/>
</p:tagLst>
</file>

<file path=ppt/tags/tag449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0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350"/>
  <p:tag name="KSO_WM_TEMPLATE_CATEGORY" val="custom"/>
  <p:tag name="KSO_WM_TEMPLATE_INDEX" val="40490515"/>
</p:tagLst>
</file>

<file path=ppt/tags/tag450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451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452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453.xml><?xml version="1.0" encoding="utf-8"?>
<p:tagLst xmlns:p="http://schemas.openxmlformats.org/presentationml/2006/main">
  <p:tag name="KSO_WM_TEMPLATE_SUBCATEGORY" val="29"/>
  <p:tag name="KSO_WM_BEAUTIFY_FLAG" val="#wm#"/>
  <p:tag name="KSO_WM_TEMPLATE_SLIDE_ID" val="slide_7d1b418b74e2b859"/>
  <p:tag name="KSO_WM_TEMPLATE_THUMBS_INDEX" val="1、9"/>
  <p:tag name="KSO_WM_TEMPLATE_INDEX" val="40490515"/>
  <p:tag name="KSO_WM_TEMPLATE_CATEGORY" val="custom"/>
  <p:tag name="KSO_WM_TEMPLATE_MASTER_TYPE" val="0"/>
  <p:tag name="KSO_WM_TAG_VERSION" val="3.0"/>
</p:tagLst>
</file>

<file path=ppt/tags/tag454.xml><?xml version="1.0" encoding="utf-8"?>
<p:tagLst xmlns:p="http://schemas.openxmlformats.org/presentationml/2006/main">
  <p:tag name="KSO_WM_AITEMPLATE_STYLE_ID" val="69796629242"/>
</p:tagLst>
</file>

<file path=ppt/tags/tag455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456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457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15"/>
  <p:tag name="KSO_WM_TEMPLATE_CATEGORY" val="custom"/>
</p:tagLst>
</file>

<file path=ppt/tags/tag458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459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460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461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462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463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464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465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466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467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468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469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470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471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472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473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474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475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476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477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478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479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480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481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482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483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484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485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486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487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488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489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490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491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492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493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494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495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496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497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498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499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500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501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502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503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504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505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506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507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508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509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510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511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512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513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514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515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516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517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518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519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520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521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522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523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524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525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526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527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528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529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530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531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532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533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534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535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536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537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538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539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540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541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542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543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544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545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546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547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548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549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550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551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552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553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554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555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556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557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558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559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560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561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562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563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564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565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566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567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568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569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570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571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572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573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574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575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576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577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578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579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580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581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582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583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584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585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586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587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588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589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590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591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592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593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594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595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596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597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598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599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600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601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602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603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604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605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606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607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608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609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610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611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612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613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614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615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616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617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618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619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620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621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622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623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624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625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626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627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628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629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630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631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632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633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634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635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636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637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638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639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640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641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642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643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644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645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646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647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648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649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650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651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652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653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654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655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656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657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658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659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660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661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662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663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664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665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666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667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668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669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670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671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672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673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674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675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676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677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678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679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680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681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682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683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684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685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686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687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688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689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690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691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692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693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694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695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696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697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698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699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700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701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702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703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704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705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706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707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708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709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710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711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712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713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714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715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716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717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718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719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720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721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722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723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724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725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726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727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728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729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730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731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732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733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734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735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736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737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738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739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740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741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742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743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744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745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746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747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748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749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750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751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752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753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754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755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756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757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758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759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760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761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762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763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764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765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766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767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768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769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770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771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772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773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774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775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776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777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778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779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780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781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782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783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784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785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786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787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788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789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790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791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792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793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794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795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796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797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798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799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800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801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802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803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804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805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806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807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808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809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810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811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812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813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814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815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816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817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818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819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820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821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822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823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824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825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826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827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828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829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830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831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832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833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834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835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836.xml><?xml version="1.0" encoding="utf-8"?>
<p:tagLst xmlns:p="http://schemas.openxmlformats.org/presentationml/2006/main">
  <p:tag name="KSO_WM_DIAGRAM_VIRTUALLY_FRAME" val="{&quot;height&quot;:323,&quot;left&quot;:40.65,&quot;top&quot;:185.65,&quot;width&quot;:850.9}"/>
</p:tagLst>
</file>

<file path=ppt/tags/tag837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29242"/>
  <p:tag name="KSO_WM_TEMPLATE_SLIDE_ID" val="slide_1d0412df4421f911"/>
  <p:tag name="resource_record_key" val="{&quot;10&quot;:[20832763],&quot;65&quot;:[40490515]}"/>
  <p:tag name="KSO_WM_SPECIAL_SOURCE" val="bdnull"/>
</p:tagLst>
</file>

<file path=ppt/tags/tag838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29242"/>
  <p:tag name="KSO_WM_TEMPLATE_SLIDE_ID" val="slide_1d0412df4421f911"/>
  <p:tag name="resource_record_key" val="{&quot;10&quot;:[20832763],&quot;65&quot;:[40490515]}"/>
  <p:tag name="KSO_WM_SPECIAL_SOURCE" val="bdnull"/>
</p:tagLst>
</file>

<file path=ppt/tags/tag839.xml><?xml version="1.0" encoding="utf-8"?>
<p:tagLst xmlns:p="http://schemas.openxmlformats.org/presentationml/2006/main">
  <p:tag name="KSO_WM_DIAGRAM_VIRTUALLY_FRAME" val="{&quot;height&quot;:290,&quot;left&quot;:424,&quot;top&quot;:145,&quot;width&quot;:470}"/>
</p:tagLst>
</file>

<file path=ppt/tags/tag840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29242"/>
  <p:tag name="KSO_WM_TEMPLATE_SLIDE_ID" val="slide_1d0412df4421f911"/>
  <p:tag name="resource_record_key" val="{&quot;10&quot;:[20832763],&quot;65&quot;:[40490515]}"/>
  <p:tag name="KSO_WM_SPECIAL_SOURCE" val="bdnull"/>
</p:tagLst>
</file>

<file path=ppt/tags/tag841.xml><?xml version="1.0" encoding="utf-8"?>
<p:tagLst xmlns:p="http://schemas.openxmlformats.org/presentationml/2006/main">
  <p:tag name="KSO_WM_DIAGRAM_VIRTUALLY_FRAME" val="{&quot;height&quot;:360.15,&quot;left&quot;:455.3,&quot;top&quot;:168.7,&quot;width&quot;:494.45}"/>
</p:tagLst>
</file>

<file path=ppt/tags/tag842.xml><?xml version="1.0" encoding="utf-8"?>
<p:tagLst xmlns:p="http://schemas.openxmlformats.org/presentationml/2006/main">
  <p:tag name="KSO_WM_DIAGRAM_VIRTUALLY_FRAME" val="{&quot;height&quot;:360.15,&quot;left&quot;:455.3,&quot;top&quot;:168.7,&quot;width&quot;:494.45}"/>
</p:tagLst>
</file>

<file path=ppt/tags/tag843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29242"/>
  <p:tag name="KSO_WM_TEMPLATE_SLIDE_ID" val="slide_1d0412df4421f911"/>
  <p:tag name="resource_record_key" val="{&quot;10&quot;:[20832763],&quot;65&quot;:[40490515]}"/>
  <p:tag name="KSO_WM_SPECIAL_SOURCE" val="bdnull"/>
</p:tagLst>
</file>

<file path=ppt/tags/tag844.xml><?xml version="1.0" encoding="utf-8"?>
<p:tagLst xmlns:p="http://schemas.openxmlformats.org/presentationml/2006/main">
  <p:tag name="KSO_WM_DIAGRAM_VIRTUALLY_FRAME" val="{&quot;height&quot;:360.15,&quot;left&quot;:455.3,&quot;top&quot;:168.7,&quot;width&quot;:494.45}"/>
</p:tagLst>
</file>

<file path=ppt/tags/tag845.xml><?xml version="1.0" encoding="utf-8"?>
<p:tagLst xmlns:p="http://schemas.openxmlformats.org/presentationml/2006/main">
  <p:tag name="KSO_WM_DIAGRAM_VIRTUALLY_FRAME" val="{&quot;height&quot;:360.15,&quot;left&quot;:455.3,&quot;top&quot;:168.7,&quot;width&quot;:494.45}"/>
</p:tagLst>
</file>

<file path=ppt/tags/tag846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29242"/>
  <p:tag name="KSO_WM_TEMPLATE_SLIDE_ID" val="slide_1d0412df4421f911"/>
  <p:tag name="resource_record_key" val="{&quot;10&quot;:[20832763],&quot;65&quot;:[40490515]}"/>
  <p:tag name="KSO_WM_SPECIAL_SOURCE" val="bdnull"/>
</p:tagLst>
</file>

<file path=ppt/tags/tag847.xml><?xml version="1.0" encoding="utf-8"?>
<p:tagLst xmlns:p="http://schemas.openxmlformats.org/presentationml/2006/main">
  <p:tag name="KSO_WM_DIAGRAM_VIRTUALLY_FRAME" val="{&quot;height&quot;:372.2302362204725,&quot;left&quot;:29.25,&quot;top&quot;:131.71999999999997,&quot;width&quot;:901.4999212598425}"/>
</p:tagLst>
</file>

<file path=ppt/tags/tag848.xml><?xml version="1.0" encoding="utf-8"?>
<p:tagLst xmlns:p="http://schemas.openxmlformats.org/presentationml/2006/main">
  <p:tag name="KSO_WM_DIAGRAM_VIRTUALLY_FRAME" val="{&quot;height&quot;:372.2302362204725,&quot;left&quot;:29.25,&quot;top&quot;:131.71999999999997,&quot;width&quot;:901.4999212598425}"/>
</p:tagLst>
</file>

<file path=ppt/tags/tag849.xml><?xml version="1.0" encoding="utf-8"?>
<p:tagLst xmlns:p="http://schemas.openxmlformats.org/presentationml/2006/main">
  <p:tag name="KSO_WM_DIAGRAM_VIRTUALLY_FRAME" val="{&quot;height&quot;:372.2302362204725,&quot;left&quot;:29.25,&quot;top&quot;:131.71999999999997,&quot;width&quot;:901.4999212598425}"/>
</p:tagLst>
</file>

<file path=ppt/tags/tag850.xml><?xml version="1.0" encoding="utf-8"?>
<p:tagLst xmlns:p="http://schemas.openxmlformats.org/presentationml/2006/main">
  <p:tag name="KSO_WM_DIAGRAM_VIRTUALLY_FRAME" val="{&quot;height&quot;:372.2302362204725,&quot;left&quot;:29.25,&quot;top&quot;:131.71999999999997,&quot;width&quot;:901.4999212598425}"/>
</p:tagLst>
</file>

<file path=ppt/tags/tag851.xml><?xml version="1.0" encoding="utf-8"?>
<p:tagLst xmlns:p="http://schemas.openxmlformats.org/presentationml/2006/main">
  <p:tag name="KSO_WM_DIAGRAM_VIRTUALLY_FRAME" val="{&quot;height&quot;:372.2302362204725,&quot;left&quot;:29.25,&quot;top&quot;:131.71999999999997,&quot;width&quot;:901.4999212598425}"/>
</p:tagLst>
</file>

<file path=ppt/tags/tag852.xml><?xml version="1.0" encoding="utf-8"?>
<p:tagLst xmlns:p="http://schemas.openxmlformats.org/presentationml/2006/main">
  <p:tag name="KSO_WM_DIAGRAM_VIRTUALLY_FRAME" val="{&quot;height&quot;:372.2302362204725,&quot;left&quot;:29.25,&quot;top&quot;:131.71999999999997,&quot;width&quot;:901.4999212598425}"/>
</p:tagLst>
</file>

<file path=ppt/tags/tag853.xml><?xml version="1.0" encoding="utf-8"?>
<p:tagLst xmlns:p="http://schemas.openxmlformats.org/presentationml/2006/main">
  <p:tag name="KSO_WM_DIAGRAM_VIRTUALLY_FRAME" val="{&quot;height&quot;:372.2302362204725,&quot;left&quot;:29.25,&quot;top&quot;:131.71999999999997,&quot;width&quot;:901.4999212598425}"/>
</p:tagLst>
</file>

<file path=ppt/tags/tag854.xml><?xml version="1.0" encoding="utf-8"?>
<p:tagLst xmlns:p="http://schemas.openxmlformats.org/presentationml/2006/main">
  <p:tag name="KSO_WM_DIAGRAM_VIRTUALLY_FRAME" val="{&quot;height&quot;:372.2302362204725,&quot;left&quot;:29.25,&quot;top&quot;:131.71999999999997,&quot;width&quot;:901.4999212598425}"/>
</p:tagLst>
</file>

<file path=ppt/tags/tag855.xml><?xml version="1.0" encoding="utf-8"?>
<p:tagLst xmlns:p="http://schemas.openxmlformats.org/presentationml/2006/main">
  <p:tag name="KSO_WM_DIAGRAM_VIRTUALLY_FRAME" val="{&quot;height&quot;:372.2302362204725,&quot;left&quot;:29.25,&quot;top&quot;:131.71999999999997,&quot;width&quot;:901.4999212598425}"/>
</p:tagLst>
</file>

<file path=ppt/tags/tag856.xml><?xml version="1.0" encoding="utf-8"?>
<p:tagLst xmlns:p="http://schemas.openxmlformats.org/presentationml/2006/main">
  <p:tag name="KSO_WM_DIAGRAM_VIRTUALLY_FRAME" val="{&quot;height&quot;:372.2302362204725,&quot;left&quot;:29.25,&quot;top&quot;:131.71999999999997,&quot;width&quot;:901.4999212598425}"/>
</p:tagLst>
</file>

<file path=ppt/tags/tag857.xml><?xml version="1.0" encoding="utf-8"?>
<p:tagLst xmlns:p="http://schemas.openxmlformats.org/presentationml/2006/main">
  <p:tag name="KSO_WM_DIAGRAM_VIRTUALLY_FRAME" val="{&quot;height&quot;:372.2302362204725,&quot;left&quot;:29.25,&quot;top&quot;:131.71999999999997,&quot;width&quot;:901.4999212598425}"/>
</p:tagLst>
</file>

<file path=ppt/tags/tag858.xml><?xml version="1.0" encoding="utf-8"?>
<p:tagLst xmlns:p="http://schemas.openxmlformats.org/presentationml/2006/main">
  <p:tag name="KSO_WM_DIAGRAM_VIRTUALLY_FRAME" val="{&quot;height&quot;:372.2302362204725,&quot;left&quot;:29.25,&quot;top&quot;:131.71999999999997,&quot;width&quot;:901.4999212598425}"/>
</p:tagLst>
</file>

<file path=ppt/tags/tag859.xml><?xml version="1.0" encoding="utf-8"?>
<p:tagLst xmlns:p="http://schemas.openxmlformats.org/presentationml/2006/main">
  <p:tag name="KSO_WM_DIAGRAM_VIRTUALLY_FRAME" val="{&quot;height&quot;:372.2302362204725,&quot;left&quot;:29.25,&quot;top&quot;:131.71999999999997,&quot;width&quot;:901.4999212598425}"/>
</p:tagLst>
</file>

<file path=ppt/tags/tag860.xml><?xml version="1.0" encoding="utf-8"?>
<p:tagLst xmlns:p="http://schemas.openxmlformats.org/presentationml/2006/main">
  <p:tag name="KSO_WM_DIAGRAM_VIRTUALLY_FRAME" val="{&quot;height&quot;:372.2302362204725,&quot;left&quot;:29.25,&quot;top&quot;:131.71999999999997,&quot;width&quot;:901.4999212598425}"/>
</p:tagLst>
</file>

<file path=ppt/tags/tag861.xml><?xml version="1.0" encoding="utf-8"?>
<p:tagLst xmlns:p="http://schemas.openxmlformats.org/presentationml/2006/main">
  <p:tag name="KSO_WM_DIAGRAM_VIRTUALLY_FRAME" val="{&quot;height&quot;:372.2302362204725,&quot;left&quot;:29.25,&quot;top&quot;:131.71999999999997,&quot;width&quot;:901.4999212598425}"/>
</p:tagLst>
</file>

<file path=ppt/tags/tag862.xml><?xml version="1.0" encoding="utf-8"?>
<p:tagLst xmlns:p="http://schemas.openxmlformats.org/presentationml/2006/main">
  <p:tag name="KSO_WM_DIAGRAM_VIRTUALLY_FRAME" val="{&quot;height&quot;:372.2302362204725,&quot;left&quot;:29.25,&quot;top&quot;:131.71999999999997,&quot;width&quot;:901.4999212598425}"/>
</p:tagLst>
</file>

<file path=ppt/tags/tag863.xml><?xml version="1.0" encoding="utf-8"?>
<p:tagLst xmlns:p="http://schemas.openxmlformats.org/presentationml/2006/main">
  <p:tag name="KSO_WM_DIAGRAM_VIRTUALLY_FRAME" val="{&quot;height&quot;:372.2302362204725,&quot;left&quot;:29.25,&quot;top&quot;:131.71999999999997,&quot;width&quot;:901.4999212598425}"/>
</p:tagLst>
</file>

<file path=ppt/tags/tag864.xml><?xml version="1.0" encoding="utf-8"?>
<p:tagLst xmlns:p="http://schemas.openxmlformats.org/presentationml/2006/main">
  <p:tag name="KSO_WM_DIAGRAM_VIRTUALLY_FRAME" val="{&quot;height&quot;:372.2302362204725,&quot;left&quot;:29.25,&quot;top&quot;:131.71999999999997,&quot;width&quot;:901.4999212598425}"/>
</p:tagLst>
</file>

<file path=ppt/tags/tag865.xml><?xml version="1.0" encoding="utf-8"?>
<p:tagLst xmlns:p="http://schemas.openxmlformats.org/presentationml/2006/main">
  <p:tag name="KSO_WM_DIAGRAM_VIRTUALLY_FRAME" val="{&quot;height&quot;:372.2302362204725,&quot;left&quot;:29.25,&quot;top&quot;:131.71999999999997,&quot;width&quot;:901.4999212598425}"/>
</p:tagLst>
</file>

<file path=ppt/tags/tag866.xml><?xml version="1.0" encoding="utf-8"?>
<p:tagLst xmlns:p="http://schemas.openxmlformats.org/presentationml/2006/main">
  <p:tag name="KSO_WM_DIAGRAM_VIRTUALLY_FRAME" val="{&quot;height&quot;:372.2302362204725,&quot;left&quot;:29.25,&quot;top&quot;:131.71999999999997,&quot;width&quot;:901.4999212598425}"/>
</p:tagLst>
</file>

<file path=ppt/tags/tag867.xml><?xml version="1.0" encoding="utf-8"?>
<p:tagLst xmlns:p="http://schemas.openxmlformats.org/presentationml/2006/main">
  <p:tag name="KSO_WM_DIAGRAM_VIRTUALLY_FRAME" val="{&quot;height&quot;:372.2302362204725,&quot;left&quot;:29.25,&quot;top&quot;:131.71999999999997,&quot;width&quot;:901.4999212598425}"/>
</p:tagLst>
</file>

<file path=ppt/tags/tag868.xml><?xml version="1.0" encoding="utf-8"?>
<p:tagLst xmlns:p="http://schemas.openxmlformats.org/presentationml/2006/main">
  <p:tag name="KSO_WM_DIAGRAM_VIRTUALLY_FRAME" val="{&quot;height&quot;:372.2302362204725,&quot;left&quot;:29.25,&quot;top&quot;:131.71999999999997,&quot;width&quot;:901.4999212598425}"/>
</p:tagLst>
</file>

<file path=ppt/tags/tag869.xml><?xml version="1.0" encoding="utf-8"?>
<p:tagLst xmlns:p="http://schemas.openxmlformats.org/presentationml/2006/main">
  <p:tag name="KSO_WM_DIAGRAM_VIRTUALLY_FRAME" val="{&quot;height&quot;:372.2302362204725,&quot;left&quot;:29.25,&quot;top&quot;:131.71999999999997,&quot;width&quot;:901.4999212598425}"/>
</p:tagLst>
</file>

<file path=ppt/tags/tag870.xml><?xml version="1.0" encoding="utf-8"?>
<p:tagLst xmlns:p="http://schemas.openxmlformats.org/presentationml/2006/main">
  <p:tag name="KSO_WM_DIAGRAM_VIRTUALLY_FRAME" val="{&quot;height&quot;:372.2302362204725,&quot;left&quot;:29.25,&quot;top&quot;:131.71999999999997,&quot;width&quot;:901.4999212598425}"/>
</p:tagLst>
</file>

<file path=ppt/tags/tag871.xml><?xml version="1.0" encoding="utf-8"?>
<p:tagLst xmlns:p="http://schemas.openxmlformats.org/presentationml/2006/main">
  <p:tag name="KSO_WM_DIAGRAM_VIRTUALLY_FRAME" val="{&quot;height&quot;:372.2302362204725,&quot;left&quot;:29.25,&quot;top&quot;:131.71999999999997,&quot;width&quot;:901.4999212598425}"/>
</p:tagLst>
</file>

<file path=ppt/tags/tag872.xml><?xml version="1.0" encoding="utf-8"?>
<p:tagLst xmlns:p="http://schemas.openxmlformats.org/presentationml/2006/main">
  <p:tag name="KSO_WM_DIAGRAM_VIRTUALLY_FRAME" val="{&quot;height&quot;:372.2302362204725,&quot;left&quot;:29.25,&quot;top&quot;:131.71999999999997,&quot;width&quot;:901.4999212598425}"/>
</p:tagLst>
</file>

<file path=ppt/tags/tag873.xml><?xml version="1.0" encoding="utf-8"?>
<p:tagLst xmlns:p="http://schemas.openxmlformats.org/presentationml/2006/main">
  <p:tag name="KSO_WM_DIAGRAM_VIRTUALLY_FRAME" val="{&quot;height&quot;:372.2302362204725,&quot;left&quot;:29.25,&quot;top&quot;:131.71999999999997,&quot;width&quot;:901.4999212598425}"/>
</p:tagLst>
</file>

<file path=ppt/tags/tag874.xml><?xml version="1.0" encoding="utf-8"?>
<p:tagLst xmlns:p="http://schemas.openxmlformats.org/presentationml/2006/main">
  <p:tag name="KSO_WM_DIAGRAM_VIRTUALLY_FRAME" val="{&quot;height&quot;:344.53000000000003,&quot;left&quot;:29.25,&quot;top&quot;:131.71999999999997,&quot;width&quot;:901.4999212598425}"/>
</p:tagLst>
</file>

<file path=ppt/tags/tag875.xml><?xml version="1.0" encoding="utf-8"?>
<p:tagLst xmlns:p="http://schemas.openxmlformats.org/presentationml/2006/main">
  <p:tag name="KSO_WM_DIAGRAM_VIRTUALLY_FRAME" val="{&quot;height&quot;:344.53000000000003,&quot;left&quot;:29.25,&quot;top&quot;:131.71999999999997,&quot;width&quot;:901.4999212598425}"/>
</p:tagLst>
</file>

<file path=ppt/tags/tag876.xml><?xml version="1.0" encoding="utf-8"?>
<p:tagLst xmlns:p="http://schemas.openxmlformats.org/presentationml/2006/main">
  <p:tag name="KSO_WM_DIAGRAM_VIRTUALLY_FRAME" val="{&quot;height&quot;:372.2302362204725,&quot;left&quot;:29.25,&quot;top&quot;:131.71999999999997,&quot;width&quot;:901.4999212598425}"/>
</p:tagLst>
</file>

<file path=ppt/tags/tag877.xml><?xml version="1.0" encoding="utf-8"?>
<p:tagLst xmlns:p="http://schemas.openxmlformats.org/presentationml/2006/main">
  <p:tag name="KSO_WM_DIAGRAM_VIRTUALLY_FRAME" val="{&quot;height&quot;:372.2302362204725,&quot;left&quot;:29.25,&quot;top&quot;:131.71999999999997,&quot;width&quot;:901.4999212598425}"/>
</p:tagLst>
</file>

<file path=ppt/tags/tag878.xml><?xml version="1.0" encoding="utf-8"?>
<p:tagLst xmlns:p="http://schemas.openxmlformats.org/presentationml/2006/main">
  <p:tag name="KSO_WM_DIAGRAM_VIRTUALLY_FRAME" val="{&quot;height&quot;:344.53000000000003,&quot;left&quot;:29.25,&quot;top&quot;:131.71999999999997,&quot;width&quot;:901.4999212598425}"/>
</p:tagLst>
</file>

<file path=ppt/tags/tag879.xml><?xml version="1.0" encoding="utf-8"?>
<p:tagLst xmlns:p="http://schemas.openxmlformats.org/presentationml/2006/main">
  <p:tag name="KSO_WM_DIAGRAM_VIRTUALLY_FRAME" val="{&quot;height&quot;:344.53000000000003,&quot;left&quot;:29.25,&quot;top&quot;:131.71999999999997,&quot;width&quot;:901.4999212598425}"/>
</p:tagLst>
</file>

<file path=ppt/tags/tag880.xml><?xml version="1.0" encoding="utf-8"?>
<p:tagLst xmlns:p="http://schemas.openxmlformats.org/presentationml/2006/main">
  <p:tag name="KSO_WM_DIAGRAM_VIRTUALLY_FRAME" val="{&quot;height&quot;:372.2302362204725,&quot;left&quot;:29.25,&quot;top&quot;:131.71999999999997,&quot;width&quot;:901.4999212598425}"/>
</p:tagLst>
</file>

<file path=ppt/tags/tag881.xml><?xml version="1.0" encoding="utf-8"?>
<p:tagLst xmlns:p="http://schemas.openxmlformats.org/presentationml/2006/main">
  <p:tag name="KSO_WM_DIAGRAM_VIRTUALLY_FRAME" val="{&quot;height&quot;:372.2302362204725,&quot;left&quot;:29.25,&quot;top&quot;:131.71999999999997,&quot;width&quot;:901.4999212598425}"/>
</p:tagLst>
</file>

<file path=ppt/tags/tag882.xml><?xml version="1.0" encoding="utf-8"?>
<p:tagLst xmlns:p="http://schemas.openxmlformats.org/presentationml/2006/main">
  <p:tag name="KSO_WM_DIAGRAM_VIRTUALLY_FRAME" val="{&quot;height&quot;:372.2302362204725,&quot;left&quot;:29.25,&quot;top&quot;:131.71999999999997,&quot;width&quot;:901.4999212598425}"/>
</p:tagLst>
</file>

<file path=ppt/tags/tag883.xml><?xml version="1.0" encoding="utf-8"?>
<p:tagLst xmlns:p="http://schemas.openxmlformats.org/presentationml/2006/main">
  <p:tag name="KSO_WM_DIAGRAM_VIRTUALLY_FRAME" val="{&quot;height&quot;:372.2302362204725,&quot;left&quot;:29.25,&quot;top&quot;:131.71999999999997,&quot;width&quot;:901.4999212598425}"/>
</p:tagLst>
</file>

<file path=ppt/tags/tag884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29242"/>
  <p:tag name="KSO_WM_TEMPLATE_SLIDE_ID" val="slide_1d0412df4421f911"/>
  <p:tag name="resource_record_key" val="{&quot;10&quot;:[20832763],&quot;65&quot;:[40490515]}"/>
  <p:tag name="KSO_WM_SPECIAL_SOURCE" val="bdnull"/>
</p:tagLst>
</file>

<file path=ppt/tags/tag885.xml><?xml version="1.0" encoding="utf-8"?>
<p:tagLst xmlns:p="http://schemas.openxmlformats.org/presentationml/2006/main">
  <p:tag name="KSO_WM_SLIDE_ID" val="custom40492931_1"/>
  <p:tag name="KSO_WM_TEMPLATE_SUBCATEGORY" val="0"/>
  <p:tag name="KSO_WM_TEMPLATE_MASTER_TYPE" val="0"/>
  <p:tag name="KSO_WM_TEMPLATE_COLOR_TYPE" val="0"/>
  <p:tag name="KSO_WM_SLIDE_ITEM_CNT" val="4"/>
  <p:tag name="KSO_WM_SLIDE_INDEX" val="1"/>
  <p:tag name="KSO_WM_TAG_VERSION" val="3.0"/>
  <p:tag name="KSO_WM_BEAUTIFY_FLAG" val="#wm#"/>
  <p:tag name="KSO_WM_TEMPLATE_CATEGORY" val="custom"/>
  <p:tag name="KSO_WM_TEMPLATE_INDEX" val="40492931"/>
  <p:tag name="KSO_WM_SLIDE_LAYOUT" val="a_m"/>
  <p:tag name="KSO_WM_SLIDE_LAYOUT_CNT" val="1_1"/>
  <p:tag name="KSO_WM_DIAGRAM_GROUP_CODE" val="m1-1"/>
  <p:tag name="KSO_WM_SLIDE_DIAGTYPE" val="m"/>
  <p:tag name="KSO_WM_SLIDE_TYPE" val="text"/>
  <p:tag name="KSO_WM_SLIDE_SUBTYPE" val="picTxt"/>
  <p:tag name="KSO_WM_SLIDE_SIZE" val="864.05*327.15"/>
  <p:tag name="KSO_WM_SLIDE_POSITION" val="48*145.45"/>
</p:tagLst>
</file>

<file path=ppt/tags/tag886.xml><?xml version="1.0" encoding="utf-8"?>
<p:tagLst xmlns:p="http://schemas.openxmlformats.org/presentationml/2006/main">
  <p:tag name="KSO_WM_DIAGRAM_VIRTUALLY_FRAME" val="{&quot;height&quot;:429.65,&quot;left&quot;:6.15,&quot;top&quot;:74.8,&quot;width&quot;:948.3}"/>
</p:tagLst>
</file>

<file path=ppt/tags/tag887.xml><?xml version="1.0" encoding="utf-8"?>
<p:tagLst xmlns:p="http://schemas.openxmlformats.org/presentationml/2006/main">
  <p:tag name="KSO_WM_DIAGRAM_VIRTUALLY_FRAME" val="{&quot;height&quot;:429.65,&quot;left&quot;:6.15,&quot;top&quot;:74.8,&quot;width&quot;:948.3}"/>
</p:tagLst>
</file>

<file path=ppt/tags/tag888.xml><?xml version="1.0" encoding="utf-8"?>
<p:tagLst xmlns:p="http://schemas.openxmlformats.org/presentationml/2006/main">
  <p:tag name="KSO_WM_DIAGRAM_VIRTUALLY_FRAME" val="{&quot;height&quot;:429.65,&quot;left&quot;:6.15,&quot;top&quot;:74.8,&quot;width&quot;:948.3}"/>
</p:tagLst>
</file>

<file path=ppt/tags/tag889.xml><?xml version="1.0" encoding="utf-8"?>
<p:tagLst xmlns:p="http://schemas.openxmlformats.org/presentationml/2006/main">
  <p:tag name="KSO_WM_DIAGRAM_VIRTUALLY_FRAME" val="{&quot;height&quot;:429.65,&quot;left&quot;:6.15,&quot;top&quot;:74.8,&quot;width&quot;:948.3}"/>
</p:tagLst>
</file>

<file path=ppt/tags/tag890.xml><?xml version="1.0" encoding="utf-8"?>
<p:tagLst xmlns:p="http://schemas.openxmlformats.org/presentationml/2006/main">
  <p:tag name="KSO_WM_DIAGRAM_VIRTUALLY_FRAME" val="{&quot;height&quot;:429.65,&quot;left&quot;:6.15,&quot;top&quot;:74.8,&quot;width&quot;:948.3}"/>
</p:tagLst>
</file>

<file path=ppt/tags/tag891.xml><?xml version="1.0" encoding="utf-8"?>
<p:tagLst xmlns:p="http://schemas.openxmlformats.org/presentationml/2006/main">
  <p:tag name="KSO_WM_DIAGRAM_VIRTUALLY_FRAME" val="{&quot;height&quot;:429.65,&quot;left&quot;:6.15,&quot;top&quot;:74.8,&quot;width&quot;:948.3}"/>
</p:tagLst>
</file>

<file path=ppt/tags/tag892.xml><?xml version="1.0" encoding="utf-8"?>
<p:tagLst xmlns:p="http://schemas.openxmlformats.org/presentationml/2006/main">
  <p:tag name="KSO_DOCER_RESOURCE_TRACE_INFO" val="{&quot;id&quot;:&quot;0_sjzg_VCG41N547413338&quot;,&quot;origin&quot;:0,&quot;type&quot;:&quot;pictures&quot;,&quot;user&quot;:&quot;335798125&quot;}"/>
</p:tagLst>
</file>

<file path=ppt/tags/tag893.xml><?xml version="1.0" encoding="utf-8"?>
<p:tagLst xmlns:p="http://schemas.openxmlformats.org/presentationml/2006/main">
  <p:tag name="KSO_DOCER_RESOURCE_TRACE_INFO" val="{&quot;id&quot;:&quot;0_sjzg_VCG41N663421156&quot;,&quot;origin&quot;:0,&quot;type&quot;:&quot;pictures&quot;,&quot;user&quot;:&quot;335798125&quot;}"/>
</p:tagLst>
</file>

<file path=ppt/tags/tag894.xml><?xml version="1.0" encoding="utf-8"?>
<p:tagLst xmlns:p="http://schemas.openxmlformats.org/presentationml/2006/main">
  <p:tag name="KSO_DOCER_RESOURCE_TRACE_INFO" val="{&quot;id&quot;:&quot;0_sjzg_VCG41N1247163542&quot;,&quot;origin&quot;:0,&quot;type&quot;:&quot;pictures&quot;,&quot;user&quot;:&quot;335798125&quot;}"/>
</p:tagLst>
</file>

<file path=ppt/tags/tag8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4"/>
  <p:tag name="KSO_WM_UNIT_ID" val="diagram20228021_2*l_h_i*1_2_4"/>
  <p:tag name="KSO_WM_TEMPLATE_CATEGORY" val="diagram"/>
  <p:tag name="KSO_WM_TEMPLATE_INDEX" val="20228021"/>
  <p:tag name="KSO_WM_UNIT_LAYERLEVEL" val="1_1_1"/>
  <p:tag name="KSO_WM_TAG_VERSION" val="1.0"/>
  <p:tag name="KSO_WM_BEAUTIFY_FLAG" val="#wm#"/>
  <p:tag name="KSO_WM_DIAGRAM_VIRTUALLY_FRAME" val="{&quot;height&quot;:50.00000000000002,&quot;left&quot;:126.15,&quot;top&quot;:82.6,&quot;width&quot;:731.25}"/>
</p:tagLst>
</file>

<file path=ppt/tags/tag8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5"/>
  <p:tag name="KSO_WM_UNIT_ID" val="diagram20228021_2*l_h_i*1_2_5"/>
  <p:tag name="KSO_WM_TEMPLATE_CATEGORY" val="diagram"/>
  <p:tag name="KSO_WM_TEMPLATE_INDEX" val="20228021"/>
  <p:tag name="KSO_WM_UNIT_LAYERLEVEL" val="1_1_1"/>
  <p:tag name="KSO_WM_TAG_VERSION" val="1.0"/>
  <p:tag name="KSO_WM_BEAUTIFY_FLAG" val="#wm#"/>
  <p:tag name="KSO_WM_DIAGRAM_VIRTUALLY_FRAME" val="{&quot;height&quot;:50.00000000000002,&quot;left&quot;:126.15,&quot;top&quot;:82.6,&quot;width&quot;:731.25}"/>
</p:tagLst>
</file>

<file path=ppt/tags/tag8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6"/>
  <p:tag name="KSO_WM_UNIT_ID" val="diagram20228021_2*l_h_i*1_2_6"/>
  <p:tag name="KSO_WM_TEMPLATE_CATEGORY" val="diagram"/>
  <p:tag name="KSO_WM_TEMPLATE_INDEX" val="20228021"/>
  <p:tag name="KSO_WM_UNIT_LAYERLEVEL" val="1_1_1"/>
  <p:tag name="KSO_WM_TAG_VERSION" val="1.0"/>
  <p:tag name="KSO_WM_BEAUTIFY_FLAG" val="#wm#"/>
  <p:tag name="KSO_WM_DIAGRAM_VIRTUALLY_FRAME" val="{&quot;height&quot;:50.00000000000002,&quot;left&quot;:126.15,&quot;top&quot;:82.6,&quot;width&quot;:731.25}"/>
</p:tagLst>
</file>

<file path=ppt/tags/tag8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28021_2*l_h_i*1_1_1"/>
  <p:tag name="KSO_WM_TEMPLATE_CATEGORY" val="diagram"/>
  <p:tag name="KSO_WM_TEMPLATE_INDEX" val="20228021"/>
  <p:tag name="KSO_WM_UNIT_LAYERLEVEL" val="1_1_1"/>
  <p:tag name="KSO_WM_TAG_VERSION" val="1.0"/>
  <p:tag name="KSO_WM_BEAUTIFY_FLAG" val="#wm#"/>
  <p:tag name="KSO_WM_DIAGRAM_VIRTUALLY_FRAME" val="{&quot;height&quot;:50.00000000000002,&quot;left&quot;:126.15,&quot;top&quot;:82.6,&quot;width&quot;:731.25}"/>
</p:tagLst>
</file>

<file path=ppt/tags/tag8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28021_2*l_h_i*1_1_2"/>
  <p:tag name="KSO_WM_TEMPLATE_CATEGORY" val="diagram"/>
  <p:tag name="KSO_WM_TEMPLATE_INDEX" val="20228021"/>
  <p:tag name="KSO_WM_UNIT_LAYERLEVEL" val="1_1_1"/>
  <p:tag name="KSO_WM_TAG_VERSION" val="1.0"/>
  <p:tag name="KSO_WM_BEAUTIFY_FLAG" val="#wm#"/>
  <p:tag name="KSO_WM_DIAGRAM_VIRTUALLY_FRAME" val="{&quot;height&quot;:50.00000000000002,&quot;left&quot;:126.15,&quot;top&quot;:82.6,&quot;width&quot;:731.25}"/>
</p:tagLst>
</file>

<file path=ppt/tags/tag9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3"/>
  <p:tag name="KSO_WM_UNIT_ID" val="diagram20228021_2*l_h_i*1_1_3"/>
  <p:tag name="KSO_WM_TEMPLATE_CATEGORY" val="diagram"/>
  <p:tag name="KSO_WM_TEMPLATE_INDEX" val="20228021"/>
  <p:tag name="KSO_WM_UNIT_LAYERLEVEL" val="1_1_1"/>
  <p:tag name="KSO_WM_TAG_VERSION" val="1.0"/>
  <p:tag name="KSO_WM_BEAUTIFY_FLAG" val="#wm#"/>
  <p:tag name="KSO_WM_DIAGRAM_VIRTUALLY_FRAME" val="{&quot;height&quot;:50.00000000000002,&quot;left&quot;:126.15,&quot;top&quot;:82.6,&quot;width&quot;:731.25}"/>
</p:tagLst>
</file>

<file path=ppt/tags/tag901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28021_2*l_h_a*1_2_1"/>
  <p:tag name="KSO_WM_TEMPLATE_CATEGORY" val="diagram"/>
  <p:tag name="KSO_WM_TEMPLATE_INDEX" val="20228021"/>
  <p:tag name="KSO_WM_UNIT_LAYERLEVEL" val="1_1_1"/>
  <p:tag name="KSO_WM_TAG_VERSION" val="1.0"/>
  <p:tag name="KSO_WM_BEAUTIFY_FLAG" val="#wm#"/>
  <p:tag name="KSO_WM_UNIT_TEXT_FILL_FORE_SCHEMECOLOR_INDEX" val="5"/>
  <p:tag name="KSO_WM_UNIT_TEXT_FILL_TYPE" val="1"/>
  <p:tag name="KSO_WM_DIAGRAM_VIRTUALLY_FRAME" val="{&quot;height&quot;:50.00000000000002,&quot;left&quot;:126.15,&quot;top&quot;:82.6,&quot;width&quot;:731.25}"/>
</p:tagLst>
</file>

<file path=ppt/tags/tag9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28021_2*l_h_i*1_2_1"/>
  <p:tag name="KSO_WM_TEMPLATE_CATEGORY" val="diagram"/>
  <p:tag name="KSO_WM_TEMPLATE_INDEX" val="20228021"/>
  <p:tag name="KSO_WM_UNIT_LAYERLEVEL" val="1_1_1"/>
  <p:tag name="KSO_WM_TAG_VERSION" val="1.0"/>
  <p:tag name="KSO_WM_BEAUTIFY_FLAG" val="#wm#"/>
  <p:tag name="KSO_WM_UNIT_TEXT_FILL_FORE_SCHEMECOLOR_INDEX" val="2"/>
  <p:tag name="KSO_WM_UNIT_TEXT_FILL_TYPE" val="1"/>
  <p:tag name="KSO_WM_DIAGRAM_VIRTUALLY_FRAME" val="{&quot;height&quot;:50.00000000000002,&quot;left&quot;:126.15,&quot;top&quot;:82.6,&quot;width&quot;:731.25}"/>
</p:tagLst>
</file>

<file path=ppt/tags/tag9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28021_2*l_h_i*1_2_2"/>
  <p:tag name="KSO_WM_TEMPLATE_CATEGORY" val="diagram"/>
  <p:tag name="KSO_WM_TEMPLATE_INDEX" val="20228021"/>
  <p:tag name="KSO_WM_UNIT_LAYERLEVEL" val="1_1_1"/>
  <p:tag name="KSO_WM_TAG_VERSION" val="1.0"/>
  <p:tag name="KSO_WM_BEAUTIFY_FLAG" val="#wm#"/>
  <p:tag name="KSO_WM_UNIT_LINE_FORE_SCHEMECOLOR_INDEX" val="5"/>
  <p:tag name="KSO_WM_UNIT_LINE_FILL_TYPE" val="2"/>
  <p:tag name="KSO_WM_DIAGRAM_VIRTUALLY_FRAME" val="{&quot;height&quot;:50.00000000000002,&quot;left&quot;:126.15,&quot;top&quot;:82.6,&quot;width&quot;:731.25}"/>
</p:tagLst>
</file>

<file path=ppt/tags/tag9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3"/>
  <p:tag name="KSO_WM_UNIT_ID" val="diagram20228021_2*l_h_i*1_2_3"/>
  <p:tag name="KSO_WM_TEMPLATE_CATEGORY" val="diagram"/>
  <p:tag name="KSO_WM_TEMPLATE_INDEX" val="20228021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DIAGRAM_VIRTUALLY_FRAME" val="{&quot;height&quot;:50.00000000000002,&quot;left&quot;:126.15,&quot;top&quot;:82.6,&quot;width&quot;:731.25}"/>
</p:tagLst>
</file>

<file path=ppt/tags/tag9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4"/>
  <p:tag name="KSO_WM_UNIT_ID" val="diagram20228021_2*l_h_i*1_1_4"/>
  <p:tag name="KSO_WM_TEMPLATE_CATEGORY" val="diagram"/>
  <p:tag name="KSO_WM_TEMPLATE_INDEX" val="20228021"/>
  <p:tag name="KSO_WM_UNIT_LAYERLEVEL" val="1_1_1"/>
  <p:tag name="KSO_WM_TAG_VERSION" val="1.0"/>
  <p:tag name="KSO_WM_BEAUTIFY_FLAG" val="#wm#"/>
  <p:tag name="KSO_WM_UNIT_TEXT_FILL_FORE_SCHEMECOLOR_INDEX" val="2"/>
  <p:tag name="KSO_WM_UNIT_TEXT_FILL_TYPE" val="1"/>
  <p:tag name="KSO_WM_DIAGRAM_VIRTUALLY_FRAME" val="{&quot;height&quot;:50.00000000000002,&quot;left&quot;:126.15,&quot;top&quot;:82.6,&quot;width&quot;:731.25}"/>
</p:tagLst>
</file>

<file path=ppt/tags/tag9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5"/>
  <p:tag name="KSO_WM_UNIT_ID" val="diagram20228021_2*l_h_i*1_1_5"/>
  <p:tag name="KSO_WM_TEMPLATE_CATEGORY" val="diagram"/>
  <p:tag name="KSO_WM_TEMPLATE_INDEX" val="20228021"/>
  <p:tag name="KSO_WM_UNIT_LAYERLEVEL" val="1_1_1"/>
  <p:tag name="KSO_WM_TAG_VERSION" val="1.0"/>
  <p:tag name="KSO_WM_BEAUTIFY_FLAG" val="#wm#"/>
  <p:tag name="KSO_WM_UNIT_LINE_FORE_SCHEMECOLOR_INDEX" val="5"/>
  <p:tag name="KSO_WM_UNIT_LINE_FILL_TYPE" val="2"/>
  <p:tag name="KSO_WM_DIAGRAM_VIRTUALLY_FRAME" val="{&quot;height&quot;:50.00000000000002,&quot;left&quot;:126.15,&quot;top&quot;:82.6,&quot;width&quot;:731.25}"/>
</p:tagLst>
</file>

<file path=ppt/tags/tag9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6"/>
  <p:tag name="KSO_WM_UNIT_ID" val="diagram20228021_2*l_h_i*1_1_6"/>
  <p:tag name="KSO_WM_TEMPLATE_CATEGORY" val="diagram"/>
  <p:tag name="KSO_WM_TEMPLATE_INDEX" val="20228021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DIAGRAM_VIRTUALLY_FRAME" val="{&quot;height&quot;:50.00000000000002,&quot;left&quot;:126.15,&quot;top&quot;:82.6,&quot;width&quot;:731.25}"/>
</p:tagLst>
</file>

<file path=ppt/tags/tag908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28021_2*l_h_a*1_1_1"/>
  <p:tag name="KSO_WM_TEMPLATE_CATEGORY" val="diagram"/>
  <p:tag name="KSO_WM_TEMPLATE_INDEX" val="20228021"/>
  <p:tag name="KSO_WM_UNIT_LAYERLEVEL" val="1_1_1"/>
  <p:tag name="KSO_WM_TAG_VERSION" val="1.0"/>
  <p:tag name="KSO_WM_BEAUTIFY_FLAG" val="#wm#"/>
  <p:tag name="KSO_WM_UNIT_TEXT_FILL_FORE_SCHEMECOLOR_INDEX" val="5"/>
  <p:tag name="KSO_WM_UNIT_TEXT_FILL_TYPE" val="1"/>
  <p:tag name="KSO_WM_DIAGRAM_VIRTUALLY_FRAME" val="{&quot;height&quot;:50.00000000000002,&quot;left&quot;:126.15,&quot;top&quot;:82.6,&quot;width&quot;:731.25}"/>
</p:tagLst>
</file>

<file path=ppt/tags/tag909.xml><?xml version="1.0" encoding="utf-8"?>
<p:tagLst xmlns:p="http://schemas.openxmlformats.org/presentationml/2006/main">
  <p:tag name="KSO_WM_UNIT_VALUE" val="113*11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2_1"/>
  <p:tag name="KSO_WM_UNIT_ID" val="diagram20228021_2*l_h_x*1_2_1"/>
  <p:tag name="KSO_WM_TEMPLATE_CATEGORY" val="diagram"/>
  <p:tag name="KSO_WM_TEMPLATE_INDEX" val="20228021"/>
  <p:tag name="KSO_WM_UNIT_LAYERLEVEL" val="1_1_1"/>
  <p:tag name="KSO_WM_TAG_VERSION" val="1.0"/>
  <p:tag name="KSO_WM_BEAUTIFY_FLAG" val="#wm#"/>
  <p:tag name="KSO_WM_DIAGRAM_VIRTUALLY_FRAME" val="{&quot;height&quot;:50.00000000000002,&quot;left&quot;:126.15,&quot;top&quot;:82.6,&quot;width&quot;:731.25}"/>
</p:tagLst>
</file>

<file path=ppt/tags/tag910.xml><?xml version="1.0" encoding="utf-8"?>
<p:tagLst xmlns:p="http://schemas.openxmlformats.org/presentationml/2006/main">
  <p:tag name="KSO_WM_UNIT_VALUE" val="136*136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1_1"/>
  <p:tag name="KSO_WM_UNIT_ID" val="diagram20228021_2*l_h_x*1_1_1"/>
  <p:tag name="KSO_WM_TEMPLATE_CATEGORY" val="diagram"/>
  <p:tag name="KSO_WM_TEMPLATE_INDEX" val="20228021"/>
  <p:tag name="KSO_WM_UNIT_LAYERLEVEL" val="1_1_1"/>
  <p:tag name="KSO_WM_TAG_VERSION" val="1.0"/>
  <p:tag name="KSO_WM_BEAUTIFY_FLAG" val="#wm#"/>
  <p:tag name="KSO_WM_DIAGRAM_VIRTUALLY_FRAME" val="{&quot;height&quot;:50.00000000000002,&quot;left&quot;:126.15,&quot;top&quot;:82.6,&quot;width&quot;:731.25}"/>
</p:tagLst>
</file>

<file path=ppt/tags/tag911.xml><?xml version="1.0" encoding="utf-8"?>
<p:tagLst xmlns:p="http://schemas.openxmlformats.org/presentationml/2006/main">
  <p:tag name="KSO_WM_SLIDE_ID" val="custom40492931_1"/>
  <p:tag name="KSO_WM_TEMPLATE_SUBCATEGORY" val="0"/>
  <p:tag name="KSO_WM_TEMPLATE_MASTER_TYPE" val="0"/>
  <p:tag name="KSO_WM_TEMPLATE_COLOR_TYPE" val="0"/>
  <p:tag name="KSO_WM_SLIDE_ITEM_CNT" val="4"/>
  <p:tag name="KSO_WM_SLIDE_INDEX" val="1"/>
  <p:tag name="KSO_WM_TAG_VERSION" val="3.0"/>
  <p:tag name="KSO_WM_BEAUTIFY_FLAG" val="#wm#"/>
  <p:tag name="KSO_WM_TEMPLATE_CATEGORY" val="custom"/>
  <p:tag name="KSO_WM_TEMPLATE_INDEX" val="40492931"/>
  <p:tag name="KSO_WM_SLIDE_LAYOUT" val="a_m"/>
  <p:tag name="KSO_WM_SLIDE_LAYOUT_CNT" val="1_1"/>
  <p:tag name="KSO_WM_DIAGRAM_GROUP_CODE" val="m1-1"/>
  <p:tag name="KSO_WM_SLIDE_DIAGTYPE" val="m"/>
  <p:tag name="KSO_WM_SLIDE_TYPE" val="text"/>
  <p:tag name="KSO_WM_SLIDE_SUBTYPE" val="picTxt"/>
  <p:tag name="KSO_WM_SLIDE_SIZE" val="864.05*327.15"/>
  <p:tag name="KSO_WM_SLIDE_POSITION" val="48*145.45"/>
</p:tagLst>
</file>

<file path=ppt/tags/tag912.xml><?xml version="1.0" encoding="utf-8"?>
<p:tagLst xmlns:p="http://schemas.openxmlformats.org/presentationml/2006/main">
  <p:tag name="TABLE_ENDDRAG_ORIGIN_RECT" val="572*438"/>
  <p:tag name="TABLE_ENDDRAG_RECT" val="20*93*572*438"/>
</p:tagLst>
</file>

<file path=ppt/tags/tag913.xml><?xml version="1.0" encoding="utf-8"?>
<p:tagLst xmlns:p="http://schemas.openxmlformats.org/presentationml/2006/main">
  <p:tag name="KSO_WM_SLIDE_ID" val="custom40492931_1"/>
  <p:tag name="KSO_WM_TEMPLATE_SUBCATEGORY" val="0"/>
  <p:tag name="KSO_WM_TEMPLATE_MASTER_TYPE" val="0"/>
  <p:tag name="KSO_WM_TEMPLATE_COLOR_TYPE" val="0"/>
  <p:tag name="KSO_WM_SLIDE_ITEM_CNT" val="4"/>
  <p:tag name="KSO_WM_SLIDE_INDEX" val="1"/>
  <p:tag name="KSO_WM_TAG_VERSION" val="3.0"/>
  <p:tag name="KSO_WM_BEAUTIFY_FLAG" val="#wm#"/>
  <p:tag name="KSO_WM_TEMPLATE_CATEGORY" val="custom"/>
  <p:tag name="KSO_WM_TEMPLATE_INDEX" val="40492931"/>
  <p:tag name="KSO_WM_SLIDE_LAYOUT" val="a_m"/>
  <p:tag name="KSO_WM_SLIDE_LAYOUT_CNT" val="1_1"/>
  <p:tag name="KSO_WM_DIAGRAM_GROUP_CODE" val="m1-1"/>
  <p:tag name="KSO_WM_SLIDE_DIAGTYPE" val="m"/>
  <p:tag name="KSO_WM_SLIDE_TYPE" val="text"/>
  <p:tag name="KSO_WM_SLIDE_SUBTYPE" val="picTxt"/>
  <p:tag name="KSO_WM_SLIDE_SIZE" val="864.05*327.15"/>
  <p:tag name="KSO_WM_SLIDE_POSITION" val="48*145.45"/>
</p:tagLst>
</file>

<file path=ppt/tags/tag914.xml><?xml version="1.0" encoding="utf-8"?>
<p:tagLst xmlns:p="http://schemas.openxmlformats.org/presentationml/2006/main">
  <p:tag name="KSO_DOCER_RESOURCE_TRACE_INFO" val="{&quot;id&quot;:&quot;50021860&quot;,&quot;origin&quot;:0,&quot;type&quot;:&quot;icons&quot;,&quot;user&quot;:&quot;335798125&quot;}"/>
</p:tagLst>
</file>

<file path=ppt/tags/tag915.xml><?xml version="1.0" encoding="utf-8"?>
<p:tagLst xmlns:p="http://schemas.openxmlformats.org/presentationml/2006/main">
  <p:tag name="KSO_DOCER_RESOURCE_TRACE_INFO" val="{&quot;id&quot;:&quot;50021857&quot;,&quot;origin&quot;:0,&quot;type&quot;:&quot;icons&quot;,&quot;user&quot;:&quot;335798125&quot;}"/>
</p:tagLst>
</file>

<file path=ppt/tags/tag916.xml><?xml version="1.0" encoding="utf-8"?>
<p:tagLst xmlns:p="http://schemas.openxmlformats.org/presentationml/2006/main">
  <p:tag name="KSO_DOCER_RESOURCE_TRACE_INFO" val="{&quot;id&quot;:&quot;50021851&quot;,&quot;origin&quot;:0,&quot;type&quot;:&quot;icons&quot;,&quot;user&quot;:&quot;335798125&quot;}"/>
</p:tagLst>
</file>

<file path=ppt/tags/tag917.xml><?xml version="1.0" encoding="utf-8"?>
<p:tagLst xmlns:p="http://schemas.openxmlformats.org/presentationml/2006/main">
  <p:tag name="KSO_WM_SLIDE_ID" val="custom40492931_1"/>
  <p:tag name="KSO_WM_TEMPLATE_SUBCATEGORY" val="0"/>
  <p:tag name="KSO_WM_TEMPLATE_MASTER_TYPE" val="0"/>
  <p:tag name="KSO_WM_TEMPLATE_COLOR_TYPE" val="0"/>
  <p:tag name="KSO_WM_SLIDE_ITEM_CNT" val="4"/>
  <p:tag name="KSO_WM_SLIDE_INDEX" val="1"/>
  <p:tag name="KSO_WM_TAG_VERSION" val="3.0"/>
  <p:tag name="KSO_WM_BEAUTIFY_FLAG" val="#wm#"/>
  <p:tag name="KSO_WM_TEMPLATE_CATEGORY" val="custom"/>
  <p:tag name="KSO_WM_TEMPLATE_INDEX" val="40492931"/>
  <p:tag name="KSO_WM_SLIDE_LAYOUT" val="a_m"/>
  <p:tag name="KSO_WM_SLIDE_LAYOUT_CNT" val="1_1"/>
  <p:tag name="KSO_WM_DIAGRAM_GROUP_CODE" val="m1-1"/>
  <p:tag name="KSO_WM_SLIDE_DIAGTYPE" val="m"/>
  <p:tag name="KSO_WM_SLIDE_TYPE" val="text"/>
  <p:tag name="KSO_WM_SLIDE_SUBTYPE" val="picTxt"/>
  <p:tag name="KSO_WM_SLIDE_SIZE" val="864.05*327.15"/>
  <p:tag name="KSO_WM_SLIDE_POSITION" val="48*145.45"/>
  <p:tag name="resource_record_key" val="{&quot;10&quot;:[50043858,50021860,50021857,50021851],&quot;65&quot;:[40490515]}"/>
</p:tagLst>
</file>

<file path=ppt/tags/tag918.xml><?xml version="1.0" encoding="utf-8"?>
<p:tagLst xmlns:p="http://schemas.openxmlformats.org/presentationml/2006/main">
  <p:tag name="KSO_WM_SLIDE_ID" val="custom40492931_1"/>
  <p:tag name="KSO_WM_TEMPLATE_SUBCATEGORY" val="0"/>
  <p:tag name="KSO_WM_TEMPLATE_MASTER_TYPE" val="0"/>
  <p:tag name="KSO_WM_TEMPLATE_COLOR_TYPE" val="0"/>
  <p:tag name="KSO_WM_SLIDE_ITEM_CNT" val="4"/>
  <p:tag name="KSO_WM_SLIDE_INDEX" val="1"/>
  <p:tag name="KSO_WM_TAG_VERSION" val="3.0"/>
  <p:tag name="KSO_WM_BEAUTIFY_FLAG" val="#wm#"/>
  <p:tag name="KSO_WM_TEMPLATE_CATEGORY" val="custom"/>
  <p:tag name="KSO_WM_TEMPLATE_INDEX" val="40492931"/>
  <p:tag name="KSO_WM_SLIDE_LAYOUT" val="a_m"/>
  <p:tag name="KSO_WM_SLIDE_LAYOUT_CNT" val="1_1"/>
  <p:tag name="KSO_WM_DIAGRAM_GROUP_CODE" val="m1-1"/>
  <p:tag name="KSO_WM_SLIDE_DIAGTYPE" val="m"/>
  <p:tag name="KSO_WM_SLIDE_TYPE" val="text"/>
  <p:tag name="KSO_WM_SLIDE_SUBTYPE" val="picTxt"/>
  <p:tag name="KSO_WM_SLIDE_SIZE" val="864.05*327.15"/>
  <p:tag name="KSO_WM_SLIDE_POSITION" val="48*145.45"/>
</p:tagLst>
</file>

<file path=ppt/tags/tag919.xml><?xml version="1.0" encoding="utf-8"?>
<p:tagLst xmlns:p="http://schemas.openxmlformats.org/presentationml/2006/main">
  <p:tag name="KSO_WM_SLIDE_ID" val="custom40492931_1"/>
  <p:tag name="KSO_WM_TEMPLATE_SUBCATEGORY" val="0"/>
  <p:tag name="KSO_WM_TEMPLATE_MASTER_TYPE" val="0"/>
  <p:tag name="KSO_WM_TEMPLATE_COLOR_TYPE" val="0"/>
  <p:tag name="KSO_WM_SLIDE_ITEM_CNT" val="4"/>
  <p:tag name="KSO_WM_SLIDE_INDEX" val="1"/>
  <p:tag name="KSO_WM_TAG_VERSION" val="3.0"/>
  <p:tag name="KSO_WM_BEAUTIFY_FLAG" val="#wm#"/>
  <p:tag name="KSO_WM_TEMPLATE_CATEGORY" val="custom"/>
  <p:tag name="KSO_WM_TEMPLATE_INDEX" val="40492931"/>
  <p:tag name="KSO_WM_SLIDE_LAYOUT" val="a_m"/>
  <p:tag name="KSO_WM_SLIDE_LAYOUT_CNT" val="1_1"/>
  <p:tag name="KSO_WM_DIAGRAM_GROUP_CODE" val="m1-1"/>
  <p:tag name="KSO_WM_SLIDE_DIAGTYPE" val="m"/>
  <p:tag name="KSO_WM_SLIDE_TYPE" val="text"/>
  <p:tag name="KSO_WM_SLIDE_SUBTYPE" val="picTxt"/>
  <p:tag name="KSO_WM_SLIDE_SIZE" val="864.05*327.15"/>
  <p:tag name="KSO_WM_SLIDE_POSITION" val="48*145.45"/>
</p:tagLst>
</file>

<file path=ppt/tags/tag920.xml><?xml version="1.0" encoding="utf-8"?>
<p:tagLst xmlns:p="http://schemas.openxmlformats.org/presentationml/2006/main">
  <p:tag name="KSO_WM_DIAGRAM_VIRTUALLY_FRAME" val="{&quot;height&quot;:408.3,&quot;left&quot;:34.68496062992125,&quot;top&quot;:115.5,&quot;width&quot;:494.7150393700787}"/>
</p:tagLst>
</file>

<file path=ppt/tags/tag921.xml><?xml version="1.0" encoding="utf-8"?>
<p:tagLst xmlns:p="http://schemas.openxmlformats.org/presentationml/2006/main">
  <p:tag name="KSO_WM_DIAGRAM_VIRTUALLY_FRAME" val="{&quot;height&quot;:408.3,&quot;left&quot;:34.68496062992125,&quot;top&quot;:115.5,&quot;width&quot;:494.7150393700787}"/>
</p:tagLst>
</file>

<file path=ppt/tags/tag922.xml><?xml version="1.0" encoding="utf-8"?>
<p:tagLst xmlns:p="http://schemas.openxmlformats.org/presentationml/2006/main">
  <p:tag name="KSO_WM_DIAGRAM_VIRTUALLY_FRAME" val="{&quot;height&quot;:408.3,&quot;left&quot;:34.68496062992125,&quot;top&quot;:115.5,&quot;width&quot;:494.7150393700787}"/>
</p:tagLst>
</file>

<file path=ppt/tags/tag923.xml><?xml version="1.0" encoding="utf-8"?>
<p:tagLst xmlns:p="http://schemas.openxmlformats.org/presentationml/2006/main">
  <p:tag name="KSO_WM_DIAGRAM_VIRTUALLY_FRAME" val="{&quot;height&quot;:408.3,&quot;left&quot;:34.68496062992125,&quot;top&quot;:115.5,&quot;width&quot;:494.7150393700787}"/>
</p:tagLst>
</file>

<file path=ppt/tags/tag924.xml><?xml version="1.0" encoding="utf-8"?>
<p:tagLst xmlns:p="http://schemas.openxmlformats.org/presentationml/2006/main">
  <p:tag name="KSO_WM_DIAGRAM_VIRTUALLY_FRAME" val="{&quot;height&quot;:408.3,&quot;left&quot;:34.68496062992125,&quot;top&quot;:115.5,&quot;width&quot;:494.7150393700787}"/>
</p:tagLst>
</file>

<file path=ppt/tags/tag925.xml><?xml version="1.0" encoding="utf-8"?>
<p:tagLst xmlns:p="http://schemas.openxmlformats.org/presentationml/2006/main">
  <p:tag name="KSO_WM_DIAGRAM_VIRTUALLY_FRAME" val="{&quot;height&quot;:408.3,&quot;left&quot;:34.68496062992125,&quot;top&quot;:115.5,&quot;width&quot;:494.7150393700787}"/>
</p:tagLst>
</file>

<file path=ppt/tags/tag926.xml><?xml version="1.0" encoding="utf-8"?>
<p:tagLst xmlns:p="http://schemas.openxmlformats.org/presentationml/2006/main">
  <p:tag name="KSO_WM_DIAGRAM_VIRTUALLY_FRAME" val="{&quot;height&quot;:408.3,&quot;left&quot;:34.68496062992125,&quot;top&quot;:115.5,&quot;width&quot;:494.7150393700787}"/>
</p:tagLst>
</file>

<file path=ppt/tags/tag927.xml><?xml version="1.0" encoding="utf-8"?>
<p:tagLst xmlns:p="http://schemas.openxmlformats.org/presentationml/2006/main">
  <p:tag name="KSO_WM_DIAGRAM_VIRTUALLY_FRAME" val="{&quot;height&quot;:408.3,&quot;left&quot;:34.68496062992125,&quot;top&quot;:115.5,&quot;width&quot;:494.7150393700787}"/>
</p:tagLst>
</file>

<file path=ppt/tags/tag928.xml><?xml version="1.0" encoding="utf-8"?>
<p:tagLst xmlns:p="http://schemas.openxmlformats.org/presentationml/2006/main">
  <p:tag name="KSO_WM_DIAGRAM_VIRTUALLY_FRAME" val="{&quot;height&quot;:408.3,&quot;left&quot;:34.68496062992125,&quot;top&quot;:115.5,&quot;width&quot;:494.7150393700787}"/>
</p:tagLst>
</file>

<file path=ppt/tags/tag929.xml><?xml version="1.0" encoding="utf-8"?>
<p:tagLst xmlns:p="http://schemas.openxmlformats.org/presentationml/2006/main">
  <p:tag name="KSO_WM_DIAGRAM_VIRTUALLY_FRAME" val="{&quot;height&quot;:408.3,&quot;left&quot;:34.68496062992125,&quot;top&quot;:115.5,&quot;width&quot;:494.7150393700787}"/>
</p:tagLst>
</file>

<file path=ppt/tags/tag930.xml><?xml version="1.0" encoding="utf-8"?>
<p:tagLst xmlns:p="http://schemas.openxmlformats.org/presentationml/2006/main">
  <p:tag name="KSO_WM_DIAGRAM_VIRTUALLY_FRAME" val="{&quot;height&quot;:408.3,&quot;left&quot;:34.68496062992125,&quot;top&quot;:115.5,&quot;width&quot;:494.7150393700787}"/>
</p:tagLst>
</file>

<file path=ppt/tags/tag931.xml><?xml version="1.0" encoding="utf-8"?>
<p:tagLst xmlns:p="http://schemas.openxmlformats.org/presentationml/2006/main">
  <p:tag name="KSO_WM_DIAGRAM_VIRTUALLY_FRAME" val="{&quot;height&quot;:408.3,&quot;left&quot;:34.68496062992125,&quot;top&quot;:115.5,&quot;width&quot;:494.7150393700787}"/>
</p:tagLst>
</file>

<file path=ppt/tags/tag932.xml><?xml version="1.0" encoding="utf-8"?>
<p:tagLst xmlns:p="http://schemas.openxmlformats.org/presentationml/2006/main">
  <p:tag name="KSO_WM_DIAGRAM_VIRTUALLY_FRAME" val="{&quot;height&quot;:408.3,&quot;left&quot;:34.68496062992125,&quot;top&quot;:115.5,&quot;width&quot;:494.7150393700787}"/>
</p:tagLst>
</file>

<file path=ppt/tags/tag933.xml><?xml version="1.0" encoding="utf-8"?>
<p:tagLst xmlns:p="http://schemas.openxmlformats.org/presentationml/2006/main">
  <p:tag name="KSO_WM_DIAGRAM_VIRTUALLY_FRAME" val="{&quot;height&quot;:408.3,&quot;left&quot;:34.68496062992125,&quot;top&quot;:115.5,&quot;width&quot;:494.7150393700787}"/>
</p:tagLst>
</file>

<file path=ppt/tags/tag934.xml><?xml version="1.0" encoding="utf-8"?>
<p:tagLst xmlns:p="http://schemas.openxmlformats.org/presentationml/2006/main">
  <p:tag name="KSO_WM_DIAGRAM_VIRTUALLY_FRAME" val="{&quot;height&quot;:408.3,&quot;left&quot;:34.68496062992125,&quot;top&quot;:115.5,&quot;width&quot;:494.7150393700787}"/>
</p:tagLst>
</file>

<file path=ppt/tags/tag935.xml><?xml version="1.0" encoding="utf-8"?>
<p:tagLst xmlns:p="http://schemas.openxmlformats.org/presentationml/2006/main">
  <p:tag name="KSO_WM_DIAGRAM_VIRTUALLY_FRAME" val="{&quot;height&quot;:408.3,&quot;left&quot;:34.68496062992125,&quot;top&quot;:115.5,&quot;width&quot;:494.7150393700787}"/>
</p:tagLst>
</file>

<file path=ppt/tags/tag936.xml><?xml version="1.0" encoding="utf-8"?>
<p:tagLst xmlns:p="http://schemas.openxmlformats.org/presentationml/2006/main">
  <p:tag name="KSO_WM_DIAGRAM_VIRTUALLY_FRAME" val="{&quot;height&quot;:408.3,&quot;left&quot;:34.68496062992125,&quot;top&quot;:115.5,&quot;width&quot;:494.7150393700787}"/>
</p:tagLst>
</file>

<file path=ppt/tags/tag937.xml><?xml version="1.0" encoding="utf-8"?>
<p:tagLst xmlns:p="http://schemas.openxmlformats.org/presentationml/2006/main">
  <p:tag name="KSO_WM_DIAGRAM_VIRTUALLY_FRAME" val="{&quot;height&quot;:408.3,&quot;left&quot;:34.68496062992125,&quot;top&quot;:115.5,&quot;width&quot;:494.7150393700787}"/>
</p:tagLst>
</file>

<file path=ppt/tags/tag938.xml><?xml version="1.0" encoding="utf-8"?>
<p:tagLst xmlns:p="http://schemas.openxmlformats.org/presentationml/2006/main">
  <p:tag name="KSO_WM_DIAGRAM_VIRTUALLY_FRAME" val="{&quot;height&quot;:408.3,&quot;left&quot;:34.68496062992125,&quot;top&quot;:115.5,&quot;width&quot;:494.7150393700787}"/>
</p:tagLst>
</file>

<file path=ppt/tags/tag939.xml><?xml version="1.0" encoding="utf-8"?>
<p:tagLst xmlns:p="http://schemas.openxmlformats.org/presentationml/2006/main">
  <p:tag name="KSO_WM_DIAGRAM_VIRTUALLY_FRAME" val="{&quot;height&quot;:408.3,&quot;left&quot;:34.68496062992125,&quot;top&quot;:115.5,&quot;width&quot;:494.7150393700787}"/>
</p:tagLst>
</file>

<file path=ppt/tags/tag940.xml><?xml version="1.0" encoding="utf-8"?>
<p:tagLst xmlns:p="http://schemas.openxmlformats.org/presentationml/2006/main">
  <p:tag name="KSO_WM_DIAGRAM_VIRTUALLY_FRAME" val="{&quot;height&quot;:408.3,&quot;left&quot;:34.68496062992125,&quot;top&quot;:115.5,&quot;width&quot;:494.7150393700787}"/>
</p:tagLst>
</file>

<file path=ppt/tags/tag941.xml><?xml version="1.0" encoding="utf-8"?>
<p:tagLst xmlns:p="http://schemas.openxmlformats.org/presentationml/2006/main">
  <p:tag name="KSO_WM_DIAGRAM_VIRTUALLY_FRAME" val="{&quot;height&quot;:408.3,&quot;left&quot;:34.68496062992125,&quot;top&quot;:115.5,&quot;width&quot;:494.7150393700787}"/>
</p:tagLst>
</file>

<file path=ppt/tags/tag942.xml><?xml version="1.0" encoding="utf-8"?>
<p:tagLst xmlns:p="http://schemas.openxmlformats.org/presentationml/2006/main">
  <p:tag name="KSO_WM_DIAGRAM_VIRTUALLY_FRAME" val="{&quot;height&quot;:408.3,&quot;left&quot;:34.68496062992125,&quot;top&quot;:115.5,&quot;width&quot;:494.7150393700787}"/>
</p:tagLst>
</file>

<file path=ppt/tags/tag943.xml><?xml version="1.0" encoding="utf-8"?>
<p:tagLst xmlns:p="http://schemas.openxmlformats.org/presentationml/2006/main">
  <p:tag name="KSO_WM_DIAGRAM_VIRTUALLY_FRAME" val="{&quot;height&quot;:408.3,&quot;left&quot;:34.68496062992125,&quot;top&quot;:115.5,&quot;width&quot;:494.7150393700787}"/>
</p:tagLst>
</file>

<file path=ppt/tags/tag944.xml><?xml version="1.0" encoding="utf-8"?>
<p:tagLst xmlns:p="http://schemas.openxmlformats.org/presentationml/2006/main">
  <p:tag name="KSO_WM_DIAGRAM_VIRTUALLY_FRAME" val="{&quot;height&quot;:408.3,&quot;left&quot;:34.68496062992125,&quot;top&quot;:115.5,&quot;width&quot;:494.7150393700787}"/>
</p:tagLst>
</file>

<file path=ppt/tags/tag945.xml><?xml version="1.0" encoding="utf-8"?>
<p:tagLst xmlns:p="http://schemas.openxmlformats.org/presentationml/2006/main">
  <p:tag name="KSO_WM_DIAGRAM_VIRTUALLY_FRAME" val="{&quot;height&quot;:408.3,&quot;left&quot;:34.68496062992125,&quot;top&quot;:115.5,&quot;width&quot;:494.7150393700787}"/>
</p:tagLst>
</file>

<file path=ppt/tags/tag946.xml><?xml version="1.0" encoding="utf-8"?>
<p:tagLst xmlns:p="http://schemas.openxmlformats.org/presentationml/2006/main">
  <p:tag name="KSO_WM_DIAGRAM_VIRTUALLY_FRAME" val="{&quot;height&quot;:408.3,&quot;left&quot;:34.68496062992125,&quot;top&quot;:115.5,&quot;width&quot;:494.7150393700787}"/>
</p:tagLst>
</file>

<file path=ppt/tags/tag947.xml><?xml version="1.0" encoding="utf-8"?>
<p:tagLst xmlns:p="http://schemas.openxmlformats.org/presentationml/2006/main">
  <p:tag name="KSO_WM_DIAGRAM_VIRTUALLY_FRAME" val="{&quot;height&quot;:408.3,&quot;left&quot;:34.68496062992125,&quot;top&quot;:115.5,&quot;width&quot;:494.7150393700787}"/>
</p:tagLst>
</file>

<file path=ppt/tags/tag948.xml><?xml version="1.0" encoding="utf-8"?>
<p:tagLst xmlns:p="http://schemas.openxmlformats.org/presentationml/2006/main">
  <p:tag name="KSO_WM_DIAGRAM_VIRTUALLY_FRAME" val="{&quot;height&quot;:408.3,&quot;left&quot;:34.68496062992125,&quot;top&quot;:115.5,&quot;width&quot;:494.7150393700787}"/>
</p:tagLst>
</file>

<file path=ppt/tags/tag949.xml><?xml version="1.0" encoding="utf-8"?>
<p:tagLst xmlns:p="http://schemas.openxmlformats.org/presentationml/2006/main">
  <p:tag name="KSO_WM_DIAGRAM_VIRTUALLY_FRAME" val="{&quot;height&quot;:408.3,&quot;left&quot;:34.68496062992125,&quot;top&quot;:115.5,&quot;width&quot;:494.7150393700787}"/>
</p:tagLst>
</file>

<file path=ppt/tags/tag950.xml><?xml version="1.0" encoding="utf-8"?>
<p:tagLst xmlns:p="http://schemas.openxmlformats.org/presentationml/2006/main">
  <p:tag name="KSO_WM_DIAGRAM_VIRTUALLY_FRAME" val="{&quot;height&quot;:327.31007874015745,&quot;left&quot;:114.04,&quot;top&quot;:134.3299212598425,&quot;width&quot;:408.2899212598426}"/>
</p:tagLst>
</file>

<file path=ppt/tags/tag951.xml><?xml version="1.0" encoding="utf-8"?>
<p:tagLst xmlns:p="http://schemas.openxmlformats.org/presentationml/2006/main">
  <p:tag name="KSO_WM_DIAGRAM_VIRTUALLY_FRAME" val="{&quot;height&quot;:327.31007874015745,&quot;left&quot;:114.04,&quot;top&quot;:134.3299212598425,&quot;width&quot;:408.2899212598426}"/>
</p:tagLst>
</file>

<file path=ppt/tags/tag952.xml><?xml version="1.0" encoding="utf-8"?>
<p:tagLst xmlns:p="http://schemas.openxmlformats.org/presentationml/2006/main">
  <p:tag name="KSO_WM_DIAGRAM_VIRTUALLY_FRAME" val="{&quot;height&quot;:327.31007874015745,&quot;left&quot;:114.04,&quot;top&quot;:134.3299212598425,&quot;width&quot;:408.36}"/>
</p:tagLst>
</file>

<file path=ppt/tags/tag953.xml><?xml version="1.0" encoding="utf-8"?>
<p:tagLst xmlns:p="http://schemas.openxmlformats.org/presentationml/2006/main">
  <p:tag name="KSO_WM_DIAGRAM_VIRTUALLY_FRAME" val="{&quot;height&quot;:327.31007874015745,&quot;left&quot;:114.04,&quot;top&quot;:134.3299212598425,&quot;width&quot;:408.36}"/>
</p:tagLst>
</file>

<file path=ppt/tags/tag954.xml><?xml version="1.0" encoding="utf-8"?>
<p:tagLst xmlns:p="http://schemas.openxmlformats.org/presentationml/2006/main">
  <p:tag name="KSO_WM_DIAGRAM_VIRTUALLY_FRAME" val="{&quot;height&quot;:327.31007874015745,&quot;left&quot;:114.04,&quot;top&quot;:134.3299212598425,&quot;width&quot;:408.36}"/>
</p:tagLst>
</file>

<file path=ppt/tags/tag955.xml><?xml version="1.0" encoding="utf-8"?>
<p:tagLst xmlns:p="http://schemas.openxmlformats.org/presentationml/2006/main">
  <p:tag name="KSO_WM_DIAGRAM_VIRTUALLY_FRAME" val="{&quot;height&quot;:327.31007874015745,&quot;left&quot;:114.04,&quot;top&quot;:134.3299212598425,&quot;width&quot;:408.2899212598426}"/>
</p:tagLst>
</file>

<file path=ppt/tags/tag956.xml><?xml version="1.0" encoding="utf-8"?>
<p:tagLst xmlns:p="http://schemas.openxmlformats.org/presentationml/2006/main">
  <p:tag name="KSO_WM_DIAGRAM_VIRTUALLY_FRAME" val="{&quot;height&quot;:327.31007874015745,&quot;left&quot;:114.04,&quot;top&quot;:134.3299212598425,&quot;width&quot;:408.36}"/>
</p:tagLst>
</file>

<file path=ppt/tags/tag957.xml><?xml version="1.0" encoding="utf-8"?>
<p:tagLst xmlns:p="http://schemas.openxmlformats.org/presentationml/2006/main">
  <p:tag name="KSO_WM_DIAGRAM_VIRTUALLY_FRAME" val="{&quot;height&quot;:327.31007874015745,&quot;left&quot;:114.04,&quot;top&quot;:134.3299212598425,&quot;width&quot;:408.36}"/>
</p:tagLst>
</file>

<file path=ppt/tags/tag958.xml><?xml version="1.0" encoding="utf-8"?>
<p:tagLst xmlns:p="http://schemas.openxmlformats.org/presentationml/2006/main">
  <p:tag name="KSO_WM_DIAGRAM_VIRTUALLY_FRAME" val="{&quot;height&quot;:327.31007874015745,&quot;left&quot;:114.04,&quot;top&quot;:134.3299212598425,&quot;width&quot;:408.36}"/>
</p:tagLst>
</file>

<file path=ppt/tags/tag959.xml><?xml version="1.0" encoding="utf-8"?>
<p:tagLst xmlns:p="http://schemas.openxmlformats.org/presentationml/2006/main">
  <p:tag name="KSO_WM_DIAGRAM_VIRTUALLY_FRAME" val="{&quot;height&quot;:327.31007874015745,&quot;left&quot;:114.04,&quot;top&quot;:134.3299212598425,&quot;width&quot;:408.36}"/>
</p:tagLst>
</file>

<file path=ppt/tags/tag960.xml><?xml version="1.0" encoding="utf-8"?>
<p:tagLst xmlns:p="http://schemas.openxmlformats.org/presentationml/2006/main">
  <p:tag name="KSO_WM_DIAGRAM_VIRTUALLY_FRAME" val="{&quot;height&quot;:327.31007874015745,&quot;left&quot;:114.04,&quot;top&quot;:134.3299212598425,&quot;width&quot;:408.36}"/>
</p:tagLst>
</file>

<file path=ppt/tags/tag961.xml><?xml version="1.0" encoding="utf-8"?>
<p:tagLst xmlns:p="http://schemas.openxmlformats.org/presentationml/2006/main">
  <p:tag name="KSO_WM_DIAGRAM_VIRTUALLY_FRAME" val="{&quot;height&quot;:327.31007874015745,&quot;left&quot;:114.04,&quot;top&quot;:134.3299212598425,&quot;width&quot;:408.36}"/>
</p:tagLst>
</file>

<file path=ppt/tags/tag962.xml><?xml version="1.0" encoding="utf-8"?>
<p:tagLst xmlns:p="http://schemas.openxmlformats.org/presentationml/2006/main">
  <p:tag name="KSO_WM_DIAGRAM_VIRTUALLY_FRAME" val="{&quot;height&quot;:327.31007874015745,&quot;left&quot;:114.04,&quot;top&quot;:134.3299212598425,&quot;width&quot;:408.2899212598426}"/>
</p:tagLst>
</file>

<file path=ppt/tags/tag963.xml><?xml version="1.0" encoding="utf-8"?>
<p:tagLst xmlns:p="http://schemas.openxmlformats.org/presentationml/2006/main">
  <p:tag name="KSO_WM_DIAGRAM_VIRTUALLY_FRAME" val="{&quot;height&quot;:327.31007874015745,&quot;left&quot;:114.04,&quot;top&quot;:134.3299212598425,&quot;width&quot;:408.2899212598426}"/>
</p:tagLst>
</file>

<file path=ppt/tags/tag964.xml><?xml version="1.0" encoding="utf-8"?>
<p:tagLst xmlns:p="http://schemas.openxmlformats.org/presentationml/2006/main">
  <p:tag name="KSO_WM_DIAGRAM_VIRTUALLY_FRAME" val="{&quot;height&quot;:327.31007874015745,&quot;left&quot;:114.04,&quot;top&quot;:134.3299212598425,&quot;width&quot;:408.2899212598426}"/>
</p:tagLst>
</file>

<file path=ppt/tags/tag965.xml><?xml version="1.0" encoding="utf-8"?>
<p:tagLst xmlns:p="http://schemas.openxmlformats.org/presentationml/2006/main">
  <p:tag name="KSO_WM_DIAGRAM_VIRTUALLY_FRAME" val="{&quot;height&quot;:327.31007874015745,&quot;left&quot;:114.04,&quot;top&quot;:134.3299212598425,&quot;width&quot;:408.36}"/>
</p:tagLst>
</file>

<file path=ppt/tags/tag966.xml><?xml version="1.0" encoding="utf-8"?>
<p:tagLst xmlns:p="http://schemas.openxmlformats.org/presentationml/2006/main">
  <p:tag name="KSO_WM_DIAGRAM_VIRTUALLY_FRAME" val="{&quot;height&quot;:327.31007874015745,&quot;left&quot;:114.04,&quot;top&quot;:134.3299212598425,&quot;width&quot;:408.36}"/>
</p:tagLst>
</file>

<file path=ppt/tags/tag967.xml><?xml version="1.0" encoding="utf-8"?>
<p:tagLst xmlns:p="http://schemas.openxmlformats.org/presentationml/2006/main">
  <p:tag name="KSO_WM_DIAGRAM_VIRTUALLY_FRAME" val="{&quot;height&quot;:327.31007874015745,&quot;left&quot;:114.04,&quot;top&quot;:134.3299212598425,&quot;width&quot;:408.36}"/>
</p:tagLst>
</file>

<file path=ppt/tags/tag968.xml><?xml version="1.0" encoding="utf-8"?>
<p:tagLst xmlns:p="http://schemas.openxmlformats.org/presentationml/2006/main">
  <p:tag name="KSO_WM_DIAGRAM_VIRTUALLY_FRAME" val="{&quot;height&quot;:327.31007874015745,&quot;left&quot;:114.04,&quot;top&quot;:134.3299212598425,&quot;width&quot;:408.2899212598426}"/>
</p:tagLst>
</file>

<file path=ppt/tags/tag969.xml><?xml version="1.0" encoding="utf-8"?>
<p:tagLst xmlns:p="http://schemas.openxmlformats.org/presentationml/2006/main">
  <p:tag name="KSO_WM_DIAGRAM_VIRTUALLY_FRAME" val="{&quot;height&quot;:327.31007874015745,&quot;left&quot;:114.04,&quot;top&quot;:134.3299212598425,&quot;width&quot;:408.2899212598426}"/>
</p:tagLst>
</file>

<file path=ppt/tags/tag970.xml><?xml version="1.0" encoding="utf-8"?>
<p:tagLst xmlns:p="http://schemas.openxmlformats.org/presentationml/2006/main">
  <p:tag name="KSO_WM_DIAGRAM_VIRTUALLY_FRAME" val="{&quot;height&quot;:327.31007874015745,&quot;left&quot;:114.04,&quot;top&quot;:134.3299212598425,&quot;width&quot;:408.2899212598426}"/>
</p:tagLst>
</file>

<file path=ppt/tags/tag971.xml><?xml version="1.0" encoding="utf-8"?>
<p:tagLst xmlns:p="http://schemas.openxmlformats.org/presentationml/2006/main">
  <p:tag name="KSO_WM_DIAGRAM_VIRTUALLY_FRAME" val="{&quot;height&quot;:327.31007874015745,&quot;left&quot;:114.04,&quot;top&quot;:134.3299212598425,&quot;width&quot;:408.36}"/>
</p:tagLst>
</file>

<file path=ppt/tags/tag972.xml><?xml version="1.0" encoding="utf-8"?>
<p:tagLst xmlns:p="http://schemas.openxmlformats.org/presentationml/2006/main">
  <p:tag name="KSO_WM_DIAGRAM_VIRTUALLY_FRAME" val="{&quot;height&quot;:327.31007874015745,&quot;left&quot;:114.04,&quot;top&quot;:134.3299212598425,&quot;width&quot;:408.36}"/>
</p:tagLst>
</file>

<file path=ppt/tags/tag973.xml><?xml version="1.0" encoding="utf-8"?>
<p:tagLst xmlns:p="http://schemas.openxmlformats.org/presentationml/2006/main">
  <p:tag name="KSO_WM_DIAGRAM_VIRTUALLY_FRAME" val="{&quot;height&quot;:327.31007874015745,&quot;left&quot;:114.04,&quot;top&quot;:134.3299212598425,&quot;width&quot;:408.36}"/>
</p:tagLst>
</file>

<file path=ppt/tags/tag974.xml><?xml version="1.0" encoding="utf-8"?>
<p:tagLst xmlns:p="http://schemas.openxmlformats.org/presentationml/2006/main">
  <p:tag name="KSO_WM_DIAGRAM_VIRTUALLY_FRAME" val="{&quot;height&quot;:327.31007874015745,&quot;left&quot;:114.04,&quot;top&quot;:134.3299212598425,&quot;width&quot;:408.36}"/>
</p:tagLst>
</file>

<file path=ppt/tags/tag975.xml><?xml version="1.0" encoding="utf-8"?>
<p:tagLst xmlns:p="http://schemas.openxmlformats.org/presentationml/2006/main">
  <p:tag name="KSO_WM_DIAGRAM_VIRTUALLY_FRAME" val="{&quot;height&quot;:327.31007874015745,&quot;left&quot;:114.04,&quot;top&quot;:134.3299212598425,&quot;width&quot;:408.36}"/>
</p:tagLst>
</file>

<file path=ppt/tags/tag976.xml><?xml version="1.0" encoding="utf-8"?>
<p:tagLst xmlns:p="http://schemas.openxmlformats.org/presentationml/2006/main">
  <p:tag name="KSO_WM_DIAGRAM_VIRTUALLY_FRAME" val="{&quot;height&quot;:327.31007874015745,&quot;left&quot;:114.04,&quot;top&quot;:134.3299212598425,&quot;width&quot;:408.36}"/>
</p:tagLst>
</file>

<file path=ppt/tags/tag977.xml><?xml version="1.0" encoding="utf-8"?>
<p:tagLst xmlns:p="http://schemas.openxmlformats.org/presentationml/2006/main">
  <p:tag name="KSO_WM_DIAGRAM_VIRTUALLY_FRAME" val="{&quot;height&quot;:327.31007874015745,&quot;left&quot;:114.04,&quot;top&quot;:134.3299212598425,&quot;width&quot;:408.2899212598426}"/>
</p:tagLst>
</file>

<file path=ppt/tags/tag978.xml><?xml version="1.0" encoding="utf-8"?>
<p:tagLst xmlns:p="http://schemas.openxmlformats.org/presentationml/2006/main">
  <p:tag name="KSO_WM_DIAGRAM_VIRTUALLY_FRAME" val="{&quot;height&quot;:327.31007874015745,&quot;left&quot;:114.04,&quot;top&quot;:134.3299212598425,&quot;width&quot;:408.2899212598426}"/>
</p:tagLst>
</file>

<file path=ppt/tags/tag979.xml><?xml version="1.0" encoding="utf-8"?>
<p:tagLst xmlns:p="http://schemas.openxmlformats.org/presentationml/2006/main">
  <p:tag name="KSO_WM_DIAGRAM_VIRTUALLY_FRAME" val="{&quot;height&quot;:327.31007874015745,&quot;left&quot;:114.04,&quot;top&quot;:134.3299212598425,&quot;width&quot;:408.2899212598426}"/>
</p:tagLst>
</file>

<file path=ppt/tags/tag980.xml><?xml version="1.0" encoding="utf-8"?>
<p:tagLst xmlns:p="http://schemas.openxmlformats.org/presentationml/2006/main">
  <p:tag name="KSO_WM_DIAGRAM_VIRTUALLY_FRAME" val="{&quot;height&quot;:186.206062992126,&quot;left&quot;:29.268976377952754,&quot;top&quot;:281.5299212598425,&quot;width&quot;:450.8309448818898}"/>
</p:tagLst>
</file>

<file path=ppt/tags/tag981.xml><?xml version="1.0" encoding="utf-8"?>
<p:tagLst xmlns:p="http://schemas.openxmlformats.org/presentationml/2006/main">
  <p:tag name="KSO_WM_DIAGRAM_VIRTUALLY_FRAME" val="{&quot;height&quot;:229.95,&quot;left&quot;:42,&quot;top&quot;:222.05,&quot;width&quot;:313.75}"/>
</p:tagLst>
</file>

<file path=ppt/tags/tag982.xml><?xml version="1.0" encoding="utf-8"?>
<p:tagLst xmlns:p="http://schemas.openxmlformats.org/presentationml/2006/main">
  <p:tag name="KSO_WM_DIAGRAM_VIRTUALLY_FRAME" val="{&quot;height&quot;:229.95,&quot;left&quot;:42,&quot;top&quot;:222.05,&quot;width&quot;:313.75}"/>
</p:tagLst>
</file>

<file path=ppt/tags/tag983.xml><?xml version="1.0" encoding="utf-8"?>
<p:tagLst xmlns:p="http://schemas.openxmlformats.org/presentationml/2006/main">
  <p:tag name="KSO_WM_DIAGRAM_VIRTUALLY_FRAME" val="{&quot;height&quot;:229.95,&quot;left&quot;:42,&quot;top&quot;:222.05,&quot;width&quot;:313.75}"/>
</p:tagLst>
</file>

<file path=ppt/tags/tag984.xml><?xml version="1.0" encoding="utf-8"?>
<p:tagLst xmlns:p="http://schemas.openxmlformats.org/presentationml/2006/main">
  <p:tag name="KSO_WM_DIAGRAM_VIRTUALLY_FRAME" val="{&quot;height&quot;:229.95,&quot;left&quot;:42,&quot;top&quot;:222.05,&quot;width&quot;:313.75}"/>
</p:tagLst>
</file>

<file path=ppt/tags/tag985.xml><?xml version="1.0" encoding="utf-8"?>
<p:tagLst xmlns:p="http://schemas.openxmlformats.org/presentationml/2006/main">
  <p:tag name="KSO_WM_DIAGRAM_VIRTUALLY_FRAME" val="{&quot;height&quot;:229.95,&quot;left&quot;:42,&quot;top&quot;:222.05,&quot;width&quot;:313.75}"/>
</p:tagLst>
</file>

<file path=ppt/tags/tag986.xml><?xml version="1.0" encoding="utf-8"?>
<p:tagLst xmlns:p="http://schemas.openxmlformats.org/presentationml/2006/main">
  <p:tag name="KSO_WM_DIAGRAM_VIRTUALLY_FRAME" val="{&quot;height&quot;:229.95,&quot;left&quot;:42,&quot;top&quot;:222.05,&quot;width&quot;:313.75}"/>
</p:tagLst>
</file>

<file path=ppt/tags/tag987.xml><?xml version="1.0" encoding="utf-8"?>
<p:tagLst xmlns:p="http://schemas.openxmlformats.org/presentationml/2006/main">
  <p:tag name="KSO_WM_DIAGRAM_VIRTUALLY_FRAME" val="{&quot;height&quot;:229.95,&quot;left&quot;:42,&quot;top&quot;:222.05,&quot;width&quot;:313.75}"/>
</p:tagLst>
</file>

<file path=ppt/tags/tag988.xml><?xml version="1.0" encoding="utf-8"?>
<p:tagLst xmlns:p="http://schemas.openxmlformats.org/presentationml/2006/main">
  <p:tag name="KSO_WM_DIAGRAM_VIRTUALLY_FRAME" val="{&quot;height&quot;:229.95,&quot;left&quot;:42,&quot;top&quot;:222.05,&quot;width&quot;:313.75}"/>
</p:tagLst>
</file>

<file path=ppt/tags/tag989.xml><?xml version="1.0" encoding="utf-8"?>
<p:tagLst xmlns:p="http://schemas.openxmlformats.org/presentationml/2006/main">
  <p:tag name="KSO_WM_DIAGRAM_VIRTUALLY_FRAME" val="{&quot;height&quot;:229.95,&quot;left&quot;:42,&quot;top&quot;:222.05,&quot;width&quot;:313.75}"/>
</p:tagLst>
</file>

<file path=ppt/tags/tag990.xml><?xml version="1.0" encoding="utf-8"?>
<p:tagLst xmlns:p="http://schemas.openxmlformats.org/presentationml/2006/main">
  <p:tag name="KSO_WM_DIAGRAM_VIRTUALLY_FRAME" val="{&quot;height&quot;:229.95,&quot;left&quot;:42,&quot;top&quot;:222.05,&quot;width&quot;:313.75}"/>
</p:tagLst>
</file>

<file path=ppt/tags/tag991.xml><?xml version="1.0" encoding="utf-8"?>
<p:tagLst xmlns:p="http://schemas.openxmlformats.org/presentationml/2006/main">
  <p:tag name="KSO_WM_DIAGRAM_VIRTUALLY_FRAME" val="{&quot;height&quot;:229.95,&quot;left&quot;:42,&quot;top&quot;:222.05,&quot;width&quot;:313.75}"/>
</p:tagLst>
</file>

<file path=ppt/tags/tag992.xml><?xml version="1.0" encoding="utf-8"?>
<p:tagLst xmlns:p="http://schemas.openxmlformats.org/presentationml/2006/main">
  <p:tag name="KSO_WM_DIAGRAM_VIRTUALLY_FRAME" val="{&quot;height&quot;:229.95,&quot;left&quot;:42,&quot;top&quot;:222.05,&quot;width&quot;:313.75}"/>
</p:tagLst>
</file>

<file path=ppt/tags/tag993.xml><?xml version="1.0" encoding="utf-8"?>
<p:tagLst xmlns:p="http://schemas.openxmlformats.org/presentationml/2006/main">
  <p:tag name="KSO_WM_DIAGRAM_VIRTUALLY_FRAME" val="{&quot;height&quot;:229.95,&quot;left&quot;:42,&quot;top&quot;:222.05,&quot;width&quot;:313.75}"/>
</p:tagLst>
</file>

<file path=ppt/tags/tag994.xml><?xml version="1.0" encoding="utf-8"?>
<p:tagLst xmlns:p="http://schemas.openxmlformats.org/presentationml/2006/main">
  <p:tag name="KSO_WM_DIAGRAM_VIRTUALLY_FRAME" val="{&quot;height&quot;:229.95,&quot;left&quot;:42,&quot;top&quot;:222.05,&quot;width&quot;:313.75}"/>
</p:tagLst>
</file>

<file path=ppt/tags/tag995.xml><?xml version="1.0" encoding="utf-8"?>
<p:tagLst xmlns:p="http://schemas.openxmlformats.org/presentationml/2006/main">
  <p:tag name="KSO_WM_DIAGRAM_VIRTUALLY_FRAME" val="{&quot;height&quot;:229.95,&quot;left&quot;:42,&quot;top&quot;:222.05,&quot;width&quot;:313.75}"/>
</p:tagLst>
</file>

<file path=ppt/tags/tag996.xml><?xml version="1.0" encoding="utf-8"?>
<p:tagLst xmlns:p="http://schemas.openxmlformats.org/presentationml/2006/main">
  <p:tag name="KSO_WM_DIAGRAM_VIRTUALLY_FRAME" val="{&quot;height&quot;:229.95,&quot;left&quot;:42,&quot;top&quot;:222.05,&quot;width&quot;:313.75}"/>
</p:tagLst>
</file>

<file path=ppt/tags/tag997.xml><?xml version="1.0" encoding="utf-8"?>
<p:tagLst xmlns:p="http://schemas.openxmlformats.org/presentationml/2006/main">
  <p:tag name="KSO_DOCER_RESOURCE_TRACE_INFO" val="{&quot;id&quot;:&quot;21562749&quot;,&quot;origin&quot;:0,&quot;type&quot;:&quot;icons&quot;,&quot;user&quot;:&quot;335798125&quot;}"/>
  <p:tag name="KSO_WM_DIAGRAM_VIRTUALLY_FRAME" val="{&quot;height&quot;:229.95,&quot;left&quot;:42,&quot;top&quot;:222.05,&quot;width&quot;:313.75}"/>
</p:tagLst>
</file>

<file path=ppt/tags/tag998.xml><?xml version="1.0" encoding="utf-8"?>
<p:tagLst xmlns:p="http://schemas.openxmlformats.org/presentationml/2006/main">
  <p:tag name="KSO_DOCER_RESOURCE_TRACE_INFO" val="{&quot;id&quot;:&quot;21562749&quot;,&quot;origin&quot;:0,&quot;type&quot;:&quot;icons&quot;,&quot;user&quot;:&quot;335798125&quot;}"/>
  <p:tag name="KSO_WM_DIAGRAM_VIRTUALLY_FRAME" val="{&quot;height&quot;:229.95,&quot;left&quot;:42,&quot;top&quot;:222.05,&quot;width&quot;:313.75}"/>
</p:tagLst>
</file>

<file path=ppt/tags/tag999.xml><?xml version="1.0" encoding="utf-8"?>
<p:tagLst xmlns:p="http://schemas.openxmlformats.org/presentationml/2006/main">
  <p:tag name="KSO_DOCER_RESOURCE_TRACE_INFO" val="{&quot;id&quot;:&quot;21562749&quot;,&quot;origin&quot;:0,&quot;type&quot;:&quot;icons&quot;,&quot;user&quot;:&quot;335798125&quot;}"/>
  <p:tag name="KSO_WM_DIAGRAM_VIRTUALLY_FRAME" val="{&quot;height&quot;:229.95,&quot;left&quot;:42,&quot;top&quot;:222.05,&quot;width&quot;:313.75}"/>
</p:tagLst>
</file>

<file path=ppt/tags/tag1000.xml><?xml version="1.0" encoding="utf-8"?>
<p:tagLst xmlns:p="http://schemas.openxmlformats.org/presentationml/2006/main">
  <p:tag name="KSO_DOCER_RESOURCE_TRACE_INFO" val="{&quot;id&quot;:&quot;21562749&quot;,&quot;origin&quot;:0,&quot;type&quot;:&quot;icons&quot;,&quot;user&quot;:&quot;335798125&quot;}"/>
  <p:tag name="KSO_WM_DIAGRAM_VIRTUALLY_FRAME" val="{&quot;height&quot;:229.95,&quot;left&quot;:42,&quot;top&quot;:222.05,&quot;width&quot;:313.75}"/>
</p:tagLst>
</file>

<file path=ppt/tags/tag1001.xml><?xml version="1.0" encoding="utf-8"?>
<p:tagLst xmlns:p="http://schemas.openxmlformats.org/presentationml/2006/main">
  <p:tag name="KSO_DOCER_RESOURCE_TRACE_INFO" val="{&quot;id&quot;:&quot;21562749&quot;,&quot;origin&quot;:0,&quot;type&quot;:&quot;icons&quot;,&quot;user&quot;:&quot;335798125&quot;}"/>
  <p:tag name="KSO_WM_DIAGRAM_VIRTUALLY_FRAME" val="{&quot;height&quot;:229.95,&quot;left&quot;:42,&quot;top&quot;:222.05,&quot;width&quot;:313.75}"/>
</p:tagLst>
</file>

<file path=ppt/tags/tag1002.xml><?xml version="1.0" encoding="utf-8"?>
<p:tagLst xmlns:p="http://schemas.openxmlformats.org/presentationml/2006/main">
  <p:tag name="KSO_DOCER_RESOURCE_TRACE_INFO" val="{&quot;id&quot;:&quot;21562749&quot;,&quot;origin&quot;:0,&quot;type&quot;:&quot;icons&quot;,&quot;user&quot;:&quot;335798125&quot;}"/>
  <p:tag name="KSO_WM_DIAGRAM_VIRTUALLY_FRAME" val="{&quot;height&quot;:229.95,&quot;left&quot;:42,&quot;top&quot;:222.05,&quot;width&quot;:313.75}"/>
</p:tagLst>
</file>

<file path=ppt/tags/tag1003.xml><?xml version="1.0" encoding="utf-8"?>
<p:tagLst xmlns:p="http://schemas.openxmlformats.org/presentationml/2006/main">
  <p:tag name="KSO_DOCER_RESOURCE_TRACE_INFO" val="{&quot;id&quot;:&quot;21562749&quot;,&quot;origin&quot;:0,&quot;type&quot;:&quot;icons&quot;,&quot;user&quot;:&quot;335798125&quot;}"/>
  <p:tag name="KSO_WM_DIAGRAM_VIRTUALLY_FRAME" val="{&quot;height&quot;:229.95,&quot;left&quot;:42,&quot;top&quot;:222.05,&quot;width&quot;:313.75}"/>
</p:tagLst>
</file>

<file path=ppt/tags/tag1004.xml><?xml version="1.0" encoding="utf-8"?>
<p:tagLst xmlns:p="http://schemas.openxmlformats.org/presentationml/2006/main">
  <p:tag name="KSO_DOCER_RESOURCE_TRACE_INFO" val="{&quot;id&quot;:&quot;21562749&quot;,&quot;origin&quot;:0,&quot;type&quot;:&quot;icons&quot;,&quot;user&quot;:&quot;335798125&quot;}"/>
  <p:tag name="KSO_WM_DIAGRAM_VIRTUALLY_FRAME" val="{&quot;height&quot;:229.95,&quot;left&quot;:42,&quot;top&quot;:222.05,&quot;width&quot;:313.75}"/>
</p:tagLst>
</file>

<file path=ppt/tags/tag1005.xml><?xml version="1.0" encoding="utf-8"?>
<p:tagLst xmlns:p="http://schemas.openxmlformats.org/presentationml/2006/main">
  <p:tag name="KSO_WM_DIAGRAM_VIRTUALLY_FRAME" val="{&quot;height&quot;:244.45,&quot;left&quot;:64,&quot;top&quot;:120,&quot;width&quot;:873.95}"/>
</p:tagLst>
</file>

<file path=ppt/tags/tag1006.xml><?xml version="1.0" encoding="utf-8"?>
<p:tagLst xmlns:p="http://schemas.openxmlformats.org/presentationml/2006/main">
  <p:tag name="KSO_WM_DIAGRAM_VIRTUALLY_FRAME" val="{&quot;height&quot;:244.45,&quot;left&quot;:64,&quot;top&quot;:120,&quot;width&quot;:873.95}"/>
</p:tagLst>
</file>

<file path=ppt/tags/tag1007.xml><?xml version="1.0" encoding="utf-8"?>
<p:tagLst xmlns:p="http://schemas.openxmlformats.org/presentationml/2006/main">
  <p:tag name="KSO_WM_DIAGRAM_VIRTUALLY_FRAME" val="{&quot;height&quot;:229.95,&quot;left&quot;:42,&quot;top&quot;:222.05,&quot;width&quot;:313.75}"/>
</p:tagLst>
</file>

<file path=ppt/tags/tag1008.xml><?xml version="1.0" encoding="utf-8"?>
<p:tagLst xmlns:p="http://schemas.openxmlformats.org/presentationml/2006/main">
  <p:tag name="KSO_WM_DIAGRAM_VIRTUALLY_FRAME" val="{&quot;height&quot;:229.95,&quot;left&quot;:42,&quot;top&quot;:222.05,&quot;width&quot;:313.75}"/>
</p:tagLst>
</file>

<file path=ppt/tags/tag1009.xml><?xml version="1.0" encoding="utf-8"?>
<p:tagLst xmlns:p="http://schemas.openxmlformats.org/presentationml/2006/main">
  <p:tag name="KSO_WM_DIAGRAM_VIRTUALLY_FRAME" val="{&quot;height&quot;:229.95,&quot;left&quot;:42,&quot;top&quot;:222.05,&quot;width&quot;:313.75}"/>
</p:tagLst>
</file>

<file path=ppt/tags/tag1010.xml><?xml version="1.0" encoding="utf-8"?>
<p:tagLst xmlns:p="http://schemas.openxmlformats.org/presentationml/2006/main">
  <p:tag name="KSO_WM_DIAGRAM_VIRTUALLY_FRAME" val="{&quot;height&quot;:229.95,&quot;left&quot;:42,&quot;top&quot;:222.05,&quot;width&quot;:313.75}"/>
</p:tagLst>
</file>

<file path=ppt/tags/tag1011.xml><?xml version="1.0" encoding="utf-8"?>
<p:tagLst xmlns:p="http://schemas.openxmlformats.org/presentationml/2006/main">
  <p:tag name="KSO_DOCER_RESOURCE_TRACE_INFO" val="{&quot;id&quot;:&quot;0_sjzg_VCG211254088852&quot;,&quot;origin&quot;:0,&quot;type&quot;:&quot;pictures&quot;,&quot;user&quot;:&quot;335798125&quot;}"/>
</p:tagLst>
</file>

<file path=ppt/tags/tag1012.xml><?xml version="1.0" encoding="utf-8"?>
<p:tagLst xmlns:p="http://schemas.openxmlformats.org/presentationml/2006/main">
  <p:tag name="KSO_WM_DIAGRAM_VIRTUALLY_FRAME" val="{&quot;height&quot;:229.95,&quot;left&quot;:42,&quot;top&quot;:222.05,&quot;width&quot;:313.75}"/>
</p:tagLst>
</file>

<file path=ppt/tags/tag1013.xml><?xml version="1.0" encoding="utf-8"?>
<p:tagLst xmlns:p="http://schemas.openxmlformats.org/presentationml/2006/main">
  <p:tag name="KSO_WM_DIAGRAM_VIRTUALLY_FRAME" val="{&quot;height&quot;:229.95,&quot;left&quot;:42,&quot;top&quot;:222.05,&quot;width&quot;:313.75}"/>
</p:tagLst>
</file>

<file path=ppt/tags/tag1014.xml><?xml version="1.0" encoding="utf-8"?>
<p:tagLst xmlns:p="http://schemas.openxmlformats.org/presentationml/2006/main">
  <p:tag name="KSO_WM_DIAGRAM_VIRTUALLY_FRAME" val="{&quot;height&quot;:194.7157470703125,&quot;left&quot;:166.4,&quot;top&quot;:156.55,&quot;width&quot;:356.3}"/>
</p:tagLst>
</file>

<file path=ppt/tags/tag1015.xml><?xml version="1.0" encoding="utf-8"?>
<p:tagLst xmlns:p="http://schemas.openxmlformats.org/presentationml/2006/main">
  <p:tag name="KSO_WM_DIAGRAM_VIRTUALLY_FRAME" val="{&quot;height&quot;:186.206062992126,&quot;left&quot;:29.268976377952754,&quot;top&quot;:281.5299212598425,&quot;width&quot;:450.8309448818898}"/>
</p:tagLst>
</file>

<file path=ppt/tags/tag1016.xml><?xml version="1.0" encoding="utf-8"?>
<p:tagLst xmlns:p="http://schemas.openxmlformats.org/presentationml/2006/main">
  <p:tag name="KSO_WM_DIAGRAM_VIRTUALLY_FRAME" val="{&quot;height&quot;:186.206062992126,&quot;left&quot;:29.268976377952754,&quot;top&quot;:281.5299212598425,&quot;width&quot;:450.8309448818898}"/>
</p:tagLst>
</file>

<file path=ppt/tags/tag1017.xml><?xml version="1.0" encoding="utf-8"?>
<p:tagLst xmlns:p="http://schemas.openxmlformats.org/presentationml/2006/main">
  <p:tag name="KSO_WM_DIAGRAM_VIRTUALLY_FRAME" val="{&quot;height&quot;:186.206062992126,&quot;left&quot;:29.268976377952754,&quot;top&quot;:281.5299212598425,&quot;width&quot;:450.8309448818898}"/>
</p:tagLst>
</file>

<file path=ppt/tags/tag1018.xml><?xml version="1.0" encoding="utf-8"?>
<p:tagLst xmlns:p="http://schemas.openxmlformats.org/presentationml/2006/main">
  <p:tag name="KSO_WM_DIAGRAM_VIRTUALLY_FRAME" val="{&quot;height&quot;:186.206062992126,&quot;left&quot;:29.268976377952754,&quot;top&quot;:281.5299212598425,&quot;width&quot;:450.8309448818898}"/>
</p:tagLst>
</file>

<file path=ppt/tags/tag1019.xml><?xml version="1.0" encoding="utf-8"?>
<p:tagLst xmlns:p="http://schemas.openxmlformats.org/presentationml/2006/main">
  <p:tag name="KSO_WM_DIAGRAM_VIRTUALLY_FRAME" val="{&quot;height&quot;:194.7157470703125,&quot;left&quot;:166.4,&quot;top&quot;:156.55,&quot;width&quot;:356.3}"/>
</p:tagLst>
</file>

<file path=ppt/tags/tag1020.xml><?xml version="1.0" encoding="utf-8"?>
<p:tagLst xmlns:p="http://schemas.openxmlformats.org/presentationml/2006/main">
  <p:tag name="KSO_WM_DIAGRAM_VIRTUALLY_FRAME" val="{&quot;height&quot;:186.206062992126,&quot;left&quot;:29.268976377952754,&quot;top&quot;:281.5299212598425,&quot;width&quot;:450.8309448818898}"/>
</p:tagLst>
</file>

<file path=ppt/tags/tag1021.xml><?xml version="1.0" encoding="utf-8"?>
<p:tagLst xmlns:p="http://schemas.openxmlformats.org/presentationml/2006/main">
  <p:tag name="KSO_WM_DIAGRAM_VIRTUALLY_FRAME" val="{&quot;height&quot;:194.7157470703125,&quot;left&quot;:166.4,&quot;top&quot;:156.55,&quot;width&quot;:356.3}"/>
</p:tagLst>
</file>

<file path=ppt/tags/tag1022.xml><?xml version="1.0" encoding="utf-8"?>
<p:tagLst xmlns:p="http://schemas.openxmlformats.org/presentationml/2006/main">
  <p:tag name="KSO_WM_DIAGRAM_VIRTUALLY_FRAME" val="{&quot;height&quot;:186.206062992126,&quot;left&quot;:29.268976377952754,&quot;top&quot;:281.5299212598425,&quot;width&quot;:450.8309448818898}"/>
</p:tagLst>
</file>

<file path=ppt/tags/tag1023.xml><?xml version="1.0" encoding="utf-8"?>
<p:tagLst xmlns:p="http://schemas.openxmlformats.org/presentationml/2006/main">
  <p:tag name="KSO_WM_DIAGRAM_VIRTUALLY_FRAME" val="{&quot;height&quot;:194.7157470703125,&quot;left&quot;:166.4,&quot;top&quot;:156.55,&quot;width&quot;:356.3}"/>
</p:tagLst>
</file>

<file path=ppt/tags/tag1024.xml><?xml version="1.0" encoding="utf-8"?>
<p:tagLst xmlns:p="http://schemas.openxmlformats.org/presentationml/2006/main">
  <p:tag name="KSO_WM_DIAGRAM_VIRTUALLY_FRAME" val="{&quot;height&quot;:186.206062992126,&quot;left&quot;:29.268976377952754,&quot;top&quot;:281.5299212598425,&quot;width&quot;:450.8309448818898}"/>
</p:tagLst>
</file>

<file path=ppt/tags/tag1025.xml><?xml version="1.0" encoding="utf-8"?>
<p:tagLst xmlns:p="http://schemas.openxmlformats.org/presentationml/2006/main">
  <p:tag name="KSO_WM_DIAGRAM_VIRTUALLY_FRAME" val="{&quot;height&quot;:229.95,&quot;left&quot;:42,&quot;top&quot;:222.05,&quot;width&quot;:313.75}"/>
</p:tagLst>
</file>

<file path=ppt/tags/tag1026.xml><?xml version="1.0" encoding="utf-8"?>
<p:tagLst xmlns:p="http://schemas.openxmlformats.org/presentationml/2006/main">
  <p:tag name="KSO_WM_DIAGRAM_VIRTUALLY_FRAME" val="{&quot;height&quot;:229.95,&quot;left&quot;:42,&quot;top&quot;:222.05,&quot;width&quot;:313.75}"/>
</p:tagLst>
</file>

<file path=ppt/tags/tag1027.xml><?xml version="1.0" encoding="utf-8"?>
<p:tagLst xmlns:p="http://schemas.openxmlformats.org/presentationml/2006/main">
  <p:tag name="KSO_DOCER_RESOURCE_TRACE_INFO" val="{&quot;id&quot;:&quot;21562749&quot;,&quot;origin&quot;:0,&quot;type&quot;:&quot;icons&quot;,&quot;user&quot;:&quot;335798125&quot;}"/>
  <p:tag name="KSO_WM_DIAGRAM_VIRTUALLY_FRAME" val="{&quot;height&quot;:229.95,&quot;left&quot;:42,&quot;top&quot;:222.05,&quot;width&quot;:313.75}"/>
</p:tagLst>
</file>

<file path=ppt/tags/tag1028.xml><?xml version="1.0" encoding="utf-8"?>
<p:tagLst xmlns:p="http://schemas.openxmlformats.org/presentationml/2006/main">
  <p:tag name="KSO_WM_DIAGRAM_VIRTUALLY_FRAME" val="{&quot;height&quot;:353.65,&quot;left&quot;:64,&quot;top&quot;:110,&quot;width&quot;:832}"/>
</p:tagLst>
</file>

<file path=ppt/tags/tag1029.xml><?xml version="1.0" encoding="utf-8"?>
<p:tagLst xmlns:p="http://schemas.openxmlformats.org/presentationml/2006/main">
  <p:tag name="KSO_WM_DIAGRAM_VIRTUALLY_FRAME" val="{&quot;height&quot;:353.65,&quot;left&quot;:64,&quot;top&quot;:110,&quot;width&quot;:832}"/>
</p:tagLst>
</file>

<file path=ppt/tags/tag1030.xml><?xml version="1.0" encoding="utf-8"?>
<p:tagLst xmlns:p="http://schemas.openxmlformats.org/presentationml/2006/main">
  <p:tag name="KSO_WM_DIAGRAM_VIRTUALLY_FRAME" val="{&quot;height&quot;:353.65,&quot;left&quot;:64,&quot;top&quot;:110,&quot;width&quot;:832}"/>
</p:tagLst>
</file>

<file path=ppt/tags/tag1031.xml><?xml version="1.0" encoding="utf-8"?>
<p:tagLst xmlns:p="http://schemas.openxmlformats.org/presentationml/2006/main">
  <p:tag name="KSO_WM_DIAGRAM_VIRTUALLY_FRAME" val="{&quot;height&quot;:353.65,&quot;left&quot;:64,&quot;top&quot;:110,&quot;width&quot;:832}"/>
</p:tagLst>
</file>

<file path=ppt/tags/tag1032.xml><?xml version="1.0" encoding="utf-8"?>
<p:tagLst xmlns:p="http://schemas.openxmlformats.org/presentationml/2006/main">
  <p:tag name="KSO_WM_DIAGRAM_VIRTUALLY_FRAME" val="{&quot;height&quot;:353.65,&quot;left&quot;:64,&quot;top&quot;:110,&quot;width&quot;:832}"/>
</p:tagLst>
</file>

<file path=ppt/tags/tag1033.xml><?xml version="1.0" encoding="utf-8"?>
<p:tagLst xmlns:p="http://schemas.openxmlformats.org/presentationml/2006/main">
  <p:tag name="KSO_WM_DIAGRAM_VIRTUALLY_FRAME" val="{&quot;height&quot;:353.65,&quot;left&quot;:64,&quot;top&quot;:110,&quot;width&quot;:832}"/>
</p:tagLst>
</file>

<file path=ppt/tags/tag1034.xml><?xml version="1.0" encoding="utf-8"?>
<p:tagLst xmlns:p="http://schemas.openxmlformats.org/presentationml/2006/main">
  <p:tag name="KSO_WM_DIAGRAM_VIRTUALLY_FRAME" val="{&quot;height&quot;:353.65,&quot;left&quot;:64,&quot;top&quot;:110,&quot;width&quot;:832}"/>
</p:tagLst>
</file>

<file path=ppt/tags/tag1035.xml><?xml version="1.0" encoding="utf-8"?>
<p:tagLst xmlns:p="http://schemas.openxmlformats.org/presentationml/2006/main">
  <p:tag name="KSO_WM_DIAGRAM_VIRTUALLY_FRAME" val="{&quot;height&quot;:353.65,&quot;left&quot;:64,&quot;top&quot;:110,&quot;width&quot;:832}"/>
</p:tagLst>
</file>

<file path=ppt/tags/tag1036.xml><?xml version="1.0" encoding="utf-8"?>
<p:tagLst xmlns:p="http://schemas.openxmlformats.org/presentationml/2006/main">
  <p:tag name="KSO_WM_DIAGRAM_VIRTUALLY_FRAME" val="{&quot;height&quot;:353.65,&quot;left&quot;:64,&quot;top&quot;:110,&quot;width&quot;:832}"/>
</p:tagLst>
</file>

<file path=ppt/tags/tag1037.xml><?xml version="1.0" encoding="utf-8"?>
<p:tagLst xmlns:p="http://schemas.openxmlformats.org/presentationml/2006/main">
  <p:tag name="KSO_WM_DIAGRAM_VIRTUALLY_FRAME" val="{&quot;height&quot;:353.65,&quot;left&quot;:64,&quot;top&quot;:110,&quot;width&quot;:832}"/>
</p:tagLst>
</file>

<file path=ppt/tags/tag1038.xml><?xml version="1.0" encoding="utf-8"?>
<p:tagLst xmlns:p="http://schemas.openxmlformats.org/presentationml/2006/main">
  <p:tag name="KSO_WM_DIAGRAM_VIRTUALLY_FRAME" val="{&quot;height&quot;:353.65,&quot;left&quot;:64,&quot;top&quot;:110,&quot;width&quot;:832}"/>
</p:tagLst>
</file>

<file path=ppt/tags/tag1039.xml><?xml version="1.0" encoding="utf-8"?>
<p:tagLst xmlns:p="http://schemas.openxmlformats.org/presentationml/2006/main">
  <p:tag name="KSO_WM_DIAGRAM_VIRTUALLY_FRAME" val="{&quot;height&quot;:353.65,&quot;left&quot;:64,&quot;top&quot;:110,&quot;width&quot;:832}"/>
</p:tagLst>
</file>

<file path=ppt/tags/tag1040.xml><?xml version="1.0" encoding="utf-8"?>
<p:tagLst xmlns:p="http://schemas.openxmlformats.org/presentationml/2006/main">
  <p:tag name="KSO_WM_DIAGRAM_VIRTUALLY_FRAME" val="{&quot;height&quot;:353.65,&quot;left&quot;:64,&quot;top&quot;:110,&quot;width&quot;:832}"/>
</p:tagLst>
</file>

<file path=ppt/tags/tag1041.xml><?xml version="1.0" encoding="utf-8"?>
<p:tagLst xmlns:p="http://schemas.openxmlformats.org/presentationml/2006/main">
  <p:tag name="KSO_WM_DIAGRAM_VIRTUALLY_FRAME" val="{&quot;height&quot;:353.65,&quot;left&quot;:64,&quot;top&quot;:110,&quot;width&quot;:832}"/>
</p:tagLst>
</file>

<file path=ppt/tags/tag1042.xml><?xml version="1.0" encoding="utf-8"?>
<p:tagLst xmlns:p="http://schemas.openxmlformats.org/presentationml/2006/main">
  <p:tag name="KSO_WM_DIAGRAM_VIRTUALLY_FRAME" val="{&quot;height&quot;:353.65,&quot;left&quot;:64,&quot;top&quot;:110,&quot;width&quot;:832}"/>
</p:tagLst>
</file>

<file path=ppt/tags/tag1043.xml><?xml version="1.0" encoding="utf-8"?>
<p:tagLst xmlns:p="http://schemas.openxmlformats.org/presentationml/2006/main">
  <p:tag name="KSO_WM_DIAGRAM_VIRTUALLY_FRAME" val="{&quot;height&quot;:353.65,&quot;left&quot;:64,&quot;top&quot;:110,&quot;width&quot;:832}"/>
</p:tagLst>
</file>

<file path=ppt/tags/tag1044.xml><?xml version="1.0" encoding="utf-8"?>
<p:tagLst xmlns:p="http://schemas.openxmlformats.org/presentationml/2006/main">
  <p:tag name="KSO_WM_DIAGRAM_VIRTUALLY_FRAME" val="{&quot;height&quot;:353.65,&quot;left&quot;:64,&quot;top&quot;:110,&quot;width&quot;:832}"/>
</p:tagLst>
</file>

<file path=ppt/tags/tag1045.xml><?xml version="1.0" encoding="utf-8"?>
<p:tagLst xmlns:p="http://schemas.openxmlformats.org/presentationml/2006/main">
  <p:tag name="KSO_WM_DIAGRAM_VIRTUALLY_FRAME" val="{&quot;height&quot;:353.65,&quot;left&quot;:64,&quot;top&quot;:110,&quot;width&quot;:832}"/>
</p:tagLst>
</file>

<file path=ppt/tags/tag1046.xml><?xml version="1.0" encoding="utf-8"?>
<p:tagLst xmlns:p="http://schemas.openxmlformats.org/presentationml/2006/main">
  <p:tag name="KSO_WM_DIAGRAM_VIRTUALLY_FRAME" val="{&quot;height&quot;:353.65,&quot;left&quot;:64,&quot;top&quot;:110,&quot;width&quot;:832}"/>
</p:tagLst>
</file>

<file path=ppt/tags/tag1047.xml><?xml version="1.0" encoding="utf-8"?>
<p:tagLst xmlns:p="http://schemas.openxmlformats.org/presentationml/2006/main">
  <p:tag name="KSO_WM_DIAGRAM_VIRTUALLY_FRAME" val="{&quot;height&quot;:353.65,&quot;left&quot;:64,&quot;top&quot;:110,&quot;width&quot;:832}"/>
</p:tagLst>
</file>

<file path=ppt/tags/tag1048.xml><?xml version="1.0" encoding="utf-8"?>
<p:tagLst xmlns:p="http://schemas.openxmlformats.org/presentationml/2006/main">
  <p:tag name="KSO_WM_DIAGRAM_VIRTUALLY_FRAME" val="{&quot;height&quot;:353.65,&quot;left&quot;:64,&quot;top&quot;:110,&quot;width&quot;:832}"/>
</p:tagLst>
</file>

<file path=ppt/tags/tag1049.xml><?xml version="1.0" encoding="utf-8"?>
<p:tagLst xmlns:p="http://schemas.openxmlformats.org/presentationml/2006/main">
  <p:tag name="KSO_DOCER_RESOURCE_TRACE_INFO" val="{&quot;id&quot;:&quot;20267412&quot;,&quot;origin&quot;:0,&quot;type&quot;:&quot;icons&quot;,&quot;user&quot;:&quot;335798125&quot;}"/>
</p:tagLst>
</file>

<file path=ppt/tags/tag1050.xml><?xml version="1.0" encoding="utf-8"?>
<p:tagLst xmlns:p="http://schemas.openxmlformats.org/presentationml/2006/main">
  <p:tag name="KSO_DOCER_RESOURCE_TRACE_INFO" val="{&quot;id&quot;:&quot;3504140&quot;,&quot;origin&quot;:0,&quot;type&quot;:&quot;icons&quot;,&quot;user&quot;:&quot;335798125&quot;}"/>
</p:tagLst>
</file>

<file path=ppt/tags/tag1051.xml><?xml version="1.0" encoding="utf-8"?>
<p:tagLst xmlns:p="http://schemas.openxmlformats.org/presentationml/2006/main">
  <p:tag name="KSO_DOCER_RESOURCE_TRACE_INFO" val="{&quot;id&quot;:&quot;4520039&quot;,&quot;origin&quot;:0,&quot;type&quot;:&quot;icons&quot;,&quot;user&quot;:&quot;335798125&quot;}"/>
</p:tagLst>
</file>

<file path=ppt/tags/tag1052.xml><?xml version="1.0" encoding="utf-8"?>
<p:tagLst xmlns:p="http://schemas.openxmlformats.org/presentationml/2006/main">
  <p:tag name="KSO_DOCER_RESOURCE_TRACE_INFO" val="{&quot;id&quot;:&quot;3471271&quot;,&quot;origin&quot;:0,&quot;type&quot;:&quot;icons&quot;,&quot;user&quot;:&quot;335798125&quot;}"/>
</p:tagLst>
</file>

<file path=ppt/tags/tag1053.xml><?xml version="1.0" encoding="utf-8"?>
<p:tagLst xmlns:p="http://schemas.openxmlformats.org/presentationml/2006/main">
  <p:tag name="KSO_WM_DIAGRAM_VIRTUALLY_FRAME" val="{&quot;height&quot;:330,&quot;left&quot;:64,&quot;top&quot;:110,&quot;width&quot;:860}"/>
</p:tagLst>
</file>

<file path=ppt/tags/tag1054.xml><?xml version="1.0" encoding="utf-8"?>
<p:tagLst xmlns:p="http://schemas.openxmlformats.org/presentationml/2006/main">
  <p:tag name="KSO_WM_DIAGRAM_VIRTUALLY_FRAME" val="{&quot;height&quot;:330,&quot;left&quot;:64,&quot;top&quot;:110,&quot;width&quot;:860}"/>
</p:tagLst>
</file>

<file path=ppt/tags/tag1055.xml><?xml version="1.0" encoding="utf-8"?>
<p:tagLst xmlns:p="http://schemas.openxmlformats.org/presentationml/2006/main">
  <p:tag name="KSO_WM_DIAGRAM_VIRTUALLY_FRAME" val="{&quot;height&quot;:330,&quot;left&quot;:64,&quot;top&quot;:110,&quot;width&quot;:860}"/>
</p:tagLst>
</file>

<file path=ppt/tags/tag1056.xml><?xml version="1.0" encoding="utf-8"?>
<p:tagLst xmlns:p="http://schemas.openxmlformats.org/presentationml/2006/main">
  <p:tag name="KSO_WM_DIAGRAM_VIRTUALLY_FRAME" val="{&quot;height&quot;:330,&quot;left&quot;:64,&quot;top&quot;:110,&quot;width&quot;:860}"/>
</p:tagLst>
</file>

<file path=ppt/tags/tag1057.xml><?xml version="1.0" encoding="utf-8"?>
<p:tagLst xmlns:p="http://schemas.openxmlformats.org/presentationml/2006/main">
  <p:tag name="KSO_WM_DIAGRAM_VIRTUALLY_FRAME" val="{&quot;height&quot;:330,&quot;left&quot;:64,&quot;top&quot;:110,&quot;width&quot;:860}"/>
</p:tagLst>
</file>

<file path=ppt/tags/tag1058.xml><?xml version="1.0" encoding="utf-8"?>
<p:tagLst xmlns:p="http://schemas.openxmlformats.org/presentationml/2006/main">
  <p:tag name="KSO_WM_DIAGRAM_VIRTUALLY_FRAME" val="{&quot;height&quot;:330,&quot;left&quot;:64,&quot;top&quot;:110,&quot;width&quot;:860}"/>
</p:tagLst>
</file>

<file path=ppt/tags/tag1059.xml><?xml version="1.0" encoding="utf-8"?>
<p:tagLst xmlns:p="http://schemas.openxmlformats.org/presentationml/2006/main">
  <p:tag name="KSO_WM_DIAGRAM_VIRTUALLY_FRAME" val="{&quot;height&quot;:330,&quot;left&quot;:64,&quot;top&quot;:110,&quot;width&quot;:860}"/>
</p:tagLst>
</file>

<file path=ppt/tags/tag1060.xml><?xml version="1.0" encoding="utf-8"?>
<p:tagLst xmlns:p="http://schemas.openxmlformats.org/presentationml/2006/main">
  <p:tag name="KSO_WM_DIAGRAM_VIRTUALLY_FRAME" val="{&quot;height&quot;:330,&quot;left&quot;:64,&quot;top&quot;:110,&quot;width&quot;:860}"/>
</p:tagLst>
</file>

<file path=ppt/tags/tag1061.xml><?xml version="1.0" encoding="utf-8"?>
<p:tagLst xmlns:p="http://schemas.openxmlformats.org/presentationml/2006/main">
  <p:tag name="KSO_DOCER_RESOURCE_TRACE_INFO" val="{&quot;id&quot;:&quot;3680432&quot;,&quot;origin&quot;:0,&quot;type&quot;:&quot;icons&quot;,&quot;user&quot;:&quot;335798125&quot;}"/>
</p:tagLst>
</file>

<file path=ppt/tags/tag1062.xml><?xml version="1.0" encoding="utf-8"?>
<p:tagLst xmlns:p="http://schemas.openxmlformats.org/presentationml/2006/main">
  <p:tag name="KSO_WM_DIAGRAM_VIRTUALLY_FRAME" val="{&quot;height&quot;:385,&quot;left&quot;:460,&quot;top&quot;:130,&quot;width&quot;:420}"/>
</p:tagLst>
</file>

<file path=ppt/tags/tag1063.xml><?xml version="1.0" encoding="utf-8"?>
<p:tagLst xmlns:p="http://schemas.openxmlformats.org/presentationml/2006/main">
  <p:tag name="KSO_WM_DIAGRAM_VIRTUALLY_FRAME" val="{&quot;height&quot;:385,&quot;left&quot;:460,&quot;top&quot;:130,&quot;width&quot;:420}"/>
</p:tagLst>
</file>

<file path=ppt/tags/tag1064.xml><?xml version="1.0" encoding="utf-8"?>
<p:tagLst xmlns:p="http://schemas.openxmlformats.org/presentationml/2006/main">
  <p:tag name="KSO_WM_DIAGRAM_VIRTUALLY_FRAME" val="{&quot;height&quot;:385,&quot;left&quot;:460,&quot;top&quot;:130,&quot;width&quot;:420}"/>
</p:tagLst>
</file>

<file path=ppt/tags/tag1065.xml><?xml version="1.0" encoding="utf-8"?>
<p:tagLst xmlns:p="http://schemas.openxmlformats.org/presentationml/2006/main">
  <p:tag name="KSO_WM_DIAGRAM_VIRTUALLY_FRAME" val="{&quot;height&quot;:385,&quot;left&quot;:460,&quot;top&quot;:130,&quot;width&quot;:420}"/>
</p:tagLst>
</file>

<file path=ppt/tags/tag1066.xml><?xml version="1.0" encoding="utf-8"?>
<p:tagLst xmlns:p="http://schemas.openxmlformats.org/presentationml/2006/main">
  <p:tag name="KSO_WM_DIAGRAM_VIRTUALLY_FRAME" val="{&quot;height&quot;:385,&quot;left&quot;:460,&quot;top&quot;:130,&quot;width&quot;:420}"/>
</p:tagLst>
</file>

<file path=ppt/tags/tag1067.xml><?xml version="1.0" encoding="utf-8"?>
<p:tagLst xmlns:p="http://schemas.openxmlformats.org/presentationml/2006/main">
  <p:tag name="KSO_WM_DIAGRAM_VIRTUALLY_FRAME" val="{&quot;height&quot;:385,&quot;left&quot;:460,&quot;top&quot;:130,&quot;width&quot;:420}"/>
</p:tagLst>
</file>

<file path=ppt/tags/tag1068.xml><?xml version="1.0" encoding="utf-8"?>
<p:tagLst xmlns:p="http://schemas.openxmlformats.org/presentationml/2006/main">
  <p:tag name="KSO_WM_DIAGRAM_VIRTUALLY_FRAME" val="{&quot;height&quot;:385,&quot;left&quot;:460,&quot;top&quot;:130,&quot;width&quot;:420}"/>
</p:tagLst>
</file>

<file path=ppt/tags/tag1069.xml><?xml version="1.0" encoding="utf-8"?>
<p:tagLst xmlns:p="http://schemas.openxmlformats.org/presentationml/2006/main">
  <p:tag name="KSO_WM_DIAGRAM_VIRTUALLY_FRAME" val="{&quot;height&quot;:385,&quot;left&quot;:460,&quot;top&quot;:130,&quot;width&quot;:420}"/>
</p:tagLst>
</file>

<file path=ppt/tags/tag1070.xml><?xml version="1.0" encoding="utf-8"?>
<p:tagLst xmlns:p="http://schemas.openxmlformats.org/presentationml/2006/main">
  <p:tag name="KSO_WM_DIAGRAM_VIRTUALLY_FRAME" val="{&quot;height&quot;:385,&quot;left&quot;:460,&quot;top&quot;:130,&quot;width&quot;:420}"/>
</p:tagLst>
</file>

<file path=ppt/tags/tag1071.xml><?xml version="1.0" encoding="utf-8"?>
<p:tagLst xmlns:p="http://schemas.openxmlformats.org/presentationml/2006/main">
  <p:tag name="KSO_WM_DIAGRAM_VIRTUALLY_FRAME" val="{&quot;height&quot;:385,&quot;left&quot;:460,&quot;top&quot;:130,&quot;width&quot;:420}"/>
</p:tagLst>
</file>

<file path=ppt/tags/tag1072.xml><?xml version="1.0" encoding="utf-8"?>
<p:tagLst xmlns:p="http://schemas.openxmlformats.org/presentationml/2006/main">
  <p:tag name="KSO_WM_DIAGRAM_VIRTUALLY_FRAME" val="{&quot;height&quot;:385,&quot;left&quot;:460,&quot;top&quot;:130,&quot;width&quot;:420}"/>
</p:tagLst>
</file>

<file path=ppt/tags/tag1073.xml><?xml version="1.0" encoding="utf-8"?>
<p:tagLst xmlns:p="http://schemas.openxmlformats.org/presentationml/2006/main">
  <p:tag name="KSO_WM_DIAGRAM_VIRTUALLY_FRAME" val="{&quot;height&quot;:385,&quot;left&quot;:460,&quot;top&quot;:130,&quot;width&quot;:420}"/>
</p:tagLst>
</file>

<file path=ppt/tags/tag1074.xml><?xml version="1.0" encoding="utf-8"?>
<p:tagLst xmlns:p="http://schemas.openxmlformats.org/presentationml/2006/main">
  <p:tag name="KSO_WM_DIAGRAM_VIRTUALLY_FRAME" val="{&quot;height&quot;:385,&quot;left&quot;:460,&quot;top&quot;:130,&quot;width&quot;:420}"/>
</p:tagLst>
</file>

<file path=ppt/tags/tag1075.xml><?xml version="1.0" encoding="utf-8"?>
<p:tagLst xmlns:p="http://schemas.openxmlformats.org/presentationml/2006/main">
  <p:tag name="KSO_WM_DIAGRAM_VIRTUALLY_FRAME" val="{&quot;height&quot;:385,&quot;left&quot;:460,&quot;top&quot;:130,&quot;width&quot;:420}"/>
</p:tagLst>
</file>

<file path=ppt/tags/tag1076.xml><?xml version="1.0" encoding="utf-8"?>
<p:tagLst xmlns:p="http://schemas.openxmlformats.org/presentationml/2006/main">
  <p:tag name="KSO_WM_DIAGRAM_VIRTUALLY_FRAME" val="{&quot;height&quot;:385,&quot;left&quot;:460,&quot;top&quot;:130,&quot;width&quot;:420}"/>
</p:tagLst>
</file>

<file path=ppt/tags/tag1077.xml><?xml version="1.0" encoding="utf-8"?>
<p:tagLst xmlns:p="http://schemas.openxmlformats.org/presentationml/2006/main">
  <p:tag name="resource_record_key" val="{&quot;10&quot;:[20180406,3504105,21558796,21563957,3481152,20832763,21580908,21545413,21541713,20268887,3504981,4696247,21561280,19965363,3637452,21560793,21573190,21548336,21562749,50039590,50039608,50039586,50039077,50043858,50021860,50021857,50021851,21540220,3641711,20267412,3504140,4520039,21548469,3634706,3471271,3680432],&quot;65&quot;:[40490515]}"/>
</p:tagLst>
</file>

<file path=ppt/theme/theme1.xml><?xml version="1.0" encoding="utf-8"?>
<a:theme xmlns:a="http://schemas.openxmlformats.org/drawingml/2006/main" name="Office 主题">
  <a:themeElements>
    <a:clrScheme name="晴空蓝">
      <a:dk1>
        <a:srgbClr val="000000"/>
      </a:dk1>
      <a:lt1>
        <a:srgbClr val="FFFFFF"/>
      </a:lt1>
      <a:dk2>
        <a:srgbClr val="021C4A"/>
      </a:dk2>
      <a:lt2>
        <a:srgbClr val="EBF2FE"/>
      </a:lt2>
      <a:accent1>
        <a:srgbClr val="2A75F9"/>
      </a:accent1>
      <a:accent2>
        <a:srgbClr val="4771FA"/>
      </a:accent2>
      <a:accent3>
        <a:srgbClr val="5667FA"/>
      </a:accent3>
      <a:accent4>
        <a:srgbClr val="6F6FFB"/>
      </a:accent4>
      <a:accent5>
        <a:srgbClr val="7965FB"/>
      </a:accent5>
      <a:accent6>
        <a:srgbClr val="8D65FB"/>
      </a:accent6>
      <a:hlink>
        <a:srgbClr val="0546B8"/>
      </a:hlink>
      <a:folHlink>
        <a:srgbClr val="3D557F"/>
      </a:folHlink>
    </a:clrScheme>
    <a:fontScheme name="现代雅黑体">
      <a:majorFont>
        <a:latin typeface="微软雅黑"/>
        <a:ea typeface="微软雅黑"/>
        <a:cs typeface=""/>
      </a:majorFont>
      <a:minorFont>
        <a:latin typeface="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商务风几何圆球通用模板">
  <a:themeElements>
    <a:clrScheme name="晴空蓝">
      <a:dk1>
        <a:srgbClr val="000000"/>
      </a:dk1>
      <a:lt1>
        <a:srgbClr val="FFFFFF"/>
      </a:lt1>
      <a:dk2>
        <a:srgbClr val="021C4A"/>
      </a:dk2>
      <a:lt2>
        <a:srgbClr val="EBF2FE"/>
      </a:lt2>
      <a:accent1>
        <a:srgbClr val="2A75F9"/>
      </a:accent1>
      <a:accent2>
        <a:srgbClr val="4771FA"/>
      </a:accent2>
      <a:accent3>
        <a:srgbClr val="5667FA"/>
      </a:accent3>
      <a:accent4>
        <a:srgbClr val="6F6FFB"/>
      </a:accent4>
      <a:accent5>
        <a:srgbClr val="7965FB"/>
      </a:accent5>
      <a:accent6>
        <a:srgbClr val="8D65FB"/>
      </a:accent6>
      <a:hlink>
        <a:srgbClr val="0546B8"/>
      </a:hlink>
      <a:folHlink>
        <a:srgbClr val="3D557F"/>
      </a:folHlink>
    </a:clrScheme>
    <a:fontScheme name="现代雅黑体">
      <a:majorFont>
        <a:latin typeface="微软雅黑"/>
        <a:ea typeface="微软雅黑"/>
        <a:cs typeface=""/>
      </a:majorFont>
      <a:minorFont>
        <a:latin typeface="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6682</Words>
  <Application>WPS 演示</Application>
  <PresentationFormat>宽屏</PresentationFormat>
  <Paragraphs>814</Paragraphs>
  <Slides>30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30</vt:i4>
      </vt:variant>
    </vt:vector>
  </HeadingPairs>
  <TitlesOfParts>
    <vt:vector size="50" baseType="lpstr">
      <vt:lpstr>Arial</vt:lpstr>
      <vt:lpstr>宋体</vt:lpstr>
      <vt:lpstr>Wingdings</vt:lpstr>
      <vt:lpstr>微软雅黑</vt:lpstr>
      <vt:lpstr>OPPOSans R</vt:lpstr>
      <vt:lpstr>Calibri</vt:lpstr>
      <vt:lpstr>Arial Bold</vt:lpstr>
      <vt:lpstr>OPPOSans R</vt:lpstr>
      <vt:lpstr>OPPOSans H</vt:lpstr>
      <vt:lpstr>Segoe Print</vt:lpstr>
      <vt:lpstr>Arial</vt:lpstr>
      <vt:lpstr>OPPOSans R</vt:lpstr>
      <vt:lpstr>OPPOSans H</vt:lpstr>
      <vt:lpstr>Noto Sans SC</vt:lpstr>
      <vt:lpstr>Arial Unicode MS</vt:lpstr>
      <vt:lpstr>Arial Black</vt:lpstr>
      <vt:lpstr>Noto Sans SC</vt:lpstr>
      <vt:lpstr>Office 主题</vt:lpstr>
      <vt:lpstr>1_商务风几何圆球通用模板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WÀ商机系统——外贸精准获客核心方案</dc:title>
  <dc:creator/>
  <cp:lastModifiedBy>WPS_1615476364</cp:lastModifiedBy>
  <cp:revision>958</cp:revision>
  <dcterms:created xsi:type="dcterms:W3CDTF">2026-05-21T06:47:00Z</dcterms:created>
  <dcterms:modified xsi:type="dcterms:W3CDTF">2026-06-07T11:46:43Z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015DDEB25DA84141A3A42123B8A4D254_13</vt:lpwstr>
  </property>
  <property fmtid="{D5CDD505-2E9C-101B-9397-08002B2CF9AE}" pid="4" name="KSOTemplateUUID">
    <vt:lpwstr>v1.0_ai_69796629242</vt:lpwstr>
  </property>
</Properties>
</file>